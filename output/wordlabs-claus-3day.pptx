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'claus'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"shut, close, enclose"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'claus' — shut, close, enclose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'claus' means 'shut, close, enclose'.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'claus'.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'claus'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'claus'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'claus' means 'shut, close, enclose'.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'claus'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'claus'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'claus' comes from Latin and means to shut or close.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'exclusion' means to include someone in a group.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'recluse' is someone who closes themselves away from other people.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Claustrophobia is a fear connected to being in closed or tight spaces.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'clause' has nothing to do with the idea of closing or enclosing.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'claus'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shut, close, enclose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claudere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claustrophobia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'claus'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closes themselves off from others and lives alone.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claustrophobia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closing something down or bringing something to an end.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shut out or left out of a group or activity.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including or shutting someone in so they are part of a group.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of a sentence or a section in a legal document that has its own meaning.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space that is closed in or surrounded by walls or fences, like an animal pen.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fear of being in small, enclosed spaces.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'claus'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'claus'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 had a special clause that closed the deal if either side did not agree.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zoo's enclosure kept the lions safely closed in while visitors watched from outside.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Maya's claustrophobia made it very hard for her to travel in small, enclosed spaces like lifts.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exclusion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students from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explained in the school notice.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clus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clus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clus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within,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clos in English form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within,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clos in English form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within, 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clos in English form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clause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agreement led 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exclusion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visitors, causing complete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clus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clus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clus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clos in English form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clos in English form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shut, close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 → clos in English form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'claus' = shut, close, enclose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'claus'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-ula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claustrophobia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enclosure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closure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recluse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preclude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'claus' — 3-Day Teaching Deck</dc:title>
  <dc:subject>PptxGenJS Presentation</dc:subject>
  <dc:creator>Word Labs</dc:creator>
  <cp:lastModifiedBy>Word Labs</cp:lastModifiedBy>
  <cp:revision>1</cp:revision>
  <dcterms:created xsi:type="dcterms:W3CDTF">2026-03-25T03:52:23Z</dcterms:created>
  <dcterms:modified xsi:type="dcterms:W3CDTF">2026-03-25T03:52:23Z</dcterms:modified>
</cp:coreProperties>
</file>