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'claus'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"shut, close, enclose"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claudere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'claus' — shut, close, enclose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'claus' means 'shut, close, enclose'.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'claus'.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'claus'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'claus'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'claus' means 'shut, close, enclose'.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'claus'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'claus'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'claus' comes from a Latin word meaning to shut or close.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word 'clause' has nothing to do with the root 'claus'.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prefix 'ex' can combine with 'claus' to make a word meaning shut out.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Claustrophobia is a fear connected to feeling shut in or enclosed.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 recluse is someone who loves being in large crowds and open spaces.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'claus'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shut, close, enclose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claudere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claustrophobia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enclose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enclosure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recluse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exclusion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seclusion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'claus'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35915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706624" y="4178808"/>
            <a:ext cx="1389888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706624" y="417880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123944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471416" y="4178808"/>
            <a:ext cx="950976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471416" y="41788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95544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907024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07024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in a quiet, private place that is shut away from other people.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claustrophobia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area that is fenced or walled in to keep animals or people inside.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enclose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or something is shut out or not allowed to join a group or place.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enclosure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chooses to live alone and away from other people, keeping to themselves.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recluse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 of a sentence or a section in a legal document that explains one idea or rule.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exclusion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shut something inside a space or put something inside an envelope or fence.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seclusion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fear of being in small, closed-in spaces like lifts or tiny rooms.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'claus'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'claus'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had an important clause that said no one could enter the building after hours.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zoo's new enclosure gave the lions much more space to roam around in.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suffered from claustrophobia and always felt nervous in small, closed spaces.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enclosure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wildlife park had a special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clause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stating that visitors must stay behind the fence.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enclosure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enclosure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enclosure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into or make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shut, close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or place of an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enclosure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into or make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shut, close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or place of an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enclosure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into or make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shut, close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or place of an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66826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/zh/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57694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7694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shut, close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noun-forming ending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shut, close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noun-forming ending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shut, close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noun-forming ending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70048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0048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23944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23944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77840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31736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31736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31736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/z/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claustrophobia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meant that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seclusion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 tiny room felt unbearable, but being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inclusive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her needs made a big difference.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claustrophobia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seclusion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inclusive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claustrophobia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claustrophobia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shut, close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form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or state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claustrophobia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shut, close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form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or state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claustrophobia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shut, close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form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or state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2596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2596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497015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97015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041435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41435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585855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85855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30274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30274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74694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74694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219114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19114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763534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63534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763534" y="457200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/f/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307953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07953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852373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52373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396793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96793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941212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941212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seclusion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seclusion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apart, away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shut, close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condition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seclusion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apart, away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shut, close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condition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seclusion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apart, away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shut, close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condition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66826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/zh/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57694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7694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into, within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shut, close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the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into, within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shut, close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the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into, within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shut, close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the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'claus' = shut, close, enclose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'claus'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claustrophobia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enclose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enclosure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recluse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exclusion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seclusion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inclusive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'claus' — 3-Day Teaching Deck</dc:title>
  <dc:subject>PptxGenJS Presentation</dc:subject>
  <dc:creator>Word Labs</dc:creator>
  <cp:lastModifiedBy>Word Labs</cp:lastModifiedBy>
  <cp:revision>1</cp:revision>
  <dcterms:created xsi:type="dcterms:W3CDTF">2026-04-09T22:43:28Z</dcterms:created>
  <dcterms:modified xsi:type="dcterms:W3CDTF">2026-04-09T22:43:28Z</dcterms:modified>
</cp:coreProperties>
</file>