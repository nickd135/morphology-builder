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'power'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"strength, force, ability"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'power' — strength, force, ability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'power' means 'strength, force, ability'.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'power'.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'power'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'power'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'power' means 'strength, force, ability'.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'power'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'power'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'powerless' means having no strength or ability.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'em' in 'empower' means against or opposite.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'powerful' contains the suffix '-ful', meaning full of.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'powerhouse' can describe a person who is extremely energetic and productive.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'superpower' means a power that is smaller than normal.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'power'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strength, force, ability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potere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powerhouse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'power'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-house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confident and strong enough to do something, like being empowered to speak up in class.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amazing ability that goes beyond normal, like a superhero's superpower to fly.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lot of strength or force, like a powerful storm that knocks down trees.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person, team, or thing that is extremely strong or produces a lot of energy.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gives you confidence and makes you feel capable of doing great things.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powerhouse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too strong and takes control, like being overpowered by a stronger opponent in a game.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strength or ability to do something, like feeling powerless when you can't help a friend.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'power'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'power'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powerful engine roared to life as the racing car sped down the track.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empowered after her teacher praised her science project in front of the whole class.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electricity, the whole neighbourhood felt powerless during the storm.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empowering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speech made everyone feel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powerful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ready to help their community.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superpower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powerhouse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athlete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overpowering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leaving the crowd amazed!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powerhouse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powerhouse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powerhouse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or container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powerhouse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or container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powerhouse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or container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strength, force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'power' = strength, force, ability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'power'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-house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superpower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powerhouse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empowering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overpowering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'power' — 3-Day Teaching Deck</dc:title>
  <dc:subject>PptxGenJS Presentation</dc:subject>
  <dc:creator>Word Labs</dc:creator>
  <cp:lastModifiedBy>Word Labs</cp:lastModifiedBy>
  <cp:revision>1</cp:revision>
  <dcterms:created xsi:type="dcterms:W3CDTF">2026-03-25T03:32:05Z</dcterms:created>
  <dcterms:modified xsi:type="dcterms:W3CDTF">2026-03-25T03:32:05Z</dcterms:modified>
</cp:coreProperties>
</file>