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'power'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"strength; control; energy"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'power' — strength; control; energy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'power' means 'strength; control; energy'.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'power'.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'power'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'power'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'power' means 'strength; control; energy'.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'power'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'power'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'power' means 'strength; control; energy'.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'powers' means 'small sweet treats given as rewards'.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'powers' means 'special abilities, or the act of supplying something with energy'.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'power' means 'a soft, sweet-smelling flower'.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'power' means 'the ability to control people or things, or a source of energy'.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'power'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strength; control; energy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'power'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70662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0662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47141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47141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36752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77900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7900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the confidence or power to do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great strength, force, or influence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control people or things, or a source of energy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energy to something so it can run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confidence or power to do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supplied with energy to make something work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abilities, or the act of supplying something with energy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'power'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'power'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 turbine generates enough power for two hundred homes.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superhero's powers let her fly faster than a jet.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programme aims to empower young people to speak up.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swim was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empowering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experience for her. The charity focuses 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empowerment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women in the community.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champion boxer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overpowered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opponent in the first round.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overpowering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smell of paint filled the whole house. The old car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underpowered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climbing the steep hill.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underpowered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underpowered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strength; control; energy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strength; control; energy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'power'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