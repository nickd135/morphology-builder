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'power'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'power' really means 'strength; control; energy'.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Learning to swim can empower children to feel safe near powerful waves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'power'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"strength; control; energy"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'power'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'power' — strength; control; energy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'power' means 'strength; control; energy'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'power'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'power'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'power'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'power' means 'strength; control; energy'. You can find it in 'powerless'.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'superpower', 'super-' means 'above; beyond'.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'powerless',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'power' means 'strength; control; energy'.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'superpower' means 'a special power far beyond what normal people can do'.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'underpowered' means 'not having enough strength, energy, or power to work properly'.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'powerless' means 'having no power, strength, or ability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'overpowered' means 'defeated or overwhelmed by someone or something stronger'.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'power'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'power' means 'strength; control; energy'.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'superpower' means 'a special power far beyond what normal people can do'.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'underpowered' means 'not having enough strength, energy, or power to work properly'.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'powerless' means 'having no power, strength, or ability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'overpowered' means 'defeated or overwhelmed by someone or something stronger'.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'power'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'power'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strength; control; energy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powerless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'power'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358384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8384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having enough strength, energy, or power to work properly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defeated or overwhelmed by someone or something stronger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ability to control people or things, or a source of energy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special power far beyond what normal people can 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no power, strength, or ability to do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ability to control people or things, or a source of energy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powerless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no power, strength, or ability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special power far beyond what normal people can 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overpowered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defeated or overwhelmed by someone or something stronger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having enough strength, energy, or power to work properly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'power'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'power'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 turbine generates enough power for two hundred homes.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her glasses, she felt powerless to read the small print.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 choose a superpower, I would choose flying.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swim can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children to feel safe near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waves at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en- becomes em-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en- becomes em-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en- becomes em-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to; 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strength; control; energy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'power'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'power' = strength; control; energy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'power'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