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'power'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"strength, force, ability"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potere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'power' — strength, force, ability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'power' means 'strength, force, ability'.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'power'.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'power'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'power'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'power' means 'strength, force, ability'.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'power'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'power'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'powerless' contains the root 'power' and means having no strength or force.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'powerhouse' is always a building that stores electricity and nothing else.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'power' comes from the Greek word for light.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the suffix '-ful' to 'power' makes the word 'powerful', which means full of strength.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'em-' in 'empower' means to give someone power or make them feel capable.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'power'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strength, force, ability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potere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powerful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powerless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overpowered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superpower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powerhouse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unpowered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'power'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-house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powerful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powerful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confident and strong enough to do something yourself.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powerless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amazing ability, like flying or invisibility, that a superhero might have.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lot of strength or force, like a powerful storm.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overpowered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person, team, or place that produces a lot of energy or achieves a great deal.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superpower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has no engine or power source to make it move.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powerhouse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or something is too strong to be beaten or controlled.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unpowered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able to do anything to change a situation; having no power.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'power'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'power'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superhero felt truly empowered after she discovered her incredible superpower.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powerful waterfall crashed down the rocks, spraying mist everywhere.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batteries, the toy was completely powerless and wouldn't move at all.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coach felt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empowering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she helped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powerless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team believe in themselves again.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powerless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make, to put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strength, force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make, to put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strength, force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make, to put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strength, force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strength, force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strength, force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strength, force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powerful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superpower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overpowered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hero amazed everyone in the crowd!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powerful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superpower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overpowered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strength, force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strength, force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strength, force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superpower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superpower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strength, force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superpower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strength, force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superpower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strength, force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overpowered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overpowered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much,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strength, force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happened, 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overpowered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much,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strength, force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happened, 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overpowered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much,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strength, force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happened, 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-house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powerful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powerless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empowered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overpowered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superpower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powerhouse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unpowered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'power' — 3-Day Teaching Deck</dc:title>
  <dc:subject>PptxGenJS Presentation</dc:subject>
  <dc:creator>Word Labs</dc:creator>
  <cp:lastModifiedBy>Word Labs</cp:lastModifiedBy>
  <cp:revision>1</cp:revision>
  <dcterms:created xsi:type="dcterms:W3CDTF">2026-07-03T09:03:18Z</dcterms:created>
  <dcterms:modified xsi:type="dcterms:W3CDTF">2026-07-03T09:03:18Z</dcterms:modified>
</cp:coreProperties>
</file>