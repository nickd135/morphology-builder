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'collect'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"gather or bring together"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colligere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'collect' — gather or bring together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'collect' means 'gather or bring together'.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'collect'.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'collect'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'collect'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'collect' means 'gather or bring together'.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'collect'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'collect'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or bring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'collect' comes from Latin and means to gather or bring together.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'collector' is someone who throws things away.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'recollect' uses the prefix 're-', meaning again, so it means to remember or gather a thought again.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'collection' is a group of things that have been gathered together.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'-ible' in 'collectible' means 'without' or 'not'.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'collect'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gather or bring together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colligere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collector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collective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recollect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'collect'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or bring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445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89204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89204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1616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2764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2764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or bring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remember or bring a memory back into your mind.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of people or things acting or belonging together.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collector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item that people like to gather and keep because it is interesting or valuable.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collective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gathered things together; also means staying calm and in control.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gather things together and keep them in one place.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collectible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gathers and keeps particular things, like coins or cards.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recollect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of things that have been gathered together, like a stamp collection.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'collect'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or bring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'collect'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decided to start a collection of native Australian insects for their science project.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collector brought in over fifty different coins from around the world to share with everyone.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had a very collected manner when she presented her recollection of the school camp to the class.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or bring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collector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displayed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collectible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figurines on the shelf.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951330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855464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or bring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recollection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event was clear;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collective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effort made the rubbish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collection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great success.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recollection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recollection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recollection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recollection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recollection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3258589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587211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717887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951330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4855464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or bring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or bring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collector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collective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collectible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recollect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recollection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'collect' — 3-Day Teaching Deck</dc:title>
  <dc:subject>PptxGenJS Presentation</dc:subject>
  <dc:creator>Word Labs</dc:creator>
  <cp:lastModifiedBy>Word Labs</cp:lastModifiedBy>
  <cp:revision>1</cp:revision>
  <dcterms:created xsi:type="dcterms:W3CDTF">2026-03-25T03:07:14Z</dcterms:created>
  <dcterms:modified xsi:type="dcterms:W3CDTF">2026-03-25T03:07:14Z</dcterms:modified>
</cp:coreProperties>
</file>