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'collect'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'collection' really means 'a group of things that have been gathered together'.
'collectable' really means 'worth collecting or able to be collected'.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Do you recollect the name of the shell collector we met at the beach?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'collect'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"gather together"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'collect'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'collect' — gather together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'collect' means 'gather together'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'collect'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'collect'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'collect'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'collect' means 'gather together'. You can find it in 'collection'.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'uncollected',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'collection',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'collect' means 'gather together'.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'collective' means 'shared by or done by a whole group together'.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'collection' means 'worth collecting or able to be collected'.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'uncollected' means 'not picked up or gathered'.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'collectable' means 'a group of things that have been gathered together'.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'collect' means 'gather together'.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'collective' means 'shared by or done by a whole group together'.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'collection' means 'worth collecting or able to be collected'.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'uncollected' means 'not picked up or gathered'.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'collectable' means 'a group of things that have been gathered together'.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'collect'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gather together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uncollected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'collect'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523744" y="3776472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523744" y="37764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84048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13308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13308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94690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358384" y="3776472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58384" y="377647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uncollected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shared by or done by a whole group together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worth collecting or able to be collected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group of things that have been gathered together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uncollected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gather things together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picked up or gathered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gather things together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group of things that have been gathered together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worth collecting or able to be collected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uncollected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picked up or gathered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shared by or done by a whole group together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'collect'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'collect'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collect stamps as a hobby.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Nasreen keeps her collection of stamps in a special album.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 coin is a valuable collectable.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recollect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name of the shell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met at the beach?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recollect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recollect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recollect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recollect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recollect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'collect' = gather together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recollection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recollect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'collect'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