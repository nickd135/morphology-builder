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'collect'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"gather together, bring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colligere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'collect' — gather together, bring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'collect' means 'gather together, bring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'collect'.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'collect'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'collect'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'collect' means 'gather together, bring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'collect'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'collect'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'collect' means to separate or divide things apart.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're' in 'recollect' means again or back.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'collect' comes from Latin.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'collection' is a group of gathered things.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'collector' means to forget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'collect'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gather together, bring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colligere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'collect'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remember something from the past.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gathers and keeps certain things, like a coin collector.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gathering things together over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 calm and in control, or having been gathered together.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gather things together and keep them in one place.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by a group of people all working together.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things that have been gathered together, like a stamp collection.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'collect'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'collect'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worked together on a collective project to clean up the school garden.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grandmother has a wonderful collection of vintage teacups on her shelf.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recollect where you left your lunchbox this morning?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stored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labelled boxes.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gathering shells, but she couldn't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recollect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exactly when it happened.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328021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'collect' = gather together,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recollection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'collect' — 3-Day Teaching Deck</dc:title>
  <dc:subject>PptxGenJS Presentation</dc:subject>
  <dc:creator>Word Labs</dc:creator>
  <cp:lastModifiedBy>Word Labs</cp:lastModifiedBy>
  <cp:revision>1</cp:revision>
  <dcterms:created xsi:type="dcterms:W3CDTF">2026-04-09T21:54:36Z</dcterms:created>
  <dcterms:modified xsi:type="dcterms:W3CDTF">2026-04-09T21:54:36Z</dcterms:modified>
</cp:coreProperties>
</file>