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'collect'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"gather together"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'collect' — gather together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'collect' means 'gather together'.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'collect'.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'collect'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'collect'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'collect' means 'gather together'.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'collect'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'collect'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'collect' means 'to throw things away'.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'collect' means 'gather together'.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'collects' means 'throws something away'.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'collects' means 'gathers or brings things together'.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'collect' means 'to gather things together'.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'collect'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gather together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collector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recollect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collectors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'collect'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6360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6360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934456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345936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45936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who gather and keep items as a hobby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gathers and keeps items as a hobby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gathering things together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collector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remember something from the past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recollect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gather things together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gathered together, or calm and composed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collectors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gathers or brings things together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'collect'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'collect'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collect stamps as a hobby.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collects the homework at the start of the lesson.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collected the leaves into a big pile.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keeps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collectables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a special shelf. The museum displays rare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collectibles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the 1800s.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collectables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collectibles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collectables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collectables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collectables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collectables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collectibles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collectibles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collectibles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collectibles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have a clear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recollection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my first swimming lesson. The class made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collective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decision to raise money for charity.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Collectively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students raised two hundred dollars for the shelter.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recollection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collectively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recollection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recollection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recollection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recollection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i_e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collected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collector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recollect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collecting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collectors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'collect' — 3-Day Teaching Deck</dc:title>
  <dc:subject>PptxGenJS Presentation</dc:subject>
  <dc:creator>Word Labs</dc:creator>
  <cp:lastModifiedBy>Word Labs</cp:lastModifiedBy>
  <cp:revision>1</cp:revision>
  <dcterms:created xsi:type="dcterms:W3CDTF">2026-07-07T10:22:33Z</dcterms:created>
  <dcterms:modified xsi:type="dcterms:W3CDTF">2026-07-07T10:22:33Z</dcterms:modified>
</cp:coreProperties>
</file>