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'join'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"connect or bring together"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jungere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'join' — connect or bring together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'join' means 'connect or bring together'.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'join'.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'join'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'join'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'join' means 'connect or bring together'.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'join'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'join'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'join' comes from a Latin word meaning to connect or link together.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'joint' contains the suffix '-nt' added to the root 'join'.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're-' in 'rejoin' means to do something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'joiner' is a person who joins or connects things, such as pieces of wood.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'dis-' in 'disjoin' means to do something faster.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'join'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 or bring together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jungere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disjoin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'join'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connecting or coming together with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again after being separated from a group or place.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two or more things together.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separate or disconnect things that were joined together.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where two things are joined together, like your knee joint.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connects things, or a woodworker who joins pieces of wood.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disjoin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connected or put together with something else.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'join'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'join'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asked everyone to rejoin the group after the morning tea break.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carpenter was a skilled joiner who could connect pieces of timber perfectly.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find the joint where the two pipes are connected under the sink?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lunch, the students were asked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rejoin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classmates and finish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joining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activity together.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or bring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or bring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or bring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conjoined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pieces of timber were carefully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disjoined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joiner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who then rebuilt the frame.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conjoined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disjoined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conjoined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conjoined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happened, 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conjoined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happened, 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conjoined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happened, 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disjoined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disjoined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happened, 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disjoined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happened, 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disjoined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happened, 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or bring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or bring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or bring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connect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disjoin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conjoin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'join' — 3-Day Teaching Deck</dc:title>
  <dc:subject>PptxGenJS Presentation</dc:subject>
  <dc:creator>Word Labs</dc:creator>
  <cp:lastModifiedBy>Word Labs</cp:lastModifiedBy>
  <cp:revision>1</cp:revision>
  <dcterms:created xsi:type="dcterms:W3CDTF">2026-03-25T03:15:08Z</dcterms:created>
  <dcterms:modified xsi:type="dcterms:W3CDTF">2026-03-25T03:15:08Z</dcterms:modified>
</cp:coreProperties>
</file>