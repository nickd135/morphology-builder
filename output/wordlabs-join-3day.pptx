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'join'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connect or bring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jungere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'join' — to connect or bring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'join' means 'to connect or bring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'join'.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'join'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'join'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'join' means 'to connect or bring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'join'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'join'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'dis' in 'disjoin' means to do more joining.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'joint' contains the root 'join' and means a place where things meet.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'join' comes from a Greek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'joiner' is someone or something that connects things together.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'rejoin' means to join again after leaving.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'join'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connect or bring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jungere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'join'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connecting or coming together with others.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separate or disconnect things that were joined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two or more things or people together.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two things together to make one combined 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and connect with a group or path again.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joins things together, or someone who likes to join groups.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connected or brought together with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'join'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'join'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rivers conjoin at the bottom of the valley to form one wide, powerful river.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Marcus was excited to rejoin his friends at school and share his stories.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carpenter checked every joint carefully to make sure the wooden frame would hold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joining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science club, and they hoped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rejoin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next year as well.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conjoined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teams worked together on the project;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joiner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sure every part was connected, but they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disjoin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last two sections.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happened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bring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'join' = to connect or bring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'join'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rejoin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disjoin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conjoin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'join' — 3-Day Teaching Deck</dc:title>
  <dc:subject>PptxGenJS Presentation</dc:subject>
  <dc:creator>Word Labs</dc:creator>
  <cp:lastModifiedBy>Word Labs</cp:lastModifiedBy>
  <cp:revision>1</cp:revision>
  <dcterms:created xsi:type="dcterms:W3CDTF">2026-04-09T22:02:55Z</dcterms:created>
  <dcterms:modified xsi:type="dcterms:W3CDTF">2026-04-09T22:02:55Z</dcterms:modified>
</cp:coreProperties>
</file>