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'join'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"connect"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'join' — connect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'join' means 'connect'.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'join'.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'join'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'join'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'join' means 'connect'.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'join'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'join'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'joins' means 'shouts loudly across a room'.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'join' means 'connect'.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'join' means 'to become a member of a group, or to connect two things together'.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'join' means 'to shout loudly in anger'.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'joins' means 'becomes a member of, or connects with something'.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'join'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rejoin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joiners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'join'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365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1508760" y="37216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1508760" y="37216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2359152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2706624" y="37216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2706624" y="37216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3977640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4325112" y="37216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4325112" y="37216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349240" y="37216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6" name="Shape 44"/>
          <p:cNvSpPr/>
          <p:nvPr/>
        </p:nvSpPr>
        <p:spPr>
          <a:xfrm>
            <a:off x="5760720" y="37216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760720" y="37216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became a member of, or connected together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who make or join things together, especially in woodwork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become a member of a group, or to connect two things together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becomes a member of, or connects with something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rejoin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join something again after leaving it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joiners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whose job is to make or join wood, or a person who joins in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'join'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'join'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you like to join our football team?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road joins the motorway just outside town.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year she joined the swimming club.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joining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choir this term. 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rejoined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football team after recovering from his injury.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rejoined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rejoined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rejoined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rejoined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rejoined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rejoining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swimming squad after a year away. Our classroom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adjoin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the school library. The twins slept in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adjoining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bedrooms so they could talk at night.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rejoining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adjoin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adjoining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rejoining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rejoining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rejoining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rejoining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adjoin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adjoin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adjoin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adjoin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adjoining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adjoining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adjoining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adjoining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joins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joined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joiner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rejoin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joiners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'join' — 3-Day Teaching Deck</dc:title>
  <dc:subject>PptxGenJS Presentation</dc:subject>
  <dc:creator>Word Labs</dc:creator>
  <cp:lastModifiedBy>Word Labs</cp:lastModifiedBy>
  <cp:revision>1</cp:revision>
  <dcterms:created xsi:type="dcterms:W3CDTF">2026-07-07T10:22:34Z</dcterms:created>
  <dcterms:modified xsi:type="dcterms:W3CDTF">2026-07-07T10:22:34Z</dcterms:modified>
</cp:coreProperties>
</file>