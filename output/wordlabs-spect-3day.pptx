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'spect'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look, watch, see"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spectare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'spect' — to look, watch, see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'spect' means 'to look, watch, see'.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'spect'.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'spect'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'spect'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'spect' means 'to look, watch, see'.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'spect'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'spect'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'spect' comes from Latin and means to look or see.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spectator is someone who plays in a sporting event.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'inspect' contains the root 'spect' meaning to look.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An inspector carefully checks things by looking at them closely.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'spect' comes from the Greek word for hearing.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'spect'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look, watch, see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spectare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spectacular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prospect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suspect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'spect'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-acle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impressive or unusual sight that attracts attention.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chance or possibility of something happening in the future.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amazing and impressive to look at.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spectacular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think someone might have done something wrong.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prospect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watches an event, like a sport or show.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suspect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something very carefully to check it.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up to someone and treat them well.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'spect'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'spect'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inspector arrived at school to inspect every classroom for safety.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spectacular fireworks display made all the spectators gasp in amazement.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must show respect for our teachers and classmates at all times.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inspector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inspect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old bridge before anyone could cross it safely.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spectators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watched in awe as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spectacular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prospect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sunrise unfolded before them.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spectacular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prospect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1294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means of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means of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means of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911969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87211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'spect' = to look, watch, see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-acle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spectator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spectacular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prospect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suspect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spectacle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inspector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'spect' — 3-Day Teaching Deck</dc:title>
  <dc:subject>PptxGenJS Presentation</dc:subject>
  <dc:creator>Word Labs</dc:creator>
  <cp:lastModifiedBy>Word Labs</cp:lastModifiedBy>
  <cp:revision>1</cp:revision>
  <dcterms:created xsi:type="dcterms:W3CDTF">2026-03-25T03:47:26Z</dcterms:created>
  <dcterms:modified xsi:type="dcterms:W3CDTF">2026-03-25T03:47:26Z</dcterms:modified>
</cp:coreProperties>
</file>