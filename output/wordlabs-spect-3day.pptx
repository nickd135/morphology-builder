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"look; watch"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'spect' — look; watch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'spect' means 'look; watch'.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'spect' means 'look; watch'.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'spect' means 'look; watch'.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'inspected' means 'threw something away'.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'inspect' means 'to look at something closely to check it is correct or safe'.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'inspect' means 'to throw something away'.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'inspected' means 'looked at something closely to check it in the past'.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look; watch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 event, such as a sports game, without taking part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possibility that something will happen in the future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whose job is to check that things are done correctly and safely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chances that something good will happen, especially in the future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check that things are done correctly and safely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closely to check it is correct or safe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something closely to check it in the past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will inspect the car before the long trip.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officer inspected the playground equipment yesterday.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inspector checked that the fire exits were not blocked.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toured the school before applying. The most interesting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trip was visiting the museum.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aspects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project we still need to finish.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retrospect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should have left much earlier for the airport. The gallery held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exhibition of the artist's early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look;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'spect'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