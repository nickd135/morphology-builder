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watch, see"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'spect' — to look, watch, see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'spect' means 'to look, watch, see'.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'spect' means 'to look, watch, see'.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spectator is someone who watches an event.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'spectacular' has nothing to do with looking or seeing.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'inspect' contains the root 'spect'.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'spect' comes from a Latin word meaning to look or watch.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'spect' means to speak or talk.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watch, see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or possibility of something happening in the future.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amazing and impressive to look 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watches an event, like a sport, without taking part.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impressive or unusual sight that many people stop to look at.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going to happen or arrive.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very carefully to check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up to someone and treat them well because you admire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inspector arrived at the school to inspect every classroom and check it was safe.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spectacular fireworks display made every spectator gasp with amazement.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respect other people's belongings and never take them without asking.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bridge before anyone could cross it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watched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parade marched past.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diminutive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diminutive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diminutive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like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'spect' — 3-Day Teaching Deck</dc:title>
  <dc:subject>PptxGenJS Presentation</dc:subject>
  <dc:creator>Word Labs</dc:creator>
  <cp:lastModifiedBy>Word Labs</cp:lastModifiedBy>
  <cp:revision>1</cp:revision>
  <dcterms:created xsi:type="dcterms:W3CDTF">2026-04-09T22:38:20Z</dcterms:created>
  <dcterms:modified xsi:type="dcterms:W3CDTF">2026-04-09T22:38:20Z</dcterms:modified>
</cp:coreProperties>
</file>