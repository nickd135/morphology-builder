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This deck teaches 'spec' and 'spect' together: they are spellings of the same root.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'prospect' really means 'the possibility that something will happen in the future'.
'expect' really means 'to think or believe that something will happen'.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It is disrespectful to talk while the fire safety inspector is speaking to the class.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Each spectator wore a specially made scarf, and the expectation was that our team would win.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Root: 'spec / spect'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"look; see"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 root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This deck teaches 'spec' and 'spect' together: they are spellings of the same root.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'spec / spect' — look; see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'spec / spect'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'spec / spect' = look;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root 'spec / spect' means 'look; see'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root 'spec / spect'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'spec / spect'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'spec / spect'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'spec / spect'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'spec / spect' = look;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root is the main part of a word that carries its meaning. The root 'spec / spect' means 'look; see'. You can find it in 'expect'.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'expect', 'ex-' means 'out of; former'.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'special', '-ial' means 'related to'.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'spec / spect'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'spec / spect' = look; see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root 'spec / spect' means 'look; see'.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'respect' means 'treat someone or something with high regard'.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'prospect' means 'different from what is usual; important'.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'special' means 'different from what is usual; important'.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'expect' means 'to look at something closely to check it is correct or safe'.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'spec / spect'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'spec / spect' = look; see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root 'spec / spect' means 'look; see'.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'respect' means 'treat someone or something with high regard'.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'prospect' means 'different from what is usual; important'.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'special' means 'different from what is usual; important'.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'expect' means 'to look at something closely to check it is correct or safe'.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'spec / spect'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'spec / spect'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'spec / spect' = look;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'spec / spect'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look; see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 root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root: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expect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respect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special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inspect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prospect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'spec / spect'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'spec / spect'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'spec / spect' = look; see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627632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029968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029968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2432304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432304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2834640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834640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pro-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52603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2603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26030" y="1627632"/>
            <a:ext cx="193167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2603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526030" y="2029968"/>
            <a:ext cx="193167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26030" y="2029968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52603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26030" y="2834640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8630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8630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686300" y="1627632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8630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-or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686300" y="2029968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86300" y="2029968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-ial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686300" y="2432304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86300" y="2432304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-ation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686300" y="2834640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86300" y="2834640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-ate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84657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4657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846570" y="1627632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4657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846570" y="2029968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46570" y="2029968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-or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684657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846570" y="2834640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" y="3374136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1463040" y="3374136"/>
            <a:ext cx="73152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1463040" y="3374136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2231136" y="337413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2523744" y="3374136"/>
            <a:ext cx="100584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2523744" y="3374136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spect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3611880" y="3374136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4023360" y="3374136"/>
            <a:ext cx="1545336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023360" y="3374136"/>
            <a:ext cx="1545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respect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'spec / spect'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'spec / spect'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'spec / spect' = look; see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expect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different from what is usual; important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respect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the possibility that something will happen in the future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special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look at something closely to check it is correct or safe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inspect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to think or believe that something will happen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prospect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treat someone or something with high regard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'spec / spect'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'spec / spect'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'spec / spect' = look; see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expect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think or believe that something will happen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respect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treat someone or something with high regard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special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different from what is usual; important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inspect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to look at something closely to check it is correct or safe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prospect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the possibility that something will happen in the future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'spec / spect'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'spec / spect'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'spec / spect' = look; see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'spec / spect'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birthday cake was made for a special celebration.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mechanic will inspect the car before the long trip.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prospect of a class trip made everyone excited.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'spec / spect'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'spec / spect' = look;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'spec / spect'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'spec / spect' = look; see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disrespectful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talk while the fire safety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inspector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speaking to the class.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disrespectful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inspector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'spec / spect'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'spec / spect' = look;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disrespectful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'spec / spect'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'spec / spect' = look;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disrespectful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opposite; apart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look; watch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'spec / spect'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'spec / spect' = look;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disrespectful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opposite; apart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look; watch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spect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'spec / spect'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'spec / spect' = look;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disrespectful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opposite; apart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look; watch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spect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952897" y="4187952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952897" y="4187952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455415" y="4187952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455415" y="4187952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957933" y="4187952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957933" y="4187952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460451" y="4187952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460451" y="4187952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962969" y="4187952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962969" y="4187952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465487" y="4187952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465487" y="4187952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968006" y="4187952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968006" y="4187952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470524" y="4187952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470524" y="4187952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5973042" y="4187952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973042" y="4187952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475560" y="4187952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475560" y="4187952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6978078" y="4187952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978078" y="4187952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7480596" y="4187952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480596" y="4187952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7983114" y="4187952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983114" y="4187952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'spec / spect'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'spec / spect' = look;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inspector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'spec / spect'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'spec / spect' = look;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inspector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in; into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look; watch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'spec / spect'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'spec / spect' = look;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inspector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in; into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look; watch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tor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'spec / spect'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'spec / spect' = look;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inspector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in; into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look; watch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tor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'spec / spect'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'spec / spect' = look;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'spec / spect'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'spec / spect' = look; see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spectator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wore 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specially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made scarf, and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expectation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was that our team would win.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5486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specially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2232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2232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32232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spectator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2232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9600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9600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609600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expectation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09600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'spec / spect'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'spec / spect' = look;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specially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'spec / spect'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'spec / spect' = look;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specially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look; see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'spec / spect'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'spec / spect' = look;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specially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look; see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cial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'spec / spect'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'spec / spect' = look;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specially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look; see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cial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'spec / spect'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'spec / spect' = look;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spectator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'spec / spect'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'spec / spect' = look;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spectator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-or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look; watch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make; to become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'spec / spect'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'spec / spect' = look;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spectator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-or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look; watch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make; to become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tor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'spec / spect'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'spec / spect' = look;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spectator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-or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look; watch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make; to become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tor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'spec / spect'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'spec / spect' = look;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expectation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'spec / spect'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'spec / spect' = look;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expectation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ex- + spect: the 's' drops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of; former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look; watch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'spec / spect'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'spec / spect' = look;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expectation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ex- + spect: the 's' drops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of; former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look; watch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pec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4" name="Text 42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'spec / spect'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'spec / spect' = look;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expectation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ex- + spect: the 's' drops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of; former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look; watch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pec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951828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951828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60520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60520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25858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5858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91196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91196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56535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6535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21873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21873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587211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87211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52549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2549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17887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17887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832252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832252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'spec / spect'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'spec / spect' = look; see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2603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2603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2603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2603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2603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2603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8630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8630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8630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8630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8630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4657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4657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84657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4657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4657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4657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'spec / spect'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'spec / spect' = look; see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581912"/>
            <a:ext cx="193167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1965960"/>
            <a:ext cx="193167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965960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2350008"/>
            <a:ext cx="193167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350008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2734056"/>
            <a:ext cx="193167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734056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pro-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52603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2603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26030" y="1581912"/>
            <a:ext cx="193167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2603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526030" y="1965960"/>
            <a:ext cx="193167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26030" y="1965960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526030" y="2350008"/>
            <a:ext cx="193167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26030" y="2734056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8630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8630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686300" y="1581912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8630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-or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686300" y="1965960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86300" y="1965960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-ial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686300" y="2350008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86300" y="2350008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-ation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686300" y="2734056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86300" y="2734056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-ate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84657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4657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846570" y="1581912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4657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846570" y="1965960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46570" y="1965960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-or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6846570" y="2350008"/>
            <a:ext cx="193167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846570" y="2734056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" y="320954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365760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inspector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2542032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542032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specially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4718304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18304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spectator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6894576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894576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expectation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Root 'spec / spect' — Teaching Deck</dc:title>
  <dc:subject>PptxGenJS Presentation</dc:subject>
  <dc:creator>Word Labs</dc:creator>
  <cp:lastModifiedBy>Word Labs</cp:lastModifiedBy>
  <cp:revision>1</cp:revision>
  <dcterms:created xsi:type="dcterms:W3CDTF">2026-10-22T10:14:33Z</dcterms:created>
  <dcterms:modified xsi:type="dcterms:W3CDTF">2026-10-22T10:14:33Z</dcterms:modified>
</cp:coreProperties>
</file>