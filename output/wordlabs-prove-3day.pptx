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'prove'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'improve' really means 'to make or become better'.
'proven' really means 'shown by evidence to be true or reliable'.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tried to disprove my idea about magnets, but our teacher nodded her approval when the test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Mum said my handwriting shows a big improvement this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'prove'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"test; show"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'prove'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'prove' — test; show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'prove' means 'test; show'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'prove'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'prove'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'prove'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'prove' means 'test; show'. You can find it in 'proven'.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'approve', 'ap-' means 'towards;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'approval',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'prove' means 'test; show'.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'unproven' means 'not yet shown to be true'.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'improve' means 'shown by evidence to be true or reliable'.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'approve' means 'to officially agree that something is acceptable or allowed'.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'proven' means 'to make or become better'.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'prove' means 'test; show'.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'unproven' means 'not yet shown to be true'.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'improve' means 'shown by evidence to be true or reliable'.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'approve' means 'to officially agree that something is acceptable or allowed'.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'proven' means 'to make or become better'.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'prove'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test; show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unproven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'prove'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unproven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or become better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show with evidence that something is 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shown by evidence to be true or reliable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yet shown to be true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unproven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officially agree that something is acceptable or allowed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show with evidence that something is true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shown by evidence to be true or reliable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officially agree that something is acceptable or allowed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or become better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unproven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yet shown to be true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'prove'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'prove'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ran an experiment to prove her theory correct.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proven method for teaching fractions.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will approve the new playground design tomorrow.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tried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disprove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 idea about magnets, but our teacher nodded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test worked.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ap- before 'p';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ap- before 'p';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ap- before 'p';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said my handwriting shows a big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term.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test; show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'prove' = test; show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disprove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'prove'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