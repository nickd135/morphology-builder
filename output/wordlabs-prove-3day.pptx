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'prove'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test or show truth"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probare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'prove' — to test or show truth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'prove' means 'to test or show truth'.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'prove'.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'prove'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'prove' means 'to test or show truth'.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'prove'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'prove'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'-ment' in 'improvement' means to do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'Approve' means to agree that something is good or acceptable.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'prove' comes from a Latin word meaning to test or show truth.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'disprove' means to agree that something is correct.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'improve' contains the root 'prove'.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'prove'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test or show truth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probare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already been shown to be true.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better; something that has been made better than before.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that something is true by giving evidence or reasons.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agree that something is good or acceptable.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that something is not true or incorrect.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better than it was before.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Showed that something was true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need to improve their experiments before they can prove their theory is correct.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 to prove her answer by showing all of her working out.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evidence helped to disprove what everyone had believed for many years.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your method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results of our experiment?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 showed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team still needed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disprove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theory.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'd'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'd'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'd'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or show 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test or show truth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'prove' — 3-Day Teaching Deck</dc:title>
  <dc:subject>PptxGenJS Presentation</dc:subject>
  <dc:creator>Word Labs</dc:creator>
  <cp:lastModifiedBy>Word Labs</cp:lastModifiedBy>
  <cp:revision>1</cp:revision>
  <dcterms:created xsi:type="dcterms:W3CDTF">2026-07-03T09:03:18Z</dcterms:created>
  <dcterms:modified xsi:type="dcterms:W3CDTF">2026-07-03T09:03:18Z</dcterms:modified>
</cp:coreProperties>
</file>