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show something is true"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'prove' — to show something is true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'prove' means 'to show something is true'.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'prove' means 'to show something is true'.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'prove' comes from the Latin word 'probare', meaning to test or show true.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'disprove' means to agree that something is correct.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'im-' in 'improve' means 'into' or 'towards', helping mean to move towards being better.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'approve' contains the root 'prove'.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'-able' in 'improvable'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show something is true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probare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disapprove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shown to be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that something is good or acceptable.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true using facts or evidence.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something is wrong or not acceptable.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something is not true.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disapprove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better than it was before.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showed that something was true.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hard to prove her theory was correct by doing lots of experiments.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practising every day, Maya could see she was starting to improve her handwriting.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did not approve of the students talking during the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work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you understand the task?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rumour,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reputation,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ap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is true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'prove' = to show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disapprove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disprove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'prove' — 3-Day Teaching Deck</dc:title>
  <dc:subject>PptxGenJS Presentation</dc:subject>
  <dc:creator>Word Labs</dc:creator>
  <cp:lastModifiedBy>Word Labs</cp:lastModifiedBy>
  <cp:revision>1</cp:revision>
  <dcterms:created xsi:type="dcterms:W3CDTF">2026-03-25T03:56:31Z</dcterms:created>
  <dcterms:modified xsi:type="dcterms:W3CDTF">2026-03-25T03:56:31Z</dcterms:modified>
</cp:coreProperties>
</file>