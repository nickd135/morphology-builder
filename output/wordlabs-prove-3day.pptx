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"test; show"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'prove' — test; show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'prove' means 'test; show'.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'prove' means 'test; show'.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'proved' means 'attempted to fix something broken'.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'prove' means 'to show with evidence that something is true'.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'prove' means 'to disprove something as false'.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'prove' means 'test; show'.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'proved' means 'showed that something was true (past tense of prove)'.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test; show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by evidence to be true or reliable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agree that something is acceptable or allowed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with evidence that something is true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 better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that something is true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that something is true (used with he, she or it)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that something was true (past tense of prove)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ran an experiment to prove her theory correct.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proved that the man was innocent.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proven method for teaching fractions.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props went missing, the actors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lines. The comedian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joke about the broken microphone.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spelling showed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weeks of practice. The band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melodies during the concert. The council made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local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test;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'prove'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