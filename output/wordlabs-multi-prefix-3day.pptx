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'multi-'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"many, more than one"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multus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'multi-' — many, more than 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'multi-' means 'many, more than one'.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'multi-'.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'multi-'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'multi-'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'multi-' means 'many, more than one'.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'multiply', the root is the part after the prefix 'multi-'.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'multi-' means many or more than one.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'multi-' means small or tiny.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multilingual person can speak many languages.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multistorey building has many floors.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'multi-'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'multi-'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many, more than one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multus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multilingual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multipurpose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'multi-'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'multi-'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cultural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used for many different things.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many different ways to share information, such as sound, pictures, and video together.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many different jobs or activities at the same time.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up of people from many different cultures and backgrounds.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speak many different languages.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multilingual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increase a number many times over, or to find the total of groups of equal size.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multipurpose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many different colours.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'multi-'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'multi-'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is proudly multicultural, with students from many different countries.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teacher asked us to create a multimedia project using photos, music, and video.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can multitask really well — she was cooking dinner while helping me with my homework.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made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multicoloured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mural, and we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paint colours to cover the wall.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or times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or times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or times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multicultural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festival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multimedia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event, and everyone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multitask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make it run smoothly.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cultur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 of 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cultur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 of 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cultur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 of 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of communication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of communication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of communication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to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to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to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'multi-'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'multi'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'multi-' = many, more than 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'multi-'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cultural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multicultural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multimedia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multitask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multilingual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multipurpose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multistorey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'multi-' — 3-Day Teaching Deck</dc:title>
  <dc:subject>PptxGenJS Presentation</dc:subject>
  <dc:creator>Word Labs</dc:creator>
  <cp:lastModifiedBy>Word Labs</cp:lastModifiedBy>
  <cp:revision>1</cp:revision>
  <dcterms:created xsi:type="dcterms:W3CDTF">2026-03-26T07:37:32Z</dcterms:created>
  <dcterms:modified xsi:type="dcterms:W3CDTF">2026-03-26T07:37:32Z</dcterms:modified>
</cp:coreProperties>
</file>