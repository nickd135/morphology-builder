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"many"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'multi-' — many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'multi-' means 'many'.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'multi-'.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'multi-'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'multi-'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'multi-' means 'many'.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'multitask', the root is the part after the prefix 'multi-'.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'multi' means 'many'.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'multitask' means 'to sleep for a very long time'.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'multicolour' means 'having many different colours'.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'multicolour' means 'made of only one material'.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'multitask' means 'to do several tasks at the same time'.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'multi-'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multiplayer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multifunction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'multi-'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lateral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lingual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127248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3127248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39826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74573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74573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64184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05332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5332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many different colours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many different colours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multiplayer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or serving several different purposes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involving several players at the same time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multifunction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several tasks at the same time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'multi-'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'multi-'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teachers learn to multitask, marking books while answering questions.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multicolour kite soared high above the park.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spent the afternoon playing a multiplayer video game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multinational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company has offices in over twenty countries. Our new teacher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speaks four languages fluently.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multinational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language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language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language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six by three, you get eighteen. The rabbits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multiplied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 until there were dozens of them. The leaders signed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multilateral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agreement to protect the environment.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multiplied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multilateral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multilateral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multilateral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lateral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multilateral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lateral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multilateral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lateral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lateral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lingual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multiplayer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multifunction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'multi-'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