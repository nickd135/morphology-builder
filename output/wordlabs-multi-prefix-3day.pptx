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'multi-'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'multicultural' really means 'made up of people from many different cultures'.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is hard to multitask while playing a multiplayer game with your friends.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multilingual class can say good morning in eleven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'multi-'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'multi-'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'multi-' — many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'multi-' means 'many'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'multi-'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'multi-'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'multi-'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'multi-' means 'many'. In 'multicolour', it is added to 'colour'.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'multicolour', the base is 'colour' (the property of light; to add colour).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'multicultural', '-al'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'multi-' means 'many'.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'multimedia' means 'using sound, pictures, video and text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'multicultural' means 'to increase greatly in number, or to find the total of two numbers repeated'.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'multiply' means 'to increase greatly in number, or to find the total of two numbers repeated'.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'multifunction' means 'having or serving several different purposes'.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'multi-' means 'many'.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'multimedia' means 'using sound, pictures, video and text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'multicultural' means 'to increase greatly in number, or to find the total of two numbers repeated'.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'multiply' means 'to increase greatly in number, or to find the total of two numbers repeated'.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'multifunction' means 'having or serving several different purposes'.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'multi-'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multifunction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multimedia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multicultural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'multi-'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35224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35224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1605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572000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made up of people from many different cultures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multifunction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using sound, pictures, video and text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many different colours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multimedia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having or serving several different purposes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multicultural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increase greatly in number, or to find the total of two numbers repeated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many different colours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multifunction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or serving several different purposes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increase greatly in number, or to find the total of two numbers repeated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multimedia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using sound, pictures, video and text together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multicultural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made up of people from many different cultures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'multi-'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'multi-'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multicolour kite soared high above the park.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multifunction printer can print, scan and copy documents.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multiply six by three, you get eighteen.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hard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multitask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playing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game with your friends.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multitask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multitask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multitask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or piece of work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multitask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or piece of work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multitask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or piece of work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 can say good morning in eleven languages.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language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'multi-'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'multi-' = many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'multi-'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