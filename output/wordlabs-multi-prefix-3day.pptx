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'multi-'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"many, more than one"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multus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'multi-' — many, more than 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'multi-' means 'many, more than one'.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'multi-'.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'multi-'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'multi-'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'multi-' means 'many, more than one'.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'multiply', the root is the part after the prefix 'multi-'.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multilingual person can speak many languages.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'multi-' means only two of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'multi-' means one or single.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'Multi-' comes from a Latin word meaning many.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'multicultural' contains the prefix 'multi-'.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'multi-'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many, more than 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multus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'multi-'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'multi-'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or involving many parts or more than one 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many different ways to share information, like video, sound, and pictures together.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speak or use many different languages.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people or ideas from many different cultures and backgrounds.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many different jobs or activities at the same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a number many times over, or to grow in large amounts.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many different colours at the same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'multi-'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'multi-'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made a multicoloured banner to hang in the school hall.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could multitask by reading her book and listening to music at the same 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shopping centre is a multistorey building with six floors.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is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multicultural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place where students speak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multiple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languages.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cultur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 of life, culture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cultur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 of life, culture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cultur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 of life, culture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921966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times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times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times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multimedia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display used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multicoloured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lights, and the presenter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multitask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run it 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of communication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of communication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of communication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hue,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hue,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hue,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or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or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or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'multi-'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'multi-'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multistorey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'multi-' — 3-Day Teaching Deck</dc:title>
  <dc:subject>PptxGenJS Presentation</dc:subject>
  <dc:creator>Word Labs</dc:creator>
  <cp:lastModifiedBy>Word Labs</cp:lastModifiedBy>
  <cp:revision>1</cp:revision>
  <dcterms:created xsi:type="dcterms:W3CDTF">2026-04-10T01:01:31Z</dcterms:created>
  <dcterms:modified xsi:type="dcterms:W3CDTF">2026-04-10T01:01:31Z</dcterms:modified>
</cp:coreProperties>
</file>