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'pay'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'pay' really means 'to give money for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Check your change at the shop so you don't overpay for your ice cream.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'pay'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give money for something"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'pay'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'pay' — to give money for something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'pay' means 'to give money for something'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'pay'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'pay'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'pay'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'pay' means 'to give money for something'. You can find it in 'repay'.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'repay', 're-' means 'back'.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'payment',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'pay' means 'to give money for something'.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'payment' means 'an amount of money given in exchange for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'repay' means 'to pay back money that is owed'.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'pay'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'pay' means 'to give money for something'.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'payment' means 'an amount of money given in exchange for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'repay' means 'to pay back money that is owed'.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'pay'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'pay'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give money for something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'pay'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2374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2374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74904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amount of money given in exchange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money in exchange for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pay back money that is owed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money in exchange for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pay back money that is owed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amount of money given in exchange for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'pay'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'pay'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pay for my lunch at the canteen.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repay you the money I borrowed next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made a payment for the new shoes online.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change at the shop so you don't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overpay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your ice cream.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money for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money for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money for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'pay' = to give money for something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repayment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'pay'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