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"give money in exchange"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'pay' — give money in exchange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'pay' means 'give money in exchange'.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'pay' means 'give money in exchange'.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'repay' means to pay back money you owe.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'pay'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'Payment' contains the root 'pay' and the suffix '-ment'.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'Overpay' means to pay more than something is worth.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'Prepay' means to pay after you have used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money in exchange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-day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for something before you receive or use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works for someone and receives pay.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amount of money given to someone for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more money than something is actually worth.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someone less money than they deserve for their work.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that needs to be paid or is ready to be paid.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back money that you borrowed from someone.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had to make a payment at the shop before she could take the new bike home.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promised to repay his neighbour after borrowing money to fix the fence.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 was excited because Friday was his payday and he could buy us a treat.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agreed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workers because it had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underpay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less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less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less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overdue, but the manager agreed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staff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loyalty.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in exchange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-day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payday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'pay' — 3-Day Teaching Deck</dc:title>
  <dc:subject>PptxGenJS Presentation</dc:subject>
  <dc:creator>Word Labs</dc:creator>
  <cp:lastModifiedBy>Word Labs</cp:lastModifiedBy>
  <cp:revision>1</cp:revision>
  <dcterms:created xsi:type="dcterms:W3CDTF">2026-03-25T03:40:17Z</dcterms:created>
  <dcterms:modified xsi:type="dcterms:W3CDTF">2026-03-25T03:40:17Z</dcterms:modified>
</cp:coreProperties>
</file>