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'pay'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give money for something"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'pay' — to give money for something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'pay' means 'to give money for something'.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'pay'.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'pay'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'pay'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'pay' means 'to give money for something'.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'pay'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'pay'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'pays' means 'gives money in exchange for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'pay' means 'to throw something a long distance'.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'pay' means 'to give money in exchange for something'.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'pays' means 'throws something a long distance'.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'pay' means 'to give money for something'.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'pay'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give money for something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'pay'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298094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298094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445312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45312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organisation that pays for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or organisations that pay for something, more than one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money in exchange for something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money in exchange for something, happening now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for something before receiving it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back money that is owed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money in exchange for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'pay'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'pay'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need to pay for my lunch at the canteen.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always pays for his own lunch.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taxpayer is the payer of income tax to the government.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slowly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repaying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loan she took out for her car. The monthly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repayment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loan was due on Friday.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money for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money for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money for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money for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money for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money for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Tourists sometimes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souvenirs in busy markets. The invoice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payable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within thirty days. The company was criticised for trying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underpay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 workers.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money for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money for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money for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money for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money for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money for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money for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money for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money for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to give money for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payer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payers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paying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'pay'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