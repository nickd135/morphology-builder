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money owed"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'pay' — give money owed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'pay' means 'give money owed'.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'pay' means 'give money owed'.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'pay' comes from an ancient Greek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'payee' refers to the person who sends money rather than receives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're-' to 'pay' makes the word 'repay', meaning to pay back.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'payment' uses the suffix '-ment' to turn the verb 'pay'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'repay' contains the root 'pay' meaning to give money owed.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money owed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pacare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for something before you receive it or use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more money than something is actually worth.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given to someone for goods or work done.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 day when workers receive their wages or salary.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work or a bill that has not been paid yet.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money that needs to be paid or is ready to be paid.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back money that you borrowed from someone.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received her first payment for helping at the school canteen all week.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 had to repay the money he borrowed from Grandma after his car was fixed.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chose to prepay for their holiday activities so they would not have to worry later.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made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shop, but she was worried she might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jacket.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result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payday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manager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staff; however, she was careful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underpay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underpay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or less than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money owed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'pay' = give money owed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prepay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overpay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payday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unpaid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payee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'pay' — 3-Day Teaching Deck</dc:title>
  <dc:subject>PptxGenJS Presentation</dc:subject>
  <dc:creator>Word Labs</dc:creator>
  <cp:lastModifiedBy>Word Labs</cp:lastModifiedBy>
  <cp:revision>1</cp:revision>
  <dcterms:created xsi:type="dcterms:W3CDTF">2026-04-09T22:29:54Z</dcterms:created>
  <dcterms:modified xsi:type="dcterms:W3CDTF">2026-04-09T22:29:54Z</dcterms:modified>
</cp:coreProperties>
</file>