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'use'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employ or utilise"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usus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'use' — to employ or utilise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'use' means 'to employ or utilise'.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'use'.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'use'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'use' means 'to employ or utilise'.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'use'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'use'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'use'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'useless' means something is very helpful.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'mis' in 'misuse' means wrongly or badly.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'reuse' means to use something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'-ful' in 'useful' means without.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'use'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employ or utilise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usus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is used, or how often it is used.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something again instead of throwing it away.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help or has no purpose.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uses something, like a computer or a tool.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in good enough condition to be used.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helps you or is good for a purpose.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something in the wrong way or for the wrong purpose.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reuse plastic bags to help protect the environment.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reminded us that misuse of equipment in the science lab can be dangerous.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sharp pencil is much more useful than a blunt one when you are drawing.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useful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reuse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containers when packing your lunch.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Overuse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plastic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useless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planet, so we should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misuse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as little as possible.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 or utilise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'use' = to employ or utilise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overuse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'use' — 3-Day Teaching Deck</dc:title>
  <dc:subject>PptxGenJS Presentation</dc:subject>
  <dc:creator>Word Labs</dc:creator>
  <cp:lastModifiedBy>Word Labs</cp:lastModifiedBy>
  <cp:revision>1</cp:revision>
  <dcterms:created xsi:type="dcterms:W3CDTF">2026-03-25T03:27:49Z</dcterms:created>
  <dcterms:modified xsi:type="dcterms:W3CDTF">2026-03-25T03:27:49Z</dcterms:modified>
</cp:coreProperties>
</file>