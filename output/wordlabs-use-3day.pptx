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'unused' really means 'not used'.
'reuse' really means 'to use something again instead of throwing it away'.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librarian made a useful card that shows each new user how to borrow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If you overuse the glue stick, it will soon be useless, so put the lid back on to keep it 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'use'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something with"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'use' — do something with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'use' means 'do something with'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'use'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'use'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'use'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'use' means 'do something with'. You can find it in 'reuse'.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'reuse',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'user',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'use' means 'do something with'.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'misuse' means 'to use something in the wrong or improper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'unused' means 'to use something again instead of throwing it away'.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'underused' means 'not used as much as it could or should be'.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'reuse' means 'not used'.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'use' means 'do something with'.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'misuse' means 'to use something in the wrong or improper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'unused' means 'to use something again instead of throwing it away'.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'underused' means 'not used as much as it could or should be'.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'reuse' means 'not used'.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'use'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something with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misuse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underused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'use'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29184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58444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58444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39826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809744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9744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unused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65760" y="4233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use something again instead of throwing it away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used as much as it could or should be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used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use something in the wrong or improper 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underused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employ something for a purpose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employ something for a purpose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use something again instead of throwing it away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use something in the wrong or improper 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used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underused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used as much as it could or should be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'use'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'use'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use my pencil if yours breaks.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reuse this jar to store your pencils.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warned about the misuse of the fire hose.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librarian made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useful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card that shows each new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to borrow books.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u_e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overuse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glue stick, it will soon be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useless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put the lid back on to keep it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usable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overuse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u_e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overuse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overuse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overuse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overuse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u_e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'use' = do something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useless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usable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overuse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'use'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