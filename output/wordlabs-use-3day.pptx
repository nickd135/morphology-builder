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'use'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something with"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'use' — do something with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'use' means 'do something with'.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'use'.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'use'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'use' means 'do something with'.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'use'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'use'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'use' means 'do something with'.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'used' means 'employed something for a purpose, in the past'.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'use' means 'to hide something away'.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'used' means 'hidden away completely'.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'use' means 'to employ something for a purpose'.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'use'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something with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83464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83464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9593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3068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3068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something again instead of throwing it away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something for a purpose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use of something for a purpose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 uses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employing or operating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uses something, such as a computer or a service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 something for a purpose, in the past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use my pencil if yours breaks.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her umbrella when the rain started.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must create a password to log 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bought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reusable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bottles to reduce plastic waste. The school library is a great resource that many students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underuse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hall is a wonderful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underused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space for extra clubs. The teacher explained the correct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comma. The old tools were still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useable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years in the shed.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do something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'use'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