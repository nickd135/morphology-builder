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'use'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employ or utilise"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'use' — to employ or utilise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'use' means 'to employ or utilise'.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'use'.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'use'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'use' means 'to employ or utilise'.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'use'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'use'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'ful' added to 'use' creates a word meaning full of use or helpful.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're' to 'use' makes the word 'reuse', meaning to use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'use'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'useless' means very helpful and important.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'misuse' means to use something in the best possible 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'use'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employ or utilise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too much, like overusing the same word in your writing.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you get a job done, like a useful tool in the shed.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instead of throwing it away.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used, or how often it is used.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in good enough condition to be used.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in the wrong way or for the wrong reason.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help at all, like a broken pencil with no lead.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reuse your plastic containers instead of throwing them in the bin.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us that misuse of the school computers would have consequences.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dictionary is a useful tool when you are writing a story.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shopping bags when you visit the supermarket.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plastic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our planet; we must stop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resources.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'use' — 3-Day Teaching Deck</dc:title>
  <dc:subject>PptxGenJS Presentation</dc:subject>
  <dc:creator>Word Labs</dc:creator>
  <cp:lastModifiedBy>Word Labs</cp:lastModifiedBy>
  <cp:revision>1</cp:revision>
  <dcterms:created xsi:type="dcterms:W3CDTF">2026-04-09T22:16:04Z</dcterms:created>
  <dcterms:modified xsi:type="dcterms:W3CDTF">2026-04-09T22:16:04Z</dcterms:modified>
</cp:coreProperties>
</file>