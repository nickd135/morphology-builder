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'stetho'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"chest, breast"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stethos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'stetho' — chest, breast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'stetho' means 'chest, breast'.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'stetho'.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'stetho'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'stetho'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'stetho' means 'chest, breast'.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'stetho'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'stetho'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stethoscope is used by doctors to measure a patient's temperature.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'stetho' means to look or see.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'stethoscope' contains the root 'stetho' meaning chest.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'stetho' comes from a Greek word meaning chest.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'Stetho' words are mostly found in medical and scientific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'stetho'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chest, breast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stethos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stethograph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telestethoscope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'stetho'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electronic version of a stethoscope that amplifies sounds from inside the chest.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that records the movements of the chest during breathing.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used to measure the movement of the chest when a person breathes.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stethoscope that can send heart and lung sounds over a long distance.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stethograph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involves using a stethoscope to examine someone.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telestethoscope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tool doctors use to listen to your heart and lungs through your chest.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using a stethoscope to listen to sounds inside the body.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'stetho'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'stetho'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placed the stethoscope on the patient's chest to listen to her heartbeat.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excursion to the hospital, we learned that a stethoscope helps doctors hear sounds inside your body.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stethometric reading showed how deeply the swimmer was breathing after the race.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were very clear.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examining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examining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examining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stethometry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university;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electrostethoscope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cutting-edge, and she recorded data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stethoscopically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electric, relating to electricity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examining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electric, relating to electricity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examining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electric, relating to electricity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examining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387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387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388870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8887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24353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4353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9836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9836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259836" y="4572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95319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95319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130802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30802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66285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66285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001768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01768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37251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37251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872734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72734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308217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308217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743700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74370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179183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79183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179183" y="4572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7614666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614666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050149" y="4169664"/>
            <a:ext cx="384048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50149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93392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93392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93392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28416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28416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28416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or view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998464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98464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98464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33488" y="2258568"/>
            <a:ext cx="1243584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33488" y="225856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33488" y="256946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manner of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46548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475560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'stetho' = chest, breast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'stetho'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stethoscopically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stethometer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stethograph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telestethoscope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electrostethoscope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photostethoscope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'stetho' — 3-Day Teaching Deck</dc:title>
  <dc:subject>PptxGenJS Presentation</dc:subject>
  <dc:creator>Word Labs</dc:creator>
  <cp:lastModifiedBy>Word Labs</cp:lastModifiedBy>
  <cp:revision>1</cp:revision>
  <dcterms:created xsi:type="dcterms:W3CDTF">2026-04-10T00:39:02Z</dcterms:created>
  <dcterms:modified xsi:type="dcterms:W3CDTF">2026-04-10T00:39:02Z</dcterms:modified>
</cp:coreProperties>
</file>