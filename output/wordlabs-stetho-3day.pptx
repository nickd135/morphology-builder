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'stetho'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"chest; breast"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Greek: stethos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85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96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'stetho' — chest; breast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'stetho'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'stetho' = chest; breast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'stetho' means 'chest; breast'.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meaning of the root 'stetho'.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prefixes and suffixes to build and decode 'stetho'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'stetho' words effectively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'stetho'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'stetho' = chest; breast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part of a word carrying its basic meaning. For example, 'stetho' means 'chest; breast'.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beginning of a root to change its meaning. E.g. a prefix before 'stetho' changes the word's meaning.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end of a word to change its meaning or form. E.g. a suffix after 'stetho' can make a noun or adjective.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'stetho'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'stetho' = chest; breast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following statements true or false?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'stetho' comes from Greek and means chest.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 stethoscope is used by doctors to look inside the ear.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The word 'stethoscope' contains the suffix '-scope', meaning to look or examine.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Words containing 'stetho' are mostly used in medicine and science.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The morpheme 'stetho' comes from Latin.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'stetho'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'stetho'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'stetho' = chest; breast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'stetho'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777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chest; breast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Greek: stethos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stethoscope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stethoscopic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stethoscopically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stethoscopy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stethograph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51460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1460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stethocardiograph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6344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telestethoscope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'stetho'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'stetho'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'stetho' = chest; breast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matrix below. Choose morpheme parts to build a word. Not all combinations work!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1645920" cy="457200"/>
          </a:xfrm>
          <a:prstGeom prst="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'stetho'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stetho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-scope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endo-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91840" y="22128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-scopic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micro-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291840" y="2670048"/>
            <a:ext cx="16459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-scopically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0080" y="31272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31272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tele-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291840" y="31272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-scopy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40080" y="35844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35844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ultra-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291840" y="3584448"/>
            <a:ext cx="16459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43600" y="35844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0" y="35844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-graph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65760" y="41788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508760" y="4178808"/>
            <a:ext cx="82296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508760" y="41788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bi-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2359152" y="41788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2706624" y="4178808"/>
            <a:ext cx="1536192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2706624" y="4178808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'stetho'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270248" y="41788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4617720" y="4178808"/>
            <a:ext cx="1243584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4617720" y="4178808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-scope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934456" y="41788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6345936" y="4178808"/>
            <a:ext cx="219456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45936" y="41788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stethoscope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'stetho'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'stetho'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'stetho' = chest; breast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word to its meaning: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stethoscope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special stethoscope that sends heart and breathing sounds over a distance using technology.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19072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190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stethoscopic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19072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1907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scientific instrument that records movements of the chest wall as a person breathes.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49424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4942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stethoscopically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49424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49424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of listening to sounds inside the chest or body using a stethoscope.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79776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7977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stethoscopy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79776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79776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device that uses a stethoscope-like tool to record the sounds made by the heart.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310128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3101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stethograph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310128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310128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 that uses a stethoscope to listen to sounds inside the body.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840480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840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stethocardiograph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840480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84048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medical tool that doctors use to listen to your heartbeat and breathing sounds inside your chest.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370832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3708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telestethoscope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370832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37083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 or done with a stethoscope, such as a stethoscopic examination of the lungs.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'stetho'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'stetho'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'stetho' = chest; breast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example sentences. Underline the 'stetho' word and discuss its meaning.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doctor placed the stethoscope on my chest to listen to my heartbeat.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the check-up, the nurse performed a stethoscopic examination to make sure my lungs were healthy.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Scientists once used a stethograph to record how a patient's chest moved while they were breathing.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'stetho'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'stetho' = chest; breast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'stetho'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'stetho' = chest; breast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doctor used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stethoscope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perform a careful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stethoscopic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check on the patient.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373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7373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stethoscope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373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57200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stethoscopic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'stetho'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'stetho' = chest; breast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stethoscope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'stetho'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'stetho' = chest; breast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stethoscope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stetho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for examining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'stetho'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'stetho' = chest; breast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stethoscope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stetho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for examining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steth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'stetho'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'stetho' = chest; breast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stethoscope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stetho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for examining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steth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2387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2387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83159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3159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63931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3931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44703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4703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25475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5475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06247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6247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062472" y="457200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/sk/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87019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7019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67791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67791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'stetho'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'stetho' = chest; breast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stethoscopic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'stetho'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'stetho' = chest; breast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stethoscopic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stetho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'stetho'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'stetho' = chest; breast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stethoscopic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stetho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steth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'stetho'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'stetho' = chest; breast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stethoscopic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stetho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steth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1828" y="4169664"/>
            <a:ext cx="603504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1828" y="4169664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605209" y="4169664"/>
            <a:ext cx="603504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05209" y="4169664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58589" y="4169664"/>
            <a:ext cx="603504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58589" y="4169664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911969" y="4169664"/>
            <a:ext cx="603504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911969" y="4169664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565350" y="4169664"/>
            <a:ext cx="603504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65350" y="4169664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218730" y="4169664"/>
            <a:ext cx="603504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218730" y="4169664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218730" y="4572000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/sk/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5872111" y="4169664"/>
            <a:ext cx="603504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872111" y="4169664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525491" y="4169664"/>
            <a:ext cx="603504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525491" y="4169664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178871" y="4169664"/>
            <a:ext cx="603504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178871" y="4169664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832252" y="4169664"/>
            <a:ext cx="603504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832252" y="4169664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832252" y="4572000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/k/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'stetho'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'stetho' = chest; breast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'stetho'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'stetho' = chest; breast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stethoscopy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 doctor used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stethoscope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noted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stethoscopic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sounds were normal.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148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stethoscopy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516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516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8516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stethoscope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8516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588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588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588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stethoscopic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588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'stetho'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'stetho' = chest; breast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stethoscopy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'stetho'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'stetho' = chest; breast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stethoscopy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stetho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of examining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'stetho'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'stetho' = chest; breast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stethoscopy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stetho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of examining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steth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'stetho'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'stetho' = chest; breast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stethoscopy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stetho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of examining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steth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330" y="4169664"/>
            <a:ext cx="676656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330" y="4169664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677363" y="4169664"/>
            <a:ext cx="676656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77363" y="4169664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403397" y="4169664"/>
            <a:ext cx="676656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03397" y="4169664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129430" y="4169664"/>
            <a:ext cx="676656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29430" y="4169664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855464" y="4169664"/>
            <a:ext cx="676656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55464" y="4169664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581498" y="4169664"/>
            <a:ext cx="676656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81498" y="4169664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581498" y="4572000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/sk/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6307531" y="4169664"/>
            <a:ext cx="676656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07531" y="4169664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033565" y="4169664"/>
            <a:ext cx="676656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033565" y="4169664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759598" y="4169664"/>
            <a:ext cx="676656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759598" y="4169664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'stetho'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'stetho' = chest; breast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stethoscope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'stetho'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'stetho' = chest; breast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stethoscope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stetho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for examining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'stetho'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'stetho' = chest; breast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stethoscope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stetho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for examining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steth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'stetho'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'stetho' = chest; breast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stethoscope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stetho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for examining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steth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2387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2387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83159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3159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63931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3931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44703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4703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25475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5475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06247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6247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062472" y="457200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/sk/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87019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7019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67791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67791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'stetho'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'stetho' = chest; breast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stethoscopic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'stetho'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'stetho' = chest; breast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stethoscopic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stetho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'stetho'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'stetho' = chest; breast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stethoscopic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stetho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steth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'stetho'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'stetho' = chest; breast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stethoscopic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stetho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steth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1828" y="4169664"/>
            <a:ext cx="603504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1828" y="4169664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605209" y="4169664"/>
            <a:ext cx="603504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05209" y="4169664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58589" y="4169664"/>
            <a:ext cx="603504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58589" y="4169664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911969" y="4169664"/>
            <a:ext cx="603504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911969" y="4169664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565350" y="4169664"/>
            <a:ext cx="603504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65350" y="4169664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218730" y="4169664"/>
            <a:ext cx="603504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218730" y="4169664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218730" y="4572000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/sk/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5872111" y="4169664"/>
            <a:ext cx="603504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872111" y="4169664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525491" y="4169664"/>
            <a:ext cx="603504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525491" y="4169664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178871" y="4169664"/>
            <a:ext cx="603504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178871" y="4169664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832252" y="4169664"/>
            <a:ext cx="603504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832252" y="4169664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832252" y="4572000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/k/</a:t>
            </a:r>
            <a:endParaRPr lang="en-US" sz="7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'stetho'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'stetho' = chest; breast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600200"/>
            <a:ext cx="2468880" cy="438912"/>
          </a:xfrm>
          <a:prstGeom prst="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00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'stetho'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066544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404872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81528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each: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'stetho'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'stetho' = chest; breast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words you could have made. Check your list!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2468880" cy="420624"/>
          </a:xfrm>
          <a:prstGeom prst="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'stetho'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stetho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-scope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endo-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971800" y="1984248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-scopic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micro-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971800" y="2404872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-scopically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65760" y="2825496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282549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tele-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2971800" y="2825496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-scopy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65760" y="3246120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24612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ultra-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2971800" y="3246120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43600" y="3246120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0" y="324612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-graph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657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65760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stethoscope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542032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42032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stethoscopic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718304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18304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stethoscopically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894576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94576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stethoscopy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365760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stethograph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2542032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542032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stethocardiograph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718304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18304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telestethoscope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6894576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94576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endostethoscope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'stetho' — 3-Day Teaching Deck</dc:title>
  <dc:subject>PptxGenJS Presentation</dc:subject>
  <dc:creator>Word Labs</dc:creator>
  <cp:lastModifiedBy>Word Labs</cp:lastModifiedBy>
  <cp:revision>1</cp:revision>
  <dcterms:created xsi:type="dcterms:W3CDTF">2026-04-03T03:23:03Z</dcterms:created>
  <dcterms:modified xsi:type="dcterms:W3CDTF">2026-04-03T03:23:03Z</dcterms:modified>
</cp:coreProperties>
</file>