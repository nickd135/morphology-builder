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'spec'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"look; see"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'spec' — look; see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'spec' means 'look; see'.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'spec'.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'spec'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'spec'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'spec' means 'look; see'.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'spec'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'spec'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'species' means 'a type of habitat where animals live'.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'special' means 'different from what is usual; important'.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'special' means 'extremely boring'.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'spec' means 'look; see'.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'species' means 'a group of living things that share common characteristics and can breed together'.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'spec'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look; see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specially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specialist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specialty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'spec'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-ific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-ify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508760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1508760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35915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706624" y="4178808"/>
            <a:ext cx="1243584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706624" y="4178808"/>
            <a:ext cx="12435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977640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325112" y="4178808"/>
            <a:ext cx="950976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325112" y="41788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-ial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349240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5760720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60720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 check of something to make sure it is correct or safe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is an expert in a particular area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particular purpose or reason, more than usual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particular area of skill, product, or interest someone is known for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specialist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items or dishes offered for a limited time, in addition to the usual choices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specialty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from what is usual; important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living things that share common characteristics and can breed together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'spec'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'spec'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birthday cake was made for a special celebration.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discovered a new species of frog in the rainforest.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cafe's specials today include tomato soup and a cheese toastie.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specifying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exact date, she avoided any confusion. The report was praised for its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specificity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the causes of the problem.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specifying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specificity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specifying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specifying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specifying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specifying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specificity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specificity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making; doing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specificity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making; doing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specificity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making; doing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or quality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of the meeting was left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unspecified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engineer checked 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building the bridge. I love all fruit,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especially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mangoes.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unspecified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specification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especially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unspecified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unspecified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unspecified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fied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unspecified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fied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specification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specification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making; doing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specification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making; doing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specification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making; doing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596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596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9701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9701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4143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4143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58585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8585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3027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3027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7469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7469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1911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911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76353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6353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0795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795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85237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5237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9679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9679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941212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41212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especially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especially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electronic; online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especially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electronic; online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cial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especially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electronic; online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look; see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cial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'spec' = look; see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'spec'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-ific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-ify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species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specially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specialist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specialty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'spec' — 3-Day Teaching Deck</dc:title>
  <dc:subject>PptxGenJS Presentation</dc:subject>
  <dc:creator>Word Labs</dc:creator>
  <cp:lastModifiedBy>Word Labs</cp:lastModifiedBy>
  <cp:revision>1</cp:revision>
  <dcterms:created xsi:type="dcterms:W3CDTF">2026-07-07T10:22:38Z</dcterms:created>
  <dcterms:modified xsi:type="dcterms:W3CDTF">2026-07-07T10:22:38Z</dcterms:modified>
</cp:coreProperties>
</file>