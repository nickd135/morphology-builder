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'spec'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look, see, watch"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specere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'spec' — to look, see, watch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'spec' means 'to look, see, watch'.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'spec'.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'spec'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'spec'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'spec' means 'to look, see, watch'.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'spec'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'spec'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'spec' comes from a Latin word meaning to look or see.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spectator is a person who plays in a sports game.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'inspect' contains the root 'spec' meaning to look.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Something described as spectacular is impressive and amazing to see.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'pro' in 'prospect' means against or opposite.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'spec'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look, see, watch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specere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'spec'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-tacle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-ify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-tator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watches an event, like a sport or performance.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that someone might have done something wrong.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of something good that might happen in the future.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so impressive and exciting that it is wonderful to look at.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up to someone and treat them with care and admiration.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something very carefully and closely.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amazing or impressive sight that draws everyone's attention.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'spec'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'spec'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inspector came to inspect the school canteen to make sure all the food was safe to eat.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crowd of spectators cheered loudly as the athletes ran past during the school sports carnival.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fireworks display on New Year's Eve was truly spectacular, lighting up the entire night sky.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spectators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watched in awe as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inspector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 examined the ancient artefact.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1294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spectacular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view from the hilltop made every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spectator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gasp with delight.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or instrument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or instrument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or instrument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91196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87211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watches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watches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watches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'spec' = to look, see, watch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-tacle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-ify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-tator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spectacle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'spec' — 3-Day Teaching Deck</dc:title>
  <dc:subject>PptxGenJS Presentation</dc:subject>
  <dc:creator>Word Labs</dc:creator>
  <cp:lastModifiedBy>Word Labs</cp:lastModifiedBy>
  <cp:revision>1</cp:revision>
  <dcterms:created xsi:type="dcterms:W3CDTF">2026-03-25T03:47:09Z</dcterms:created>
  <dcterms:modified xsi:type="dcterms:W3CDTF">2026-03-25T03:47:09Z</dcterms:modified>
</cp:coreProperties>
</file>