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see, observe"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'spec' — to look, see, observe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'spec' means 'to look, see, observe'.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'spec' means 'to look, see, observe'.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'spec' comes from a Greek word meaning to speak.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'spectator' means someone who performs in a show.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'spec' comes from a Latin word meaning to look or see.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'spectacular' contains the root 'spec'.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inspector is someone who looks carefully at things to check them.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see, 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impressive or unusual sight that draws people's attention.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of something good happening in the future.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amazing and impressive to look at.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might be true, or a person thought to have done something wrong.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an event or game.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very carefully to check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up to someone and treat them well.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inspector came to our school to inspect the canteen and make sure the food was safe.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in the crowd was a spectator at the spectacular fireworks display last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show respect for our environment by picking up litter when we see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corner of the old building before it could be used.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 made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gasp, and we felt nothing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nature's beauty.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worthy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like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worthy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like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worthy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like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'spec' — 3-Day Teaching Deck</dc:title>
  <dc:subject>PptxGenJS Presentation</dc:subject>
  <dc:creator>Word Labs</dc:creator>
  <cp:lastModifiedBy>Word Labs</cp:lastModifiedBy>
  <cp:revision>1</cp:revision>
  <dcterms:created xsi:type="dcterms:W3CDTF">2026-04-09T22:38:02Z</dcterms:created>
  <dcterms:modified xsi:type="dcterms:W3CDTF">2026-04-09T22:38:02Z</dcterms:modified>
</cp:coreProperties>
</file>