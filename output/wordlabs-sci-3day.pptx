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know,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'sci' — to know,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'sci' means 'to know,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'sci' means 'to know,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'sci' comes from Latin and means 'to know'.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'conscious' means you are unaware of your surroundings.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scientist is someone who uses knowledge and experiments to study the world.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'omni' in 'omniscient' means 'all', so omniscient means knowing all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'sci' is originally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know,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sense or know what is going to happen before it does.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awake or aware of what is happening; having no knowledge of your surroundings.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and does experiments to learn about the world.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everything about everything — having unlimited knowledge.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feeling that tells you whether something is right or wrong.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natural world through observation and experiments.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awake and aware of what is happening around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carefully recorded her observations after each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a pang of conscience when he realised he had accidentally taken the wrong lunchbox.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barely conscious after staying up so late to finish her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followed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reported her results honestly.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barely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subconscious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mind held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needed.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know,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knowing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know,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knowing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know,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knowing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to know,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unconscious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prescient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subconscious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'sci' — 3-Day Teaching Deck</dc:title>
  <dc:subject>PptxGenJS Presentation</dc:subject>
  <dc:creator>Word Labs</dc:creator>
  <cp:lastModifiedBy>Word Labs</cp:lastModifiedBy>
  <cp:revision>1</cp:revision>
  <dcterms:created xsi:type="dcterms:W3CDTF">2026-03-25T03:48:39Z</dcterms:created>
  <dcterms:modified xsi:type="dcterms:W3CDTF">2026-03-25T03:48:39Z</dcterms:modified>
</cp:coreProperties>
</file>