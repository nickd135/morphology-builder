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'sci'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"know"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'sci' — know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'sci' means 'know'.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'sci'.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'sci'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'sci'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'sci' means 'know'.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'sci'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'sci'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'sciences' means 'a group of scientists having a meeting'.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'sci' means 'know'.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'science' means 'a subject about drawing and painting pictures'.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'science' means 'the study of the world through careful observation and experiments'.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'sciences' means 'more than one branch of science, or the subject science in general'.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'sci'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know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'sci'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08760" y="32644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1508760" y="32644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2487168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834640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834640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959352" y="32644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306824" y="32644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306824" y="32644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477256" y="32644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5888736" y="32644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888736" y="32644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branch of science, or the subject science in general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inner sense of right and wrong that guides behaviour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studies and carries out experiments in science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the world through careful observation and experiments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awake and aware of what is happening around you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'sci'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'sci'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science, we learned how plants make their own food.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secondary school, students choose which sciences to study in depth.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patient was conscious and talking after the operation.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followed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scientific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method to test their hypothesis. Some people follow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scientology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their religion.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scientific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scientific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scientific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scientific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tif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scientific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making; doing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tif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ology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slowly regained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fainting. The narrator in the story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omniscient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knows what every character is thinking.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Neuroscience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taught us a lot about how memories form.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neuroscience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scious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omniscient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all; every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neuroscience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nerve; nervous system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'sci' = know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'sci'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-ence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neuro-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-ous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omni-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sciences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conscious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scientist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conscience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'sci' — 3-Day Teaching Deck</dc:title>
  <dc:subject>PptxGenJS Presentation</dc:subject>
  <dc:creator>Word Labs</dc:creator>
  <cp:lastModifiedBy>Word Labs</cp:lastModifiedBy>
  <cp:revision>1</cp:revision>
  <dcterms:created xsi:type="dcterms:W3CDTF">2026-07-07T10:22:38Z</dcterms:created>
  <dcterms:modified xsi:type="dcterms:W3CDTF">2026-07-07T10:22:38Z</dcterms:modified>
</cp:coreProperties>
</file>