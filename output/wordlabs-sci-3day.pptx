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'sci'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know, knowledge"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scire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'sci' — to know, knowledge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'sci' means 'to know, knowledge'.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'sci'.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'sci'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'sci'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'sci' means 'to know, knowledge'.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'sci'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'sci'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An omniscient character in a story knows absolutely everything.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conscientious student tries hard to do their work carefully and correctly.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'sci' comes from a Latin word meaning 'to know'.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'science' has nothing to do with the root 'sci'.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'un' in 'unconscious' means 'again'.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'sci'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know, knowledge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scire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conscious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conscience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unconscious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prescient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omniscient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conscientious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'sci'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-ology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593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068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068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772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8887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8887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science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Trying very hard to do things carefully and correctly.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conscious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or sensing that something will happen before it actually does.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conscience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awake or not aware of what is happening around you.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unconscious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everything there is to know about everything.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prescient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inner feeling that tells you whether something is right or wrong.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omniscient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 the natural world through observation and experiments.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conscientious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awake and aware of what is happening around you.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'sci'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'sci'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carefully recorded her observations in a neat laboratory notebook.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felt a pang of conscience after fibbing to his best friend about what had happened.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omniscient narrator in our class novel knew every secret thought of every character.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she was so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conscientious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scientist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checked every result twice before writing her report.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conscientious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scientist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conscientious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conscientious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with,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conscientious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with,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tious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conscientious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with,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tious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quality, state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quality, state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tist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quality, state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tist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28315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/silent/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he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unconscious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 moment, 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conscience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reminded him — once awake — that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omniscient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author always reveals the truth.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unconscious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conscience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omniscient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unconscious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unconscious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with,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unconscious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with,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scious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unconscious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with,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scious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/us/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with,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quality, state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with,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quality, state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with,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quality, state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omniscient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omniscient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all, every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omniscient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all, every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omniscient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all, every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-ology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science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conscious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conscience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unconscious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prescient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omniscient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conscientious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scientist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'sci' — 3-Day Teaching Deck</dc:title>
  <dc:subject>PptxGenJS Presentation</dc:subject>
  <dc:creator>Word Labs</dc:creator>
  <cp:lastModifiedBy>Word Labs</cp:lastModifiedBy>
  <cp:revision>1</cp:revision>
  <dcterms:created xsi:type="dcterms:W3CDTF">2026-07-03T09:03:19Z</dcterms:created>
  <dcterms:modified xsi:type="dcterms:W3CDTF">2026-07-03T09:03:19Z</dcterms:modified>
</cp:coreProperties>
</file>