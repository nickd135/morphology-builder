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'sci' suit Years 3–7, so Day 3 has 1 dictation word instead of 3.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'scientist' really means 'a person who studies and carries out experiments in science'.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In science, we learned that sleep is a change in consciousness. Saying that dreams can predict the future is unscientific.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used a scientific method to test which paper plane flew furthest.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'sci'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"know"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'sci' suit Years 3–7, so Day 3 has 1 dictation word instead of 3.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'sci' — know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'sci' means 'know'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'sci'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'sci'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'sci'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'sci' means 'know'. You can find it in 'science'.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'conscious', 'con-' means 'with or together'.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'science', '-ence'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'sci' means 'know'.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'conscience' means 'an inner sense of right and wrong that guides behaviour'.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'scientist' means 'awake and aware of what is happening around you'.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'conscious' means 'awake and aware of what is happening around you'.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'science' means 'the study of the world through careful observation and experiments'.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'sci' means 'know'.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'conscience' means 'an inner sense of right and wrong that guides behaviour'.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'scientist' means 'awake and aware of what is happening around you'.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'conscious' means 'awake and aware of what is happening around you'.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'science' means 'the study of the world through careful observation and experiments'.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'sci'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'sci'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-ific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290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21608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21608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08406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studies and carries out experiments in science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study of the world through careful observation and experiments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awake and aware of what is happening around you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inner sense of right and wrong that guides behaviour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study of the world through careful observation and experiments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awake and aware of what is happening around you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inner sense of right and wrong that guides behaviour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studies and carries out experiments in science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'sci'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'sci'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science, we learned how plants make their own food.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was conscious and talking after the operation.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conscience told her to return the lost wallet.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science, we learned that sleep is a change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consciousness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Saying that dreams can predict the future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unscientific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unscientific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scious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scious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used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 to test which paper plane flew furthest.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'sci' = 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-ific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consciousness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unscientific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'sci'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