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'reject' has very few longer words built from it, so this deck practises adding the suffixes -ed, -ing, -ion and -s to the base (Years 3–4). Only 5 words with 'reject' suit Years 3–7, so there is no Day 3 dictation. Day 3 is the word matrix lesson only. Day 2 has 1 dictation word instead of 2. Day 1 shows 4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-s really means 'more than one, or someone does it now'.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Our fussy cat rejects any food that is not fish.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'reject'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"refuse"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'reject' has very few longer words built from it, so this deck practises adding the suffixes -ed, -ing, -ion and -s to the base (Years 3–4). Only 5 words with 'reject' suit Years 3–7, so there is no Day 3 dictation. Day 3 is the word matrix lesson only. Day 2 has 1 dictation word instead of 2. Day 1 shows 4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'reject' — refuse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'reject'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'reject' = refuse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to add the suffixes -ed, -ing, -ion and -s to the base 'reject' and spell the new words correctly.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each suffix tells us (for example, -ed means it has already happened).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find the base 'reject' inside each longer word.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'reject'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'reject'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'reject' = refuse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'reject' means 'refuse'. You can find it in 'rejected'.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'rejection', '-ion' means 'act or result of'.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'rejecting', '-ing' means 'happening now'.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'reject'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'reject' = refuse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'rejected', the suffix '-ed' tells us it has already happened.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'rejecting', the suffix '-ing'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'rejects', the suffix '-s' tells us more than one, or someone does it now.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'reject'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'reject' = refuse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'rejected', the suffix '-ed' tells us it has already happened.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'rejecting', the suffix '-ing'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'rejects', the suffix '-s' tells us more than one, or someone does it now.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'reject'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'reject'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'reject' = refuse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'reject'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refuse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reject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rejected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rejecting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rejection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'reject'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'reject'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'reject' = refuse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reject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314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8630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630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33741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463040" y="3374136"/>
            <a:ext cx="114300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463040" y="3374136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reject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642616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935224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935224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749040" y="3374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4160520" y="3374136"/>
            <a:ext cx="1700784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60520" y="3374136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rejected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'reject'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'reject'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'reject' = refuse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reject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refused to accept something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rejected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the act of refusing to accept something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rejecting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refuse to accept, believe, or agree to something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rejection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refusing to accept something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'reject'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'reject'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'reject' = refuse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reject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refuse to accept, believe, or agree to something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rejected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refused to accept something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rejecting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refusing to accept something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rejection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the act of refusing to accept something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'reject'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'reject'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'reject' = refuse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'reject'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committee decided to reject the unfair proposal.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vending machine rejected my bent coin.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editor is rejecting stories that don't follow the guidelines.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'reject'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'reject' = refuse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'reject'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'reject' = refuse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fussy cat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rejects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any food that is not fish.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rejects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'reject'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'reject' = refuse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rejects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'reject'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'reject' = refuse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rejects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reject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'reject'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'reject' = refuse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rejects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reject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jects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'reject'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'reject' = refuse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rejects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reject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jects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'reject'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'reject' = refuse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6314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6314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6314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'reject'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'reject' = refuse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reject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314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8630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630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8630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630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8630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630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86300" y="2734056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6300" y="27340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rejects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'reject' — Teaching Deck</dc:title>
  <dc:subject>PptxGenJS Presentation</dc:subject>
  <dc:creator>Word Labs</dc:creator>
  <cp:lastModifiedBy>Word Labs</cp:lastModifiedBy>
  <cp:revision>1</cp:revision>
  <dcterms:created xsi:type="dcterms:W3CDTF">2026-10-22T10:14:32Z</dcterms:created>
  <dcterms:modified xsi:type="dcterms:W3CDTF">2026-10-22T10:14:32Z</dcterms:modified>
</cp:coreProperties>
</file>