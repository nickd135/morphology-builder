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'reject'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"throw back, refuse to accept"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'reject' — throw back, refuse to accept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'reject' means 'throw back, refuse to accept'.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'reject'.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'reject'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'reject'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'reject' means 'throw back, refuse to accept'.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'reject'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'reject'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'reject' comes from Latin origins.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'rejection' means to warmly welcome someone.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'-ion' turns the verb 'reject'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'rejected' tells us the action happened in the past.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'reject' means 'again and 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'reject'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throw back, refuse to accept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self-rejection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'reject'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thing that has been turned away, or the act of turning things away.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in the process of saying no to or turning something away.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or someone has already been turned away or not accepted.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person does not accept or believe in themselves.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no to something or someone and not accept them.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turned away or refused.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self-rejection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or act of being told no or turned away.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'reject'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'reject'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judges had to reject three entries in the science competition because they did not follow the rules.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rejection can be really hard, but it often helps us learn and try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recycling machine rejected the plastic bottle because it was the wrong type.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felt the sting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they refused to stop trying after 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artwork, she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doubt, and proudly showed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class!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or refuse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'reject' = throw back, refuse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'reject'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self-rejection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non-rejection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'reject' — 3-Day Teaching Deck</dc:title>
  <dc:subject>PptxGenJS Presentation</dc:subject>
  <dc:creator>Word Labs</dc:creator>
  <cp:lastModifiedBy>Word Labs</cp:lastModifiedBy>
  <cp:revision>1</cp:revision>
  <dcterms:created xsi:type="dcterms:W3CDTF">2026-03-25T03:22:05Z</dcterms:created>
  <dcterms:modified xsi:type="dcterms:W3CDTF">2026-03-25T03:22:05Z</dcterms:modified>
</cp:coreProperties>
</file>