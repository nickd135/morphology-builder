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"throw back, refuse, push away"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'reject' — throw back, refuse, push away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'reject' means 'throw back, refuse, push away'.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'reject' means 'throw back, refuse, push away'.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'Rejection' contains the root 'reject'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'reject' comes from a Latin word meaning to throw back.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'reject' makes it a 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'reject' can never be used as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'reject' means back or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throw back, refuse, push away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non-rejection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or people that have been turned away because they were not good enough.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saying no to something or refusing to accept it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or act of being left out or not accepted by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not turned away and is instead accepted.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no to something or push it away, like when you don't pick someone for a team.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refused or turned down.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non-rejection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has already been turned away or not chosen.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judges had to reject three entries in the art competition because they did not follow the rules.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sad after her story idea was rejected by the school magazine.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can be hard to deal with, but it helps us grow and try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felt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deeply, but they refused to stop trying after 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faulty samples,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carefully recorded, making the process feel like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pile was forming.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refuse, push away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non-rejection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self-rejection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'reject' — 3-Day Teaching Deck</dc:title>
  <dc:subject>PptxGenJS Presentation</dc:subject>
  <dc:creator>Word Labs</dc:creator>
  <cp:lastModifiedBy>Word Labs</cp:lastModifiedBy>
  <cp:revision>1</cp:revision>
  <dcterms:created xsi:type="dcterms:W3CDTF">2026-04-09T22:10:11Z</dcterms:created>
  <dcterms:modified xsi:type="dcterms:W3CDTF">2026-04-09T22:10:11Z</dcterms:modified>
</cp:coreProperties>
</file>