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"refuse"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'reject' — refuse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'reject' means 'refuse'.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'reject' means 'refuse'.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'reject' means 'refuse'.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'reject' means 'to happily accept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'reject' means 'to refuse to accept, believe, or agree to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41985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1985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59028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00176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0176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refuse to accept, believe, or agree to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committee decided to reject the unfair proposal.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automatically rejects any coin that is the wrong size.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rejected his loan application.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automatically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coin that is the wrong size. The bank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loan application.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editor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stories that don't follow the guidelines. Getting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letter from the college upset her at first. The judges said the design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due to its poor safety features.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refuse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'reject'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