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'moved' really means 'changed position or location (past tense of move)'.
'lived' really means 'had your home somewhere, or existed, at a time in the past'.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multicoloured parrots were reintroduced to the island by park rangers.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When our underdeveloped seedlings finally flowered, my overexcited sister cheered. Mum said she overreacted, but I was just as happy!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'-ed'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"past tense"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'-ed' — past tense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'-ed' means 'past tense'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'-ed'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'-ed'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'-ed'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'-ed' means 'past tense'. In 'used', it is added to 'use'.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'used', the base is 'use' (do something with).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'reintroduced', 're-' means 'again'.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'-ed' means 'past tense'.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'used' means 'employed something for a purpose, in the past'.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'moved' means 'made full of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'liked' means 'enjoyed or felt fond of something in the past'.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'lived' means 'made or shaped into a particular 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'-ed' means 'past tense'.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'used' means 'employed something for a purpose, in the past'.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'moved' means 'made full of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'liked' means 'enjoyed or felt fond of something in the past'.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'lived' means 'made or shaped into a particular 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'-ed'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 tense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'-ed'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375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74904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looked after someone or worried about something (past tense)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wished for something good to happen, in the past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had your home somewhere, or existed, at a time in the past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put a question to someone in the past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employed something for a purpose, in the past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changed position or location (past tense of move)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enjoyed or felt fond of something in the past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employed something for a purpose, in the past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put a question to someone in the past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looked after someone or worried about something (past tense)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wished for something good to happen, in the past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enjoyed or felt fond of something in the past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had your home somewhere, or existed, at a time in the past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changed position or location (past tense of move)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'-ed'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'-ed'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used her umbrella when the rain started.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cared for her little brother while their mum was at work.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hoped the rain would stop before the match started.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multicoloured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parrots were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reintroduced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island by park rangers.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in; present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in; present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in; present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multicoloured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of light; to add colour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underdeveloped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seedlings finally flowered, my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overexcited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sister cheered. Mum said she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overreacted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I was just as happy!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overexcited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overexcited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overexcited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interested or happy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overexcited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interested or happy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overexcited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interested or happy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little; less than needed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or improve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little; less than needed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or improve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little; less than needed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or improve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'-ed' = past tense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excited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overused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underused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reintroduced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94576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94576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overexcited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'-ed'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