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tense; having been done"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-ed, -od, -ad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'-ed' — past tense; having been done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'-ed' means 'past tense; having been done'.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'-ed' means 'past tense; having been done'.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'jumped', the root is the part before the suffix '-ed'.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'rescued'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'-ed' can show that an action happened in the past.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'-ed' always sounds like /ed/ at the end of a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You can add the prefix 're-' to make words like 'replayed' and 'restarted'.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'-ed' can be added to verbs to change their tense.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'-ed' comes from Latin.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past tense; having been done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-ed, -od, -ad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unfolded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climb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Opened something out that had been folded up.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Pushed off the ground and went up into the air.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what you thought would happen before it did.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unfolded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or learned about something for the first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up or unsure about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something that was broken or damaged.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someone from danger or a difficult situation.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jumped over the puddles on the way to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repaired her bicycle tyre before the big race on Saturday.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explorer discovered a hidden cave behind the waterfall.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reusable bag that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stuffed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colourful scarves.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apart;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cover or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pack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pack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pack tightly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stuffed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replanted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seeds they had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rescued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carefully watered each 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out;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describes a feeling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out;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describes a feeling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out;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rouse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tense; describes a feeling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/id/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the ground to grow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the ground to grow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 the ground to grow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/id/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save from danger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save from danger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save from danger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'-ed' = past tense; having been done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walk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climb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rescued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unfolded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repaired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decorated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'-ed' — 3-Day Teaching Deck</dc:title>
  <dc:subject>PptxGenJS Presentation</dc:subject>
  <dc:creator>Word Labs</dc:creator>
  <cp:lastModifiedBy>Word Labs</cp:lastModifiedBy>
  <cp:revision>1</cp:revision>
  <dcterms:created xsi:type="dcterms:W3CDTF">2026-03-26T07:42:34Z</dcterms:created>
  <dcterms:modified xsi:type="dcterms:W3CDTF">2026-03-26T07:42:34Z</dcterms:modified>
</cp:coreProperties>
</file>