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tense; already happened"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-ed, -od, -ad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'-ed' — past tense; already happened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'-ed' means 'past tense; already happened'.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'-ed' means 'past tense; already happened'.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'discovered', the root is the part before the suffix '-ed'.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'wandered'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'-ed' comes from Old English.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'-ed' is only ever used as an adjective and never shows past tense.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'-ed' to a word always means you just add the letters e and d without any spelling changes.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'jumped' contains the suffix '-ed'.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'-ed' can show that an action happened in the past.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past tense; already happened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-ed, -od, -ad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frightened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exhausted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walk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something fun and special to mark a happy occasion.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something for the first time or learned something new.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extremely tired after a lot of effort.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Gathered a group of things together in one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scared or afraid because of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frightened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Brought a thought or memory back into your mind.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exhausted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around slowly without a clear direction.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discovered a hidden cave behind the waterfall.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hike, the students felt completely exhausted.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collected colourful shells from the beach and arranged them on her shelf.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discovered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new plant and carefully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samples from the forest.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gather or choose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gather or choose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gather or choose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frightened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rabbit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wandered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the garden, but 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remembered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safe path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feeling of fear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feeling of fear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sudden feeling of fear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walk without a clear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walk without a clear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walk without a clear direction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part of; to hold in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part of; to hold in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member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part of; to hold in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already happened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wandered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frightened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exhausted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'-ed' — 3-Day Teaching Deck</dc:title>
  <dc:subject>PptxGenJS Presentation</dc:subject>
  <dc:creator>Word Labs</dc:creator>
  <cp:lastModifiedBy>Word Labs</cp:lastModifiedBy>
  <cp:revision>1</cp:revision>
  <dcterms:created xsi:type="dcterms:W3CDTF">2026-04-10T01:08:11Z</dcterms:created>
  <dcterms:modified xsi:type="dcterms:W3CDTF">2026-04-10T01:08:11Z</dcterms:modified>
</cp:coreProperties>
</file>