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"past tense"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'-ed' — past tense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'-ed' means 'past tense'.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'-ed'.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'-ed'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'-ed'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'-ed' means 'past tense'.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'seed', the root is the part before the suffix '-ed'.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'used'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'used' means 'employed something for a purpose, in the past'.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'seed' means 'the small part of a plant that can grow into a new plant'.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'used' means 'hidden away completely'.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'seed' means 'a loud sound made by an animal'.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'ed' means 'past tense'.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'-ed'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past tense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'-ed'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'-ed'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83133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17880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17880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07492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48640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8640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question to someone in the past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 part of a plant that can grow into a new plant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wished for something good to happen, in the past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something, or performed a role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or came to a close (past tense)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after someone or worried about something (past tense)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employed something for a purpose, in the past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'-ed'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'-ed'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planted a seed in the garden.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her umbrella when the rain started.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acted bravely when he helped the lost child find her parents.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loud thunder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awakened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whole family in the middle of the night. The judges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evaluated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entry carefully.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sleeping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sleeping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sleeping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improvement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evidenced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his higher test scores. Her comic strip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syndicated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newspapers around the world. She proudly displayed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autographed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football on her shelf.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syndicated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denced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denced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syndicated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syndicated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syndicated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syndicated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'-ed'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'-ed'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seed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used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acted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cared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ended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'-ed'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