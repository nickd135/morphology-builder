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'apply'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or place onto"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applicare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'apply' — to put or place onto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'apply' means 'to put or place onto'.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'apply'.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'apply'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'apply'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'apply' means 'to put or place onto'.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'apply'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'apply'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'apply' comes from the Latin word 'applicare'.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'reapply' means to apply something for the very first time.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'applicant' is a person who is applying for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'-ation' can be added to 'apply' to make the word 'application'.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'applicable' means something cannot be used in a situation.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'apply'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or place onto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applicare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'apply'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on again, like reapplying sunscreen after swimming.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putting something onto something else or making a request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request for something, like an application to join a school club.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been put into use or placed on a surface.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able to be used or is relevant to a situation.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onto a surface or to ask for something formally, like applying for a job.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used or put into action, like a rule that applies to everyone.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'apply'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'apply'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reapply your sunscreen after lunch so you don't get sunburnt on the oval.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that this rule applies to every student in the school, not just our class.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filled out her application carefully before sending it to the art competition organisers.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reapply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sunscreen carefully, because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cover your whole face.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reapplying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grant, but she wondered if the rules were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applicable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her project.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or place onto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'apply' = to put or place onto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'apply'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reapply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'apply' — 3-Day Teaching Deck</dc:title>
  <dc:subject>PptxGenJS Presentation</dc:subject>
  <dc:creator>Word Labs</dc:creator>
  <cp:lastModifiedBy>Word Labs</cp:lastModifiedBy>
  <cp:revision>1</cp:revision>
  <dcterms:created xsi:type="dcterms:W3CDTF">2026-03-25T03:03:56Z</dcterms:created>
  <dcterms:modified xsi:type="dcterms:W3CDTF">2026-03-25T03:03:56Z</dcterms:modified>
</cp:coreProperties>
</file>