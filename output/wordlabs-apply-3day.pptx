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'apply' has very few longer words built from it, so this deck practises adding the suffixes -ing, -ance, -s, -ed and -es to the base (Years 3–4). Only 7 words with 'apply' suit Years 3–7, so there is no Day 3 dictation. Day 3 is the word matrix lesson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Mia applied for a place in the choir. The same rule applies to every student who wants to join.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'apply'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"put to use"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'apply' has very few longer words built from it, so this deck practises adding the suffixes -ing, -ance, -s, -ed and -es to the base (Years 3–4). Only 7 words with 'apply' suit Years 3–7, so there is no Day 3 dictation. Day 3 is the word matrix lesson only.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'apply' — put to use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-ing, -ance, -s, -ed and -es to the base 'apply'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the spelling rule (change y to i) when I add a suffix.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'apply'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'apply' means 'put to use'. You can find it in 'reapply'.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'reapply',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'appliance', '-ance' means 'state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'applying', the suffix '-ing' tells us it is happening.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'appliances', the suffix '-s'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'applied', the suffix '-ed' tells us it has already happened.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'applies', the suffix '-es'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'applying', the suffix '-ing' tells us it is happening.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'appliances', the suffix '-s'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'applied', the suffix '-ed' tells us it has already happened.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'applies', the suffix '-es'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'apply'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 to use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reapply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appliance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appliances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'apply'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463040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463040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50545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798064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798064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-ance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84048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13308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13308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94690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358384" y="3374136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58384" y="337413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appliances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365760" y="38313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-ance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devices or machines used in the home, more than 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reapply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making a formal request, or putting something into use, right now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make a formal request, or put something into use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apply again, such as for a job or putting something on again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appliances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device or machine used in the home for a particular task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make a formal request, or put something into use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reapply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apply again, such as for a job or putting something on again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making a formal request, or putting something into use, right now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device or machine used in the home for a particular task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appliances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devices or machines used in the home, more than one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'apply'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'apply'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apply for a library card at the front desk.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need to reapply sunscreen after swimming in the sea.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applying for three different scholarships this year.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place in the choir. The same rule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applies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every student who wants to join.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to use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to use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plied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to use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plied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to use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to use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plies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to use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plies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'apply' = put to 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applied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'apply'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