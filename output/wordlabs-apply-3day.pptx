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'apply'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put or place onto"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applicare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'apply' — to put or place onto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to put or place onto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'apply' means 'to put or place onto'.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'apply'.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'apply'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'apply'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to put or place onto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'apply' means 'to put or place onto'.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'apply'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'apply'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to put or place onto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'Misapply' means to apply something very carefully and correctly.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'apply' comes from ancient Greek.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suffix '-ication' can be added to 'apply' to make 'application'.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'reapply' means to apply something again.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An 'applicant' is a person who applies for something.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'apply'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to put or place onto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put or place onto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applicare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reapply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application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applicable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applicant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'apply'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to put or place onto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-ication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6752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7900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7900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to put or place onto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formal request, like a form you fill in to join a club or get a job.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apply again, like putting on more sunscreen after swimming.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is relevant or can be used in a particular situation.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reapply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 of putting something on or sending in a request right now.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application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has asked or applied for something, like a place at a school.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applicable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something on a surface or to make a request for something, like applying for a job.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applicant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has been put to use, like applied science means science used to solve real problems.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'apply'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to put or place onto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'apply'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to reapply your sunscreen after you get out of the pool, or you might get sunburnt.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asked the students to submit their application for the school leadership programme by Friday.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need to check whether the same rules are applicable to all students in the competition.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to put or place onto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to put or place onto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had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reapply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her paint carefully, making sure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covered every part of the wall.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reapply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application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to put or place onto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reapply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to put or place onto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reapply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or place onto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to put or place onto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reapply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or place onto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to put or place onto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reapply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or place onto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to put or place onto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application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to put or place onto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application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or place onto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'y' changes to 'ic' before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to put or place onto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application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or place onto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'y' changes to 'ic' before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to put or place onto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application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or place onto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'y' changes to 'ic' before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4855464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6307531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to put or place onto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to put or place onto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misapplied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formula, so his findings were not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applicable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applicant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had to redo the experiment.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misapplied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applicable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applicant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to put or place onto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misapplied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to put or place onto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misapplied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 or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or place onto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'y' changes to 'i' before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to put or place onto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misapplied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 or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or place onto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'y' changes to 'i' before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plied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to put or place onto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misapplied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 or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or place onto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'y' changes to 'i' before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plied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to put or place onto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applicable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to put or place onto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applicable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or place onto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'y' changes to 'ic' before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to put or place onto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applicable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or place onto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'y' changes to 'ic' before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to put or place onto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applicable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or place onto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'y' changes to 'ic' before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52547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to put or place onto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applicant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to put or place onto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applicant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or place onto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'y' changes to 'ic' before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to put or place onto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applicant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or place onto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'y' changes to 'ic' before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cant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to put or place onto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applicant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or place onto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'y' changes to 'ic' before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cant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2547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to put or place onto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to put or place onto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-ication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reapply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application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applicable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applicant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misapply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'apply' — 3-Day Teaching Deck</dc:title>
  <dc:subject>PptxGenJS Presentation</dc:subject>
  <dc:creator>Word Labs</dc:creator>
  <cp:lastModifiedBy>Word Labs</cp:lastModifiedBy>
  <cp:revision>1</cp:revision>
  <dcterms:created xsi:type="dcterms:W3CDTF">2026-04-09T21:52:08Z</dcterms:created>
  <dcterms:modified xsi:type="dcterms:W3CDTF">2026-04-09T21:52:08Z</dcterms:modified>
</cp:coreProperties>
</file>