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'apply'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"put to use"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'apply' — put to use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'apply' means 'put to use'.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'apply'.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'apply'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'apply'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'apply' means 'put to use'.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'apply'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'apply'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'apply' means 'put to use'.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'applied' means 'removed something completely from a surface'.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'apply' means 'to remove something completely'.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'applied' means 'put into practical use, or asked formally for a job'.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'apply' means 'to make a formal request, or put something into use'.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'apply'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 to use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'apply'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834640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834640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599432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599432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986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18134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8134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 practical use, or asked formally for a job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again, such as for a job or putting something on again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formal request, or put something into use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into practical use, or asks formally, in the present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'apply'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'apply'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to apply for a library card at the front desk.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applied for the job at the local library.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rule applies to everyone in the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applying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three different scholarships this year. Try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misapply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formula when solving the sum.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misapplied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rule and lost marks in the test. The washing machine is a useful kitchen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appliance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kitchen was full of modern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appliances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like fridges and toasters.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misapplied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put to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'apply' — 3-Day Teaching Deck</dc:title>
  <dc:subject>PptxGenJS Presentation</dc:subject>
  <dc:creator>Word Labs</dc:creator>
  <cp:lastModifiedBy>Word Labs</cp:lastModifiedBy>
  <cp:revision>1</cp:revision>
  <dcterms:created xsi:type="dcterms:W3CDTF">2026-07-07T10:21:39Z</dcterms:created>
  <dcterms:modified xsi:type="dcterms:W3CDTF">2026-07-07T10:21:39Z</dcterms:modified>
</cp:coreProperties>
</file>