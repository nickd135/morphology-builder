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go, yield, or give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'cede' — to go, yield, or give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'cede' means 'to go, yield, or give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'cede' means 'to go, yield, or give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When a country secedes, it breaks away from a larger group.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'cede' is originally from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'cede' comes from a Latin word meaning to go or yield.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'precede' means to come after something in order.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're' in 'recede' means back, so recede means to go back.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go, yield, or give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cedere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Admitted defeat or gave up something willingly.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admit that something is true, or to give something up.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Gradually moving back or becoming smaller.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before something else in time or position.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before something or someone in time or order.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formally break away from a group or country.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back or become smaller and further away.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race, the runner who takes the lead will precede all the others across the finish line.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heavy rain, the floodwaters slowly began to recede and the streets were safe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captain had to concede that the other side had played a brilliant game.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floodwaters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morning, but our team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damage is serious.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vote, the leader said he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however, the decision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precede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talks meant they had to reconsider.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go, yield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'cede' = to go, yield, or give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secede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receding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conceded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precedes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'cede' — 3-Day Teaching Deck</dc:title>
  <dc:subject>PptxGenJS Presentation</dc:subject>
  <dc:creator>Word Labs</dc:creator>
  <cp:lastModifiedBy>Word Labs</cp:lastModifiedBy>
  <cp:revision>1</cp:revision>
  <dcterms:created xsi:type="dcterms:W3CDTF">2026-04-10T00:30:38Z</dcterms:created>
  <dcterms:modified xsi:type="dcterms:W3CDTF">2026-04-10T00:30:38Z</dcterms:modified>
</cp:coreProperties>
</file>