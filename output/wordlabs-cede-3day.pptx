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'cede'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go, yield, or give 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cedere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'cede' — to go, yield, or give 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'cede' means 'to go, yield, or give 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'cede'.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'cede'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'cede'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'cede' means 'to go, yield, or give 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'cede'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'cede'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'cede' comes from a Latin word meaning to go or yield.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'precede' means to come after something else.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 the word 'concede', the prefix 'con' means together or with.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'recede' contains the root 'cede' meaning to go or yield.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'cede'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'cede'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go, yield, or give 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cedere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accede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'cede'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Admitted defeat or gave something up unwillingly.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agree to a request or to take on a position of power.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before something else that happened later.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accede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back or become smaller and further away.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before something else in time or order.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admit that something is true or to give something up, often after a fight or argument.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formally break away from a group or country.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'cede'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'cede'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dark storm clouds began to recede as the afternoon sunshine broke through.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debate, it is important to concede a point when the other side has strong evidence.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will always precede Tuesday, no matter what week it is.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floodwaters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recede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town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concede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extra help was needed?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concede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defeat, and the region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secede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history will show that brave soldiers did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precede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into battle.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accede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'cede' — 3-Day Teaching Deck</dc:title>
  <dc:subject>PptxGenJS Presentation</dc:subject>
  <dc:creator>Word Labs</dc:creator>
  <cp:lastModifiedBy>Word Labs</cp:lastModifiedBy>
  <cp:revision>1</cp:revision>
  <dcterms:created xsi:type="dcterms:W3CDTF">2026-03-25T03:55:58Z</dcterms:created>
  <dcterms:modified xsi:type="dcterms:W3CDTF">2026-03-25T03:55:58Z</dcterms:modified>
</cp:coreProperties>
</file>