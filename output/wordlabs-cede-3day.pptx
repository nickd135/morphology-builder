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"go; yield"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'cede' — go; yield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'cede' means 'go; yield'.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'cede' means 'go; yield'.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'concede' means 'to build something new from scratch'.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'cede' means 'go; yield'.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'concede' means 'to admit that something is true, or to give up in a competition'.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'recede' means 'to grow rapidly larger'.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'recede' means 'to move back or away gradually'.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go; yield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admit that something is true, or to give up in a competition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example or decision used as a guide for later ones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before something else in time or order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back or away gradually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floodwater began to recede after the rain stopped.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chess champion had to concede the game after a clever move.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 crash preceded the sudden silence in the hall.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paragraph before answering the question. The nurse explained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procedure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check-up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always takes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speed in the workshop. The fire drill followed a strict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checklist. The school has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procedures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what to do in an emergency.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go; yield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'cede'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