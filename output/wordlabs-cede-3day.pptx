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'cede'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'concede' really means 'to admit that something is true, or to give up in a competition'.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 waited for the tide to recede before exploring the rock pools.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'cede'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"go; yield"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'cede'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'cede' — go; yield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'cede' = go; yield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'cede' means 'go; yield'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'cede'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'cede'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'cede'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'cede' = go; yield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'cede' means 'go; yield'. You can find it in 'concede'.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'concede', 'con-' means 'with or together'.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'procedure', '-ure' means 'result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'cede' = go; yield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'cede' means 'go; yield'.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'preceded' means 'came before something else in time or order'.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'concede' means 'a series of steps followed in a particular order to do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'procedure' means 'a series of steps followed in a particular order to do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'cede' = go; yield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'cede' means 'go; yield'.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'preceded' means 'came before something else in time or order'.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'concede' means 'a series of steps followed in a particular order to do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'procedure' means 'a series of steps followed in a particular order to do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'cede'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'cede' = go; yield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'cede'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go; yield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preceded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procedure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'cede'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'cede' = go; yield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cede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463040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463040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36829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660904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660904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cede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56616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858768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858768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67258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5084064" y="3374136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84064" y="33741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preceded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65760" y="38313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'cede'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'cede' = go; yield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series of steps followed in a particular order to do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preceded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admit that something is true, or to give up in a competition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procedure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came before something else in time or order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'cede'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'cede' = go; yield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admit that something is true, or to give up in a competition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preceded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came before something else in time or order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procedure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series of steps followed in a particular order to do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'cede'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'cede' = go; yield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'cede'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chess champion had to concede the game after a clever move.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loud crash preceded the sudden silence in the hall.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nurse explained the procedure before the check-up began.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'cede' = go; yield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'cede' = go; yield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waited for the tide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recede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exploring the rock pools.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'cede' = go; yield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recede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'cede' = go; yield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recede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'cede' = go; yield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recede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cede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'cede' = go; yield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recede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cede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e_e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'cede' = go; yield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'cede'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'cede' = go; yield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cede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'cede'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