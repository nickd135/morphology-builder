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'prevent'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"stop something from happening"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praevenire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'prevent' — stop something from happening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'prevent' means 'stop something from happening'.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'prevent'.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'prevent'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'prevent'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'prevent' means 'stop something from happening'.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'prevent'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'prevent'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'prevent'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'preventable' means something that cannot be stopped.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'un-' to 'preventable' creates a word meaning not able to be stopped.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Prevention is a noun formed by adding the suffix '-ion' to 'prevent'.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'prevent' means to cause something to happen.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'prevent'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something from happening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praevenire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'prevent'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helps stop a problem before it occurs.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could have been stopped from happening.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something from happening before it starts.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stopped from happening.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stops something from happening.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stopped before it happens.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stopping something bad from happening.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'prevent'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'prevent'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 your hands regularly is one of the best ways to prevent the spread of illness.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prevention is better than cure, so we should eat well and exercise.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 helmet when riding your bike is a preventable way to keep yourself safe from injury.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hygiene is the best form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always wash your hands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getting sick.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put up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fences to stop flooding; this type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shows that many disasters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'prevent' = stop something from happening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'prevent'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preventably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unpreventable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'prevent' — 3-Day Teaching Deck</dc:title>
  <dc:subject>PptxGenJS Presentation</dc:subject>
  <dc:creator>Word Labs</dc:creator>
  <cp:lastModifiedBy>Word Labs</cp:lastModifiedBy>
  <cp:revision>1</cp:revision>
  <dcterms:created xsi:type="dcterms:W3CDTF">2026-03-25T03:20:13Z</dcterms:created>
  <dcterms:modified xsi:type="dcterms:W3CDTF">2026-03-25T03:20:13Z</dcterms:modified>
</cp:coreProperties>
</file>