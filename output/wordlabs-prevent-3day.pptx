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'prevent'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"stop from happening"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'prevent' — stop from happening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'prevent' means 'stop from happening'.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'prevent'.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'prevent'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'prevent'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'prevent' means 'stop from happening'.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'prevent'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'prevent'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'prevent' means 'stop from happening'.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'prevents' means 'paints something brightly'.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'prevents' means 'stops something from happening'.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'prevent' means 'to stop something from happening'.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'prevent' means 'to invite someone to a party'.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'prevent'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 from happening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'prevent'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508760" y="46360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508760" y="46360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21868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56616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35661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736592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5148072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48072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 something from happening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something from happening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something from happening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'prevent'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'prevent'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Wearing a helmet can prevent a serious head injury.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Sunscreen prevents your skin from burning in the sun.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thinking prevented the accident from happening.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fence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preventing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dog from escaping the yard. Fire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prevention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important in dry bushland areas.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from happening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from happening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from happening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from happening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from happening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from happening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 say that many accidents at home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preventable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Regular check-ups are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preventive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measure against illness. The council acted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preventively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clearing bushland before the fire season.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from happening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from happening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from happening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from happening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from happening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from happening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from happening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from happening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from happening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'prevent' — 3-Day Teaching Deck</dc:title>
  <dc:subject>PptxGenJS Presentation</dc:subject>
  <dc:creator>Word Labs</dc:creator>
  <cp:lastModifiedBy>Word Labs</cp:lastModifiedBy>
  <cp:revision>1</cp:revision>
  <dcterms:created xsi:type="dcterms:W3CDTF">2026-07-07T10:24:23Z</dcterms:created>
  <dcterms:modified xsi:type="dcterms:W3CDTF">2026-07-07T10:24:23Z</dcterms:modified>
</cp:coreProperties>
</file>