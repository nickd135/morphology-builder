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'prevent' has very few longer words built from it, so this deck practises adding the suffixes -s, -ing, -ion, -able and -ed to the base (Years 3–4). Only 6 words with 'prevent'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heavy rain prevented us from playing sport outside.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'prevent'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from happening"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'prevent' has very few longer words built from it, so this deck practises adding the suffixes -s, -ing, -ion, -able and -ed to the base (Years 3–4). Only 6 words with 'prevent'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'prevent' — stop from happening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-ing, -ion, -able and -ed to the base 'prevent'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'prevent'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'prevent'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'prevent' means 'stop from happening'. You can find it in 'prevents'.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'prevention', '-ion' means 'act or result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'preventable',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'prevents',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'preventing',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'prevented',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'prevents',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'preventing',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'prevented',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'prevent'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from happening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'prevent'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7977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7238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7238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9768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stopping something from happening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 stopped from happening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stops something from happening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stop something from happening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stopping something from happening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stop something from happening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stops something from happening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stopping something from happening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stopping something from happening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be stopped from happening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'prevent'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'prevent'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a helmet can prevent a serious head injury.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 prevents your skin from burning in the sun.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fence is preventing the dog from escaping the yard.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rain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prevented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 from playing sport outside.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from happening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from happening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from happening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'prevent'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'prevent' = stop from happening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'prevent'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