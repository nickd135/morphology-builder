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'prevent'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"stop something from happening"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praevenire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'prevent' — stop something from happening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'prevent' means 'stop something from happening'.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'prevent'.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'prevent'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'prevent'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'prevent' means 'stop something from happening'.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'prevent'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'prevent'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'prevent' comes from Latin and means to stop something before it happens.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'-able' to 'prevent' makes the word 'preventable'.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'prevent' means to encourage something to happen.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can be added to 'preventable' to mean 'not able to be prevented'.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'prevention' has no suffix attached to the root 'prevent'.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'prevent'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something from happening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praevenire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'prevent'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stopped before it happens.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stopped from happening in the past.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something from happening before it starts.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stopping something from happening.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avoided or stopped from occurring.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designed to stop a problem before it occurs.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stopping something bad from happening.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'prevent'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'prevent'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 helmet can prevent serious head injuries when you ride your bike.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that prevention is better than cure, so we should wash our hands regularly.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took preventive action by clearing dry leaves away from the houses.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hygiene is a key part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washing your hands regularly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behaviour.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some accidents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unpreventable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ones can be avoided; wearing safety gear is a smart,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'prevent' — 3-Day Teaching Deck</dc:title>
  <dc:subject>PptxGenJS Presentation</dc:subject>
  <dc:creator>Word Labs</dc:creator>
  <cp:lastModifiedBy>Word Labs</cp:lastModifiedBy>
  <cp:revision>1</cp:revision>
  <dcterms:created xsi:type="dcterms:W3CDTF">2026-04-09T22:08:10Z</dcterms:created>
  <dcterms:modified xsi:type="dcterms:W3CDTF">2026-04-09T22:08:10Z</dcterms:modified>
</cp:coreProperties>
</file>