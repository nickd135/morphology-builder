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'happy'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"feeling or showing pleasure"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felix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'happy' — feeling or showing pleasure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'happy' means 'feeling or showing pleasure'.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'happy'.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'happy'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'happy'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'happy' means 'feeling or showing pleasure'.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'happy'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'happy'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'unhappy' uses the prefix 'un-' to mean 'not happy'.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'-ly' in 'happily' changes the word into a noun.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'happily' is an adverb that describes how something is done.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'Happiness' is formed by adding the suffix '-ness' to the base word 'happy'.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'happiest' means less happy than all others.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'happy'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feeling or showing pleasure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felix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'happy'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-go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happy than someone or something else.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very happy and content.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happy of all.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happy, cheerful 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good and full of joy.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sad or not content.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feeling happy; sad or upset.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'happy'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'happy'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the happiest person in the whole school when she found out she had won the award.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puppy wagged its tail happily as the children played with it in the backyard.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unhappiness was clear to see after he missed out on the school excursion.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smiled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happily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felt true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happiness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her best friend arrived at the party.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'-ly'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'-ly'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'-ly'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'-ness'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'-ness'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'-ness'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unhappiness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she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unhappily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but tried her best to make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happiest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choice she could.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'-ness'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'-ness'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'-ness'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'-ly'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'-ly'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'-ly'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'-est'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'-est'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pleasure or joy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'-est'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or showing pleasure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-go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'happy' — 3-Day Teaching Deck</dc:title>
  <dc:subject>PptxGenJS Presentation</dc:subject>
  <dc:creator>Word Labs</dc:creator>
  <cp:lastModifiedBy>Word Labs</cp:lastModifiedBy>
  <cp:revision>1</cp:revision>
  <dcterms:created xsi:type="dcterms:W3CDTF">2026-03-25T03:37:31Z</dcterms:created>
  <dcterms:modified xsi:type="dcterms:W3CDTF">2026-03-25T03:37:31Z</dcterms:modified>
</cp:coreProperties>
</file>