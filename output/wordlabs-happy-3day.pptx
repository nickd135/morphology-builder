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'happy'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'happy' really means 'feeling joy; pleased'.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kitten looked unhappy when it got caught in the 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'happy'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"feeling joy; pleased"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'happy'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'happy' — feeling joy; pleased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'happy' means 'feeling joy; pleased'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'happy'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'happy'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'happy'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'happy' means 'feeling joy; pleased'. You can find it in 'happier'.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'unhappy',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'happier', '-er' means 'more'.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'happy' means 'feeling joy; pleased'.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'happier' means 'feeling more joy or pleasure than before'.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'happiness' means 'the feeling of being happy or joyful'.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'happily' means 'in a happy or cheerful way'.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'happy'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'happy' means 'feeling joy; pleased'.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'happier' means 'feeling more joy or pleasure than before'.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'happiness' means 'the feeling of being happy or joyful'.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'happily' means 'in a happy or cheerful way'.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'happy'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'happy'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feeling joy; pleased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'happy'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0545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9806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9806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023360" y="2971800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297180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feeling of being happy or joyful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feeling or showing pleasure and contentment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feeling more joy or pleasure than before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in a happy or cheerful way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feeling or showing pleasure and contentment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feeling more joy or pleasure than before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 happy or cheerful 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feeling of being happy or joyful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'happy'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'happy'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felt happy when my best friend came to visit.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felt happier after hearing the good news.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happily skipped down the path after winning the race.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kitten looked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unhappy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it got caught in the rain.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joy; pleased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joy; pleased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joy; pleased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'happy'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'happy' = feeling joy; pleased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unhappily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unhappiness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'happy'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