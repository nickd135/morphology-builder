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'happy'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"feeling pleased or joyful"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felix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'happy' — feeling pleased or joyful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'happy' means 'feeling pleased or joyful'.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'happy'.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'happy'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'happy'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'happy' means 'feeling pleased or joyful'.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'happy'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'happy'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'un-' added to 'happy' makes a word meaning 'not happy'.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'happily' contains no suffixes.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'happiest' means less happy than everyone else.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'unhappiness' contains both a prefix and a suffix.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'happy' describes a feeling of joy or pleasure.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'happy'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feeling pleased or joyful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felix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'happy'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pleased or joyful than someone or something else.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joyful and content.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joyful or pleased out of everyone.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cheerful and pleased 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good, joyful, and pleased about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sad or displeased way.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sad or not pleased about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'happy'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'happy'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played happily at the park all afternoon.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unhappiness was clear when she heard the bad news.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the puppies, that fluffy one seemed to be the happiest.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smiled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happily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she found out she was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happiest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 in the whole class!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pleased or joyful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 before suffix -ly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pleased or joyful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 before suffix -ly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pleased or joyful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 before suffix -ly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pleased or joyful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 before suffix -est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pleased or joyful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 before suffix -est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pleased or joyful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 before suffix -est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unhappiness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he tried to make others feel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happier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true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happiness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be shared with everyone.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pleased or joyful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 before suffix -ness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pleased or joyful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 before suffix -ness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pleased or joyful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 before suffix -ness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pleased or joyful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 before suffix -er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pleased or joyful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 before suffix -er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pleased or joyful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 before suffix -er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pleased or joyful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 before suffix -ness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pleased or joyful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 before suffix -ness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pleased or joyful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 before suffix -ness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pleased or joyful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'happy' — 3-Day Teaching Deck</dc:title>
  <dc:subject>PptxGenJS Presentation</dc:subject>
  <dc:creator>Word Labs</dc:creator>
  <cp:lastModifiedBy>Word Labs</cp:lastModifiedBy>
  <cp:revision>1</cp:revision>
  <dcterms:created xsi:type="dcterms:W3CDTF">2026-04-09T22:26:53Z</dcterms:created>
  <dcterms:modified xsi:type="dcterms:W3CDTF">2026-04-09T22:26:53Z</dcterms:modified>
</cp:coreProperties>
</file>