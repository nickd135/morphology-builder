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'happy'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"feeling joy; pleased"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'happy' — feeling joy; pleased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'happy' means 'feeling joy; pleased'.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'happy'.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'happy'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'happy'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'happy' means 'feeling joy; pleased'.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'happy'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'happy'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'happy' means 'feeling very tired and sleepy'.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'happy' means 'feeling or showing pleasure and contentment'.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'happy' means 'feeling joy; pleased'.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'happier' means 'more tired than before'.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'happier' means 'feeling more joy or pleasure than before'.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'happy'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feeling joy; pleased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'happy'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508760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508760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359152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706624" y="32644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2706624" y="32644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123944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471416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471416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367528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5779008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79008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or showing pleasure and contentment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more joy or pleasure than before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'happy'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'happy'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felt happy when my best friend came to visit.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happier after hearing the good news.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happily skipped down the path after winning the race.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happily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skipped down the path after winning the race. She looked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unhappy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her team lost the game.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joy; pleased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joy; pleased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joy; pleased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joy; pleased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joy; pleased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joy; pleased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the competition filled her with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happiness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He walked away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unhappily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losing the match.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unhappiness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obvious from his frown.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joy; pleased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joy; pleased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joy; pleased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joy; pleased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joy; pleased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joy; pleased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joy; pleased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joy; pleased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joy; pleased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'happy' = feeling joy; pleased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'happy'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'happy'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