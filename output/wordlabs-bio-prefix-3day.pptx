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9 word families with 'bio-'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'biodegradable' really means 'able to break down naturally in the environment'.
'autobiography' really means 'a book someone writes about their own life'.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Biofuel made from plants could help protect the biosphere that all living things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I read a biography of a scientist who studied microbiology and discovered new kinds of bacteria in the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'bio-'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"life"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9 word families with 'bio-'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'bio-' — life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'bio-' means 'life'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'bio-'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'bio-'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'bio-'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'bio-' means 'life'. You can see it at the start of 'biodiversity'.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'biodiversity', the base is 'diverse' (many different kinds).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'biodiversity', '-ity' means 'state or quality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'bio-' means 'life'.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'biodiversity' means 'the huge variety of living things in an area'.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'biodegradable' means 'the scientific study of living things'.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'biology' means 'the scientific study of living things'.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'autobiography' means 'able to break down naturally in the environment'.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'bio-' means 'life'.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'biodiversity' means 'the huge variety of living things in an area'.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'biodegradable' means 'the scientific study of living things'.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'biology' means 'the scientific study of living things'.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'autobiography' means 'able to break down naturally in the environment'.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'bio-'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biodiversity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biodegradable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autobiography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'bio-'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-graph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79806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279806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858768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858768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-graph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038344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330952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330952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144768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6556248" y="3776472"/>
            <a:ext cx="247802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56248" y="3776472"/>
            <a:ext cx="2478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autobiography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biodiversity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book someone writes about their own life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biodegradable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scientific study of living things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huge variety of living things in an area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able to break down naturally in the environment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autobiography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relating to living things and their bodies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biodiversity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huge variety of living things in an area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biodegradable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able to break down naturally in the environment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scientific study of living things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relating to living things and their bodies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autobiography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book someone writes about their own life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'bio-'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'bio-'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Rainforests are full of biodiversity.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biodegradable bags for your food scraps.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biology class, we learned about how cells divide.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Biofuel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 from plants could help protect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biosphere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all living things share.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biofuel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biosphere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biofuel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biofuel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burnt to make energy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biofuel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burnt to make energy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biofuel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burnt to make energy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biosphere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biosphere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shape; an area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biosphere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shape; an area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biosphere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ball shape; an area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sphere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biography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 scientist who studied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discovered new kinds of bacteria in the soil.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biography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biography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biography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biography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biography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'bio-'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'bio-' = life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-graph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microbiology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'bio-' — Teaching Deck</dc:title>
  <dc:subject>PptxGenJS Presentation</dc:subject>
  <dc:creator>Word Labs</dc:creator>
  <cp:lastModifiedBy>Word Labs</cp:lastModifiedBy>
  <cp:revision>1</cp:revision>
  <dcterms:created xsi:type="dcterms:W3CDTF">2026-10-22T10:14:37Z</dcterms:created>
  <dcterms:modified xsi:type="dcterms:W3CDTF">2026-10-22T10:14:37Z</dcterms:modified>
</cp:coreProperties>
</file>