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'lift'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raise; to pick up"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'lift' — to raise; to pick 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'lift' means 'to raise; to pick up'.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'lift'.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'lift'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'lift'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'lift' means 'to raise; to pick up'.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'lift'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'lift'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'lift' means 'to raise; to pick up'.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'lift' means 'to cook food slowly over low heat'.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'lift' means 'to raise something up, or a machine that carries people between floors'.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'lift'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raise; to pick up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'lift'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7977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12724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12724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0233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4348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something up, or a machine that carries people between floors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'lift'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'lift'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took the lift to the tenth floor of the building.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lifts weights every morning before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lifted the heavy box onto the shelf.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weights every morning before school.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heavy box onto the shelf.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trained every day at the gym. The weight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competed in the tournament.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heavy boxes can hurt your back if you're not careful.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raise; to pick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raise; to pick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'lift'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