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'lift'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raise or move upward"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levare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'lift' — to raise or move upward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'lift' means 'to raise or move upward'.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'lift'.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'lift'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'lift'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'lift' means 'to raise or move upward'.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'lift'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'lift'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'uplift' contains the root 'lift' meaning to raise.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'lift' comes from the Greek word for 'fly'.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'shoplifter' is someone who takes things from a shop without paying.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'airlift' involves moving people or supplies by aircraft.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'-er' in 'lifter' means 'before'.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'lift'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raise or move upward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levare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facelifting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'lift'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picking something up or raising it higher.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people or supplies by aircraft, especially in an emergency.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that lifts heavy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steals items from a shop by secretly taking them.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something up, or to make someone feel happier and more hopeful.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facelifting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improving or freshening up the appearance of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of lift — something that was raised or picked 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'lift'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'lift'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crane operator used the machine to lift the heavy steel beams into place on the new building.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felt a sense of uplift after the school team won the championship on Saturday.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emergency airlift brought food and medicine to the people stranded after the floods.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airlift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carried supplies to the town, which gave everyone a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uplift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air or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air or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air or sky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higher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higher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higher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shoplifter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caught on camera,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uplifting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news was that the kind stranger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goods!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sold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sold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goods are sold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higher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higher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a higher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raise or move upward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'lift' = to raise or move upward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'lift'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uplift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shoplifter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facelifting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airlift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liftoff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'lift' — 3-Day Teaching Deck</dc:title>
  <dc:subject>PptxGenJS Presentation</dc:subject>
  <dc:creator>Word Labs</dc:creator>
  <cp:lastModifiedBy>Word Labs</cp:lastModifiedBy>
  <cp:revision>1</cp:revision>
  <dcterms:created xsi:type="dcterms:W3CDTF">2026-03-25T03:40:34Z</dcterms:created>
  <dcterms:modified xsi:type="dcterms:W3CDTF">2026-03-25T03:40:34Z</dcterms:modified>
</cp:coreProperties>
</file>