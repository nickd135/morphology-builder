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'lift'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raise or elevate"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Norse: lypta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'lift' — to raise or elevate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'lift' means 'to raise or elevate'.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'lift'.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'lift'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'lift'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'lift' means 'to raise or elevate'.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'lift'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'lift'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forklift is a machine that uses the idea of lifting to move heavy objects.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Liftoff describes the moment a rocket rises up from the ground.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morpheme 'lift' carries the meaning of raising something upward.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'lift' comes originally from ancient Greek.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Shoplifting means buying things from a shop at a discount.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'lift'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raise or elevate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Norse: lypta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facelift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shoplift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forklift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'lift'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Picked something up and moved it higher.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with two metal prongs at the front used to lift heavy loads in warehouses.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machine that lifts heavy things.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improvement to make something look newer or better.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facelift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people or supplies by aircraft, especially in an emergency.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shoplift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steal something from a shop by hiding it while pretending to shop.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forklift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picking something up or raising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'lift'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'lift'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workers used a forklift to move the heavy boxes to the top shelf in the warehouse.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rescue team organised an airlift to bring supplies to the flooded town.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all cheered at liftoff as the rocket launched into the clear blue sky.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forklift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operator carefully moved the heavy crates, and the crowd cheered 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liftoff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 rocket launched.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forklift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liftoff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pronged tool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pronged tool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pronged tool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liftoff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liftoff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liftoff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liftoff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airlift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supplies arrived quickly; the experienced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carried the last crate to safety.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sky or atmosphere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sky or atmosphere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sky or atmosphere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elevate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elevate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facelift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shoplift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forklift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liftoff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'lift' — 3-Day Teaching Deck</dc:title>
  <dc:subject>PptxGenJS Presentation</dc:subject>
  <dc:creator>Word Labs</dc:creator>
  <cp:lastModifiedBy>Word Labs</cp:lastModifiedBy>
  <cp:revision>1</cp:revision>
  <dcterms:created xsi:type="dcterms:W3CDTF">2026-04-09T22:30:10Z</dcterms:created>
  <dcterms:modified xsi:type="dcterms:W3CDTF">2026-04-09T22:30:10Z</dcterms:modified>
</cp:coreProperties>
</file>