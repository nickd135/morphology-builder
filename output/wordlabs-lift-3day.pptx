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'lift' has very few longer words built from it, so this deck practises adding the suffixes -er, -ed, -ing and -s to the base (Years 3–4). Only 5 words with 'lift'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 morning, Dad lifts my little sister into her car seat.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'lift'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raise; to pick up"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'lift' has very few longer words built from it, so this deck practises adding the suffixes -er, -ed, -ing and -s to the base (Years 3–4). Only 5 words with 'lift'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'lift' — to raise; to pick 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-er, -ed, -ing and -s to the base 'lift'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'lift'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'lift'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'lift' means 'to raise; to pick up'. You can find it in 'lifter'.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'lifter', '-er' means 'person or 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'lifting', '-ing' means 'the act of; something done or made'.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'lifter',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'lifted',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'lifting',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'lifts',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'lifter',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'lifted',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'lifting',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'lifts',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'lift'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raise; to pick up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'lift'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action of raising something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raise something up, or a machine that carries people between floors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machine that lifts things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raised something upward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raise something up, or a machine that carries people between floors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machine that lifts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raised something upward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action of raising something up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'lift'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'lift'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the lift to the tenth floor of the building.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lifter trained every day at the gym.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lifted the heavy box onto the shelf.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Dad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lifts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 little sister into her car seat.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raise; to pick 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raise; to pick 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raise; to pick 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'lift'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'lift' = to raise; to pick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'lift'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