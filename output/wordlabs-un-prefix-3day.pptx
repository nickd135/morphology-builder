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"not, opposite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un-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'un-' — not, opposite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'un-' means 'not, opposite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'un-'.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'un-'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'un-'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'un-' means 'not, opposite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'unhappy', the root is the part after the prefix 'un-'.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'un-' means 'not' or the opposite of something.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'uncle' starts with the prefix 'un-'.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'un-' to 'happy' makes a word that means not happy.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'Un-' comes from Old English and has been used in English for a very long time.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'un-' always makes a word mean more of something.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'un-'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not, opposite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un-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unclear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'un-'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remove a cover from something, or to find out something that was hidden.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feeling happy or joyful; sad or upset about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things out of a bag, box, or suitcase.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normal or ordinary; different from what you would usually expect.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easy to understand or see; confusing or hard to make out.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kind or caring; behaving in a mean or hurtful way towards others.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unclear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fair or just; treating people in a way that is not equal or right.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'un-'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'un-'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unfair that only some students got extra time to finish the art project.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unpack your school bag and put your reader on the desk.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instructions were so unclear that nobody knew what to do first.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unkind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leave her out, and everyone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uncomfortable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it.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 and gentle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 and gentle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 and gentle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unhappy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unsure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unpacking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things helped her settle in.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lucky, fortunate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added to base; 'i' before 'y' rule does not apply here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lucky, fortunate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added to base; 'i' before 'y' rule does not apply here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lucky, fortunate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added to base; 'i' before 'y' rule does not apply here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certain or confident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certain or confident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certain or confident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into a bag or box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'pack' doubles 'k' — 'ck' counts as one unit, no change needed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into a bag or box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'pack' doubles 'k' — 'ck' counts as one unit, no change needed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into a bag or box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'pack' doubles 'k' — 'ck' counts as one unit, no change needed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unclear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unsafe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'un-' — 3-Day Teaching Deck</dc:title>
  <dc:subject>PptxGenJS Presentation</dc:subject>
  <dc:creator>Word Labs</dc:creator>
  <cp:lastModifiedBy>Word Labs</cp:lastModifiedBy>
  <cp:revision>1</cp:revision>
  <dcterms:created xsi:type="dcterms:W3CDTF">2026-03-26T07:31:31Z</dcterms:created>
  <dcterms:modified xsi:type="dcterms:W3CDTF">2026-03-26T07:31:31Z</dcterms:modified>
</cp:coreProperties>
</file>