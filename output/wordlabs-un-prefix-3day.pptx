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'unlock' really means 'to open something, such as a door, using a key or code'.
'unpack' really means 'to take things out of a bag or box'.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Ben said it was unfair and unkind when the older kids took over the handball court.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cat was unhappy when we moved house. She found it hard to unlearn her old habits, which was not unusual for an older cat.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'un-'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'un-' — not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'un-' means 'not'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'un-'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'un-'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'un-'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'un-' means 'not'. In 'unzip', it is added to 'zip'.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'unzip', the base is 'zip' (to fasten with a zip; to move quickly).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'un-' means 'not'.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'unzip' means 'to open something fastened with a zip'.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'unlock' means 'different from; not similar to'.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'uncover' means 'to remove something that is covering or hiding something else'.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'unpack' means 'to remove goods or a load from a vehicle, container or person'.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'un-' means 'not'.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'unzip' means 'to open something fastened with a zip'.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'unlock' means 'different from; not similar to'.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'uncover' means 'to remove something that is covering or hiding something else'.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'unpack' means 'to remove goods or a load from a vehicle, container or person'.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'un-'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unsafe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uncover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'un-'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3756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74904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different from; not similar 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take things out of a bag or box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open something, such as a door, using a key or code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likely to cause harm or danger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remove something that is covering or hiding something else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unsafe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to open something fastened with a zip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uncover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to remove goods or a load from a vehicle, container or person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unzip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open something fastened with a zip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different from; not similar 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remove goods or a load from a vehicle, container or person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open something, such as a door, using a key or code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take things out of a bag or box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unsafe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likely to cause harm or danger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uncover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to remove something that is covering or hiding something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'un-'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'un-'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unzip your bag and take out your lunch.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used her key to unlock the front door.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began to unpack our suitcases as soon as we arrived.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said it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unfair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unkind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the older kids took over the handball court.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people equally; just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people equally; just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unfair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people equally; just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and caring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and caring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unkind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and caring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cat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unhappy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we moved house. She found it hard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unlearn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old habits, which was not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unusual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an older cat.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unlearn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unlearn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unlearn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knowledge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unlearn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knowledge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unlearn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knowledge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joy; pleased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joy; pleased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unhappy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joy; pleased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unusual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common; normal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'un-' =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'un-'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