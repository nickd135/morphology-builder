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'un-' — not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prefix 'un-' means 'not'.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prefix 'un-'.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'un-'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'un-'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The prefix 'un-' means 'not'.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'unzip', the root is the part after the prefix 'un-'.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'-ed' changes a verb to past tense.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'unfair' means 'generous and kind to everyone'.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'unzip' means 'to open something fastened with a zip'.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'unzip' means 'to close something tightly'.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'un' means 'not'.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'unfair' means 'not fair or right; treating someone worse than others'.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 'un-'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Prefix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prefix: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'un-'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83133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178808" y="46360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178808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5349240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760720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760720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remove goods or a load from a vehicle, container or person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something fastened with a zip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from; not similar to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open something, such as a door, using a key or code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take things out of a bag or box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kind; treating someone badly or without care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fair or right; treating someone worse than others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'un-'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'un-'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unzip your bag and take out your lunch.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felt unfair that only some students got extra time.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unkind of him to laugh at her mistake.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wooden chair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sit on. She shifted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uncomfortably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in her seat during the long assembly.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uncomfortably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state of ease; to soothe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able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able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fort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old shed had been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unattractively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painted in a dull grey colour.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unfinished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painting sat on the easel for weeks. The time of the meeting was left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unspecified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unspecified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unattractively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towards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having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way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trac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tive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89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89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55415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55415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2957933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2957933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460451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460451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tt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3962969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962969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465487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65487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496800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6800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47052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47052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5973042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973042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475560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475560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6978078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978078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480596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480596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7983114" y="4169664"/>
            <a:ext cx="451573" cy="475488"/>
          </a:xfrm>
          <a:prstGeom prst="rect">
            <a:avLst>
              <a:gd name="adj" fmla="val 8100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983114" y="4169664"/>
            <a:ext cx="45157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unfinished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end;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somewhat; like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ished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sh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unspecified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unspecified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unspecified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unspecified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see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spec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fied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ie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'un'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Prefix: 'un-' = not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Prefix: 'un-'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argue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-able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attract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-ive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believe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clean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comfort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-ment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unzip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unfair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unkind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unlike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unload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unlock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unpack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Prefix 'un-' — 3-Day Teaching Deck</dc:title>
  <dc:subject>PptxGenJS Presentation</dc:subject>
  <dc:creator>Word Labs</dc:creator>
  <cp:lastModifiedBy>Word Labs</cp:lastModifiedBy>
  <cp:revision>1</cp:revision>
  <dcterms:created xsi:type="dcterms:W3CDTF">2026-07-07T10:22:43Z</dcterms:created>
  <dcterms:modified xsi:type="dcterms:W3CDTF">2026-07-07T10:22:43Z</dcterms:modified>
</cp:coreProperties>
</file>