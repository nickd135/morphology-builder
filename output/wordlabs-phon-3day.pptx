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"sound, voice"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phōnē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'phon' — sound, 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'phon' means 'sound, voice'.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'phon' means 'sound, voice'.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'telephone' has nothing to do with sound.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'phon' comes from a Greek word meaning sound or voice.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microphone makes sounds quieter so they are easier to listen to.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megaphone is used to make a person's voice louder.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Phonics lessons help students learn the sounds that letters make.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sound, voice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phōnē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xeno-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piece of music played by a large orchestra with many different instruments working together.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musical instrument you blow into that makes sound through a reed, often used in jazz music.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lets you talk to someone far away by sending sound through wires or signals.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cone-shaped device you speak into to make your voice much louder for a crowd to hear.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musical instrument with wooden bars that you hit with mallets to make different sounds.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learning to read by connecting letters to the sounds they make.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picks up sounds and makes them louder so more people can hear.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spoke clearly into the microphone so the whole audience could hear her speech.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phonics helps young readers sound out new and unfamiliar words.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 performed a beautiful symphony that lasted nearly an hour.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play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xylophone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do you prefer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saxophone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(inventor's name)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(inventor's name)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(inventor's name)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symphony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began when the conductor raised her baton,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carried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phoneme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back of the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'ph'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'ph'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'ph'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or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or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or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xeno-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'phon' — 3-Day Teaching Deck</dc:title>
  <dc:subject>PptxGenJS Presentation</dc:subject>
  <dc:creator>Word Labs</dc:creator>
  <cp:lastModifiedBy>Word Labs</cp:lastModifiedBy>
  <cp:revision>1</cp:revision>
  <dcterms:created xsi:type="dcterms:W3CDTF">2026-04-10T00:34:35Z</dcterms:created>
  <dcterms:modified xsi:type="dcterms:W3CDTF">2026-04-10T00:34:35Z</dcterms:modified>
</cp:coreProperties>
</file>