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'phon'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"sound; voice"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'phon' — sound; voice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sound; voice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'phon' means 'sound; voice'.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'phon'.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'phon'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'phon'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sound; voice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'phon' means 'sound; voice'.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'phon'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'phon'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sound; voice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'phon' means 'sound; voice'.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'headphone' means 'a small hat worn to keep the ears warm'.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'phony' means 'not genuine; fake or pretend'.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'headphone' means 'a small speaker you wear over or in your ear to listen to sound on your own'.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'phony' means 'extremely funny or humorous'.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'phon'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sound; voice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sound; voice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headphone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'phon'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sound; voice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saxo-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sym-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xylo-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homo-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head-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6360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63347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980944" y="46360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980944" y="46360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51960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599432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599432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-y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95544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07024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07024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headphone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sound; voice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headphone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speaker you wear over or in your ear to listen to sound on your own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genuine; fake or pretend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'phon'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sound; voice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'phon'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put one headphone in his ear to listen to the music quietly.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salesman gave a phony excuse for why the product didn't work.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telephony allows people on opposite sides of the world to talk instantly.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sound; voice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sound; voice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telephony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allows people on opposite sides of the world to talk instantly. The orchestra performed a beautiful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symphony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lasted almost an hour.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telephony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symphony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sound; voice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telephony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sound; voice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telephony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far; at a distance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sound; voice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characterised by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sound; voice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telephony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far; at a distance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sound; voice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characterised by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leph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sound; voice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telephony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far; at a distance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sound; voice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characterised by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leph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sound; voice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symphony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sound; voice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symphony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of; makes a noun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sound; voice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symphony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of; makes a noun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sound; voice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symphony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of; makes a noun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sound; voice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sound; voice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played a smooth tune on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saxophone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the school band. He tapped out a tune on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xylophone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during music class. "Sea" and "see" are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homophone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pair because they sound exactly the same.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saxophone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xylophone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homophone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sound; voice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saxophone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sound; voice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saxophone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saxo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after Adolphe Sax, its inventor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sound; voice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saxophone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saxo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after Adolphe Sax, its inventor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sound; voice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saxophone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saxo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after Adolphe Sax, its inventor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o_e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sound; voice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xylophone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sound; voice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xylophone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xylo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sound; voice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xylophone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xylo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sound; voice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xylophone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xylo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o_e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sound; voice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homophone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sound; voice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homophone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sound; voice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homophone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sound; voice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homophone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o_e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sound; voice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'phon' = sound; voice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'phon'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saxo-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sym-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xylo-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homo-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head-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headphone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'phon' — 3-Day Teaching Deck</dc:title>
  <dc:subject>PptxGenJS Presentation</dc:subject>
  <dc:creator>Word Labs</dc:creator>
  <cp:lastModifiedBy>Word Labs</cp:lastModifiedBy>
  <cp:revision>1</cp:revision>
  <dcterms:created xsi:type="dcterms:W3CDTF">2026-07-07T10:53:35Z</dcterms:created>
  <dcterms:modified xsi:type="dcterms:W3CDTF">2026-07-07T10:53:35Z</dcterms:modified>
</cp:coreProperties>
</file>