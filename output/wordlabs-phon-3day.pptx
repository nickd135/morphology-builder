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"sound, voice"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phōnē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'phon' — sound, 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'phon' means 'sound, voice'.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'phon' means 'sound, voice'.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'phon' comes from Greek and means sound or voice.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microphone makes sounds quieter so fewer people can hear them.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'phoneme' contains the root 'phon', which relates to sound.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megaphone is used to make a person's voice louder.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'phon' comes from the Latin word for writing.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sound, voice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phōnē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xeno-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piece of music written for a full orchestra, where all the instruments play together in harmony.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cone-shaped device you speak into to make your voice much louder.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lets you speak to someone far away by sending your voice through wires or signals.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musical instrument you blow into, usually made of brass, that makes a rich, warm sound.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unit of sound in a word, such as the /b/ sound at the start of 'ball'.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learning to read by matching letters to the sounds they make.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tool that picks up sounds and makes your voice louder so more people can hear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spoke into the microphone so the whole audience could hear her clearly.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phonics this term to help us sound out tricky new words.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 performed a beautiful symphony that lasted nearly an hour.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play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xylophone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would you prefer to use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sing?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concert,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phonics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played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xylophone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the students sang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system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system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system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sound,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xeno-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megaphone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'phon' — 3-Day Teaching Deck</dc:title>
  <dc:subject>PptxGenJS Presentation</dc:subject>
  <dc:creator>Word Labs</dc:creator>
  <cp:lastModifiedBy>Word Labs</cp:lastModifiedBy>
  <cp:revision>1</cp:revision>
  <dcterms:created xsi:type="dcterms:W3CDTF">2026-03-25T03:59:32Z</dcterms:created>
  <dcterms:modified xsi:type="dcterms:W3CDTF">2026-03-25T03:59:32Z</dcterms:modified>
</cp:coreProperties>
</file>