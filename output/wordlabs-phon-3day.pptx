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'megaphone' really means 'a cone-shaped device that makes a person's voice louder'.
'microphone' really means 'a device that picks up sound so it can be recorded or made louder'.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During phonics, Mia noticed that the ph in telephone sounds just like an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Leo played the saxophone while Ava tapped the xylophone. Then we learnt that 'night' is a homophone of 'knight'.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'phon'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"sound; voice"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'phon' — sound; voice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'phon' means 'sound; voice'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'phon'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'phon'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'phon'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'phon' means 'sound; voice'. You can find it in 'smartphone'.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'megaphone', 'mega-' means 'large; great'.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'phonics', '-ic'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'phon' means 'sound; voice'.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'headphone' means 'a small speaker you wear over or in your ear to listen to sound on your own'.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'megaphone' means 'a mobile phone that can also use apps and the internet'.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'smartphone' means 'a mobile phone that can also use apps and the internet'.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'microphone' means 'a long piece of music written for a large orchestra to play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'phon' means 'sound; voice'.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'headphone' means 'a small speaker you wear over or in your ear to listen to sound on your own'.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'megaphone' means 'a mobile phone that can also use apps and the internet'.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'smartphone' means 'a mobile phone that can also use apps and the internet'.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'microphone' means 'a long piece of music written for a large orchestra to play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'phon'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sound; voice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earphone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gramophone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'phon'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388620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8620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earphone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small speaker you wear over or in your ear to listen to sound on your 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device used to talk to someone who is far away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earphone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device that picks up sound so it can be recorded or made louder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cone-shaped device that makes a person's voice louder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mobile phone that can also use apps and the internet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an old machine that plays music from records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gramophone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small speaker that fits in your ear so you can listen to sound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device used to talk to someone who is far away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mobile phone that can also use apps and the internet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earphone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small speaker that fits in your ear so you can listen to sound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small speaker you wear over or in your ear to listen to sound on your own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cone-shaped device that makes a person's voice louder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device that picks up sound so it can be recorded or made louder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gramophone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an old machine that plays music from records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'phon'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'phon'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called my mum on the phone to say I'd be late.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checked the weather on his smartphone.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lost one earphone on the bus.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phonics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Mia noticed that the ph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sounds just like an f.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sound; voice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sound; voice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sound; voice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played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saxophone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Ava tapped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xylophone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Then we learnt that 'night' is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homophone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'knight'.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saxophone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homophone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Adolphe Sax, its inventor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Adolphe Sax, its inventor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Adolphe Sax, its inventor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'phon' is spelt with a silent e at the end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'phon' = sound;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'phon'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