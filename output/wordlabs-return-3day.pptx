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'return'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 back; give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'return' — go back; give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'return' means 'go back; give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'return'.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'return'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'return'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'return' means 'go back; give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'return'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'return'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'return' means 'to come or go back to a place, or to give something back'.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'returns' means 'comes or goes back, or gives something back'.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'return' means 'go back; give back'.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'returns' means 'shouts loudly across the room'.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'return' means 'to build something new from parts'.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'return'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back; give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'return'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or go back to a place, or to give something 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or goes back, or gives something back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'return'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'return'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return the library book by Friday.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returns to the station every hour.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returned the borrowed bike the next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borrowed bike the next morning. The library staff thanked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bringing the books back on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home after a long holiday. The library fined him for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unreturned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book. Check if the item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you buy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back; give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back; give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'return'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