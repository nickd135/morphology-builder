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'return'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 or come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'return' — go or come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'return' means 'go or come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'return'.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'return'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'return'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'return' means 'go or come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'return'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'return'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'return' comes from Latin origins.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'returnable' means impossible to carry.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'-ed' to 'return' makes a past tense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'returning' has only one syllable.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'non-' in 'non-returnable' means 'not'.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'return'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or come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tornare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non-returnable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'return'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given back or sent back, like a returnable bottle.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back to a place, or more than one return journey or result.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going back to a place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given back or returned, like a non-returnable deposit.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 place you were at before, or to give something back.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comes back, such as someone returning to work after a long break.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non-returnable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Went back to a place, or gave something back,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'return'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'return'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book is returnable, so please bring it back before the due date.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returning home from her holiday when she spotted a kangaroo by the road.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assistant told us that the damaged item was non-returnable after thirty days.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bottles were stacked neatly,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placed them by the door.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smiled as she unpacked;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luggage was safe, and she was glad the shop's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policy had helped 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third person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third person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turn, go back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one, or third person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'return' = go or come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'return'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non-returnable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unreturned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'return' — 3-Day Teaching Deck</dc:title>
  <dc:subject>PptxGenJS Presentation</dc:subject>
  <dc:creator>Word Labs</dc:creator>
  <cp:lastModifiedBy>Word Labs</cp:lastModifiedBy>
  <cp:revision>1</cp:revision>
  <dcterms:created xsi:type="dcterms:W3CDTF">2026-04-09T22:12:37Z</dcterms:created>
  <dcterms:modified xsi:type="dcterms:W3CDTF">2026-04-09T22:12:37Z</dcterms:modified>
</cp:coreProperties>
</file>