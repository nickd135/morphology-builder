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'return' has very few longer words built from it, so this deck practises adding the suffixes -ed, -ing, -able and -s to the base (Years 3–4). Only 5 words with 'return'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Every spring, the swallow returns to its nest under our verandah.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'return'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back; give back"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'return' has very few longer words built from it, so this deck practises adding the suffixes -ed, -ing, -able and -s to the base (Years 3–4). Only 5 words with 'return'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'return' — go back; give back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-ing, -able and -s to the base 'return'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'return'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'return'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'return' means 'go back; give back'. You can find it in 'returned'.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'returnable', '-able' means 'able 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'returning',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'returned',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'returning',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'returns',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'returned',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'returning',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'returns',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'return'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back; give back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'return'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3522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352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able to be given or sent back, especially for a refund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come or go back to a place, or to give something 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came or went back, or gave something back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coming or going back to a place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come or go back to a place, or to give something 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came or went back, or gave something 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coming or going back to a place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able to be given or sent back, especially for a refund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'return'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'return'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return the library book by Friday.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returned the borrowed bike the next morning.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returning home after a long holiday.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spring, the swallow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its nest under our verandah.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back; give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back; give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back; give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'return' = go back; give back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'return'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