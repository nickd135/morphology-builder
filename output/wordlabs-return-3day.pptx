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 or come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'return' — go or come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'return' means 'go or come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'return' means 'go or come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'returnable' means something is able to be given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'return'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'non-' to 'returnable' makes a word that means not able to be given back.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'returning' means someone is in the process of coming 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'unreturned' means something has already been sent back.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or come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given back or sent back.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back, or more than one act of coming back.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going back or coming back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given or sent back once you have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 place or give something back to where it came from.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back, especially after being away for a long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 back to a place or gave something back already.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book was returnable, so Mia made sure to bring it back on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the returning students were excited to see their friends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assistant explained that the broken toy was non-returnable without a receipt.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traveller was relieved to find that his lost bag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airport.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 books were a problem,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felt embarrassed,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librarian handled it kindly.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turn, go around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'return' — 3-Day Teaching Deck</dc:title>
  <dc:subject>PptxGenJS Presentation</dc:subject>
  <dc:creator>Word Labs</dc:creator>
  <cp:lastModifiedBy>Word Labs</cp:lastModifiedBy>
  <cp:revision>1</cp:revision>
  <dcterms:created xsi:type="dcterms:W3CDTF">2026-03-25T03:24:35Z</dcterms:created>
  <dcterms:modified xsi:type="dcterms:W3CDTF">2026-03-25T03:24:35Z</dcterms:modified>
</cp:coreProperties>
</file>