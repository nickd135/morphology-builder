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Teacher note: 'reduce' has very few longer words built from it, so this deck practises adding the suffixes -ed, -s and -ing to the base (Years 3–4). Only 4 words with 'reduce' suit Years 3–7, so there is no Day 3 dictation. Day 3 is the word matrix lesson only. Day 2 has 1 dictation word instead of 2. Day 1 shows 3 example words instead of 5–7.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False statements, corrected:
-s really means 'more than one, or someone does it now'.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aloud:
Our school is reducing waste by using compost bins.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931920"/>
            <a:ext cx="9144000" cy="12115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8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LABS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Base: 'reduce'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"make smaller"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3401568"/>
            <a:ext cx="4023360" cy="329184"/>
          </a:xfrm>
          <a:prstGeom prst="rect">
            <a:avLst>
              <a:gd name="adj" fmla="val 1666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4015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3858768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8587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4242816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4242816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Word Matrix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54880" y="4023360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note: 'reduce' has very few longer words built from it, so this deck practises adding the suffixes -ed, -s and -ing to the base (Years 3–4). Only 4 words with 'reduce' suit Years 3–7, so there is no Day 3 dictation. Day 3 is the word matrix lesson only. Day 2 has 1 dictation word instead of 2. Day 1 shows 3 example words instead of 5–7.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 Meaning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'reduce' — make smaller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Intention &amp; Success Criteria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'reduce'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'reduce' = make smaller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22960"/>
            <a:ext cx="8412480" cy="1234440"/>
          </a:xfrm>
          <a:prstGeom prst="rect">
            <a:avLst>
              <a:gd name="adj" fmla="val 7407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86868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are learning to add the suffixes -ed, -s and -ing to the base 'reduce' and spell the new words correctly.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365760" y="21945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Success Criteria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2633472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" y="263347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explain what each suffix tells us (for example, -ed means it has already happened).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3291840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" y="329184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use the spelling rule (drop the e) when I add a suffix.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3950208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950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1248" y="395020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read and spell 'reduce' words in sentences.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Vocabulary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'reduce'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'reduce' = make smaller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04672"/>
            <a:ext cx="8412480" cy="1170432"/>
          </a:xfrm>
          <a:prstGeom prst="rect">
            <a:avLst>
              <a:gd name="adj" fmla="val 781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804672"/>
            <a:ext cx="1280160" cy="1170432"/>
          </a:xfrm>
          <a:prstGeom prst="rect">
            <a:avLst>
              <a:gd name="adj" fmla="val 781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81328" y="804672"/>
            <a:ext cx="91440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80467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91640" y="84124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base is the main part of a word that carries its meaning. The base 'reduce' means 'make smaller'. You can find it in 'reduced'.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65760" y="2130552"/>
            <a:ext cx="8412480" cy="1170432"/>
          </a:xfrm>
          <a:prstGeom prst="rect">
            <a:avLst>
              <a:gd name="adj" fmla="val 781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130552"/>
            <a:ext cx="1280160" cy="1170432"/>
          </a:xfrm>
          <a:prstGeom prst="rect">
            <a:avLst>
              <a:gd name="adj" fmla="val 781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81328" y="2130552"/>
            <a:ext cx="91440" cy="117043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13055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91640" y="216712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suffix is a word part added to the end of a word to change its meaning or job. In 'reduces', '-s' means 'plural or present tense'.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365760" y="3456432"/>
            <a:ext cx="8412480" cy="1170432"/>
          </a:xfrm>
          <a:prstGeom prst="rect">
            <a:avLst>
              <a:gd name="adj" fmla="val 781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456432"/>
            <a:ext cx="1280160" cy="1170432"/>
          </a:xfrm>
          <a:prstGeom prst="rect">
            <a:avLst>
              <a:gd name="adj" fmla="val 781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81328" y="3456432"/>
            <a:ext cx="91440" cy="117043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45643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691640" y="349300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suffix is a word part added to the end of a word to change its meaning or job. In 'reducing', '-ing' means 'happening now'.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'reduce'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'reduce' = make smaller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these statements true or false? Decide with a partner.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In 'reduced', the suffix '-ed' tells us it has already happened.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In 'reduces', the suffix '-s' tells us it has already happened.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In 'reducing', the suffix '-ing' tells us it is happening.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The suffix '-s' tells us it has already happened.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'reduce'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'reduce' = make smaller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answers.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In 'reduced', the suffix '-ed' tells us it has already happened.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In 'reduces', the suffix '-s' tells us it has already happened.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In 'reducing', the suffix '-ing' tells us it is happening.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The suffix '-s' tells us it has already happened.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 'reduce' — Meaning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'reduce'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'reduce' = make smaller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1371600"/>
          </a:xfrm>
          <a:prstGeom prst="rect">
            <a:avLst>
              <a:gd name="adj" fmla="val 8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77724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'reduce'</a:t>
            </a:r>
            <a:endParaRPr lang="en-US" sz="4800" dirty="0"/>
          </a:p>
        </p:txBody>
      </p:sp>
      <p:sp>
        <p:nvSpPr>
          <p:cNvPr id="12" name="Shape 10"/>
          <p:cNvSpPr/>
          <p:nvPr/>
        </p:nvSpPr>
        <p:spPr>
          <a:xfrm>
            <a:off x="3520440" y="777240"/>
            <a:ext cx="36576" cy="1371600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03320" y="777240"/>
            <a:ext cx="493776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make smaller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65760" y="23317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using this base: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reduce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51460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1460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reduced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66344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6344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reduces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with 'reduce'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'reduce'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'reduce' = make smaller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one part from each column, left to right (you can skip a column). Not every combination makes a real word!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26314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6314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263140" y="1627632"/>
            <a:ext cx="2194560" cy="365760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26314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reduce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263140" y="2029968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63140" y="2432304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8630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8630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686300" y="1627632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8630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686300" y="2029968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86300" y="20299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-ed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686300" y="2432304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86300" y="243230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-ing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65760" y="2971800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1463040" y="2971800"/>
            <a:ext cx="1143000" cy="420624"/>
          </a:xfrm>
          <a:prstGeom prst="rect">
            <a:avLst>
              <a:gd name="adj" fmla="val 17391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1463040" y="2971800"/>
            <a:ext cx="1143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reduce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2642616" y="2971800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2935224" y="2971800"/>
            <a:ext cx="731520" cy="420624"/>
          </a:xfrm>
          <a:prstGeom prst="rect">
            <a:avLst>
              <a:gd name="adj" fmla="val 17391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2935224" y="2971800"/>
            <a:ext cx="731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-s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3749040" y="2971800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4160520" y="2971800"/>
            <a:ext cx="1545336" cy="420624"/>
          </a:xfrm>
          <a:prstGeom prst="rect">
            <a:avLst>
              <a:gd name="adj" fmla="val 1739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160520" y="2971800"/>
            <a:ext cx="15453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reduces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'reduce' Word Definitions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'reduce'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'reduce' = make smaller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each word to its meaning. The meanings are mixed up!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reduce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makes something smaller or less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reduced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to make something smaller or less in amount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reduces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made smaller or less than before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'reduce' Word Definitions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'reduce'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'reduce' = make smaller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matches.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reduce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to make something smaller or less in amount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reduced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made smaller or less than before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reduces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makes something smaller or less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Using 'reduce' Words in Sentences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'reduce'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'reduce' = make smaller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these sentences. Underline the 'reduce' word and talk about what it means.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61872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261872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" y="1261872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261872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60120" y="1307592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should reduce the amount of sugar in our diet.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65760" y="2468880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468880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" y="2468880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46888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60120" y="2514600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shop reduced the price of the jacket for the sale.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65760" y="3675888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675888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232" y="3675888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675888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60120" y="3721608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reduces the risk of getting unwell.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Check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'reduce'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'reduce' = make smaller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the passage aloud. Students write it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passage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2880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75488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</a:t>
            </a:r>
            <a:endParaRPr lang="en-US" sz="2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'reduce'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'reduce' = make smaller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writing.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school is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reducing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waste by using compost bins.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write each focus word below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9184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9184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329184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reducing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29184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1)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'reduce'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'reduce' = make smaller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reducing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'reduce'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'reduce' = make smaller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reducing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537960" y="1325880"/>
            <a:ext cx="2240280" cy="731520"/>
          </a:xfrm>
          <a:prstGeom prst="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325880"/>
            <a:ext cx="2148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drop the final 'e' before -ing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reduce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smaller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ing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happening now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7" name="Text 25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1" name="Text 29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'reduce'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'reduce' = make smaller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reducing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537960" y="1325880"/>
            <a:ext cx="2240280" cy="731520"/>
          </a:xfrm>
          <a:prstGeom prst="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325880"/>
            <a:ext cx="2148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drop the final 'e' before -ing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reduce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smaller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ing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happening now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duc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ing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8" name="Text 36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'reduce'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'reduce' = make smaller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reducing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537960" y="1325880"/>
            <a:ext cx="2240280" cy="731520"/>
          </a:xfrm>
          <a:prstGeom prst="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325880"/>
            <a:ext cx="2148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drop the final 'e' before -ing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reduce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smaller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ing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happening now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duc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ing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12483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12483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303352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03352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394220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94220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48508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8508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575957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75957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666826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66826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757694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57694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ng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→ Check → Write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Your Own Words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'reduce'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'reduce' = make smaller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Word Labs Morpheme Builder to find words, then fill in the matrix below.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1143000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Name: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143000" y="1371600"/>
            <a:ext cx="292608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143000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Date: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49240" y="1371600"/>
            <a:ext cx="324612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26314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26314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26314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26314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6314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26314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68630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8630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68630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68630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68630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68630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347472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I made: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6576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20040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03504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6576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20040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03504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53542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Choose 3 words and write a sentence for each.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Review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'reduce'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'reduce' = make smaller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more words this matrix can build. Did you find them?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26314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6314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263140" y="1581912"/>
            <a:ext cx="2194560" cy="347472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263140" y="158191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reduce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263140" y="1965960"/>
            <a:ext cx="219456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63140" y="2350008"/>
            <a:ext cx="2194560" cy="34747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8630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8630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686300" y="1581912"/>
            <a:ext cx="219456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86300" y="158191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686300" y="1965960"/>
            <a:ext cx="219456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86300" y="196596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-ed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686300" y="2350008"/>
            <a:ext cx="219456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86300" y="235000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-ing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65760" y="2825496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Sample words: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65760" y="3191256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3191256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reducing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Word Labs — Base 'reduce' — Teaching Deck</dc:title>
  <dc:subject>PptxGenJS Presentation</dc:subject>
  <dc:creator>Word Labs</dc:creator>
  <cp:lastModifiedBy>Word Labs</cp:lastModifiedBy>
  <cp:revision>1</cp:revision>
  <dcterms:created xsi:type="dcterms:W3CDTF">2026-10-22T10:14:32Z</dcterms:created>
  <dcterms:modified xsi:type="dcterms:W3CDTF">2026-10-22T10:14:32Z</dcterms:modified>
</cp:coreProperties>
</file>