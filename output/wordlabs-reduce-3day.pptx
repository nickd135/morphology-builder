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'reduce'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"lead back, make smaller"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reducere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'reduce' — lead back, make smaller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'reduce' means 'lead back, make smaller'.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'reduce'.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'reduce'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'reduce'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'reduce' means 'lead back, make smaller'.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'reduce'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'reduce'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'reduce' comes from Latin and means to lead back or make smaller.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'irreducible' means something that can easily be made smaller.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'-tion' in 'reduction' turns the verb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'reducer' is something that helps make an amount or size smaller.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'reducing' is a noun describing a finished action.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'reduce'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 back, make smaller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reducere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'reduce'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decrease or lowering of something, like prices or amounts.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something smaller or the amount it has been made smaller by.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making something smaller or less.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made smaller or broken down into simpler parts.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smaller in size, amount, or number.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makes something smaller or less.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smaller or less than it was before.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'reduce'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'reduce'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reduce the amount of plastic we use every day to help protect the environment.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offered a reduction in price on all its winter jackets at the end of the season.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reducing the time we spend on screens, we can have more energy for outdoor activities.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rubbish at our school showed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waste really makes a difference.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irreducible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problem sounds tricky, a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find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its complexity!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'reduce'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'reduce' = lead back, make smaller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'reduce'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reducible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irreducible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'reduce' — 3-Day Teaching Deck</dc:title>
  <dc:subject>PptxGenJS Presentation</dc:subject>
  <dc:creator>Word Labs</dc:creator>
  <cp:lastModifiedBy>Word Labs</cp:lastModifiedBy>
  <cp:revision>1</cp:revision>
  <dcterms:created xsi:type="dcterms:W3CDTF">2026-03-25T03:21:29Z</dcterms:created>
  <dcterms:modified xsi:type="dcterms:W3CDTF">2026-03-25T03:21:29Z</dcterms:modified>
</cp:coreProperties>
</file>