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"lead back, make smaller"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'reduce' — lead back, make smaller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'reduce' means 'lead back, make smaller'.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'reduce' means 'lead back, make smaller'.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'reducible' means it cannot be changed in any 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'reducer' describes something that makes things larger.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'ir-' in 'irreducible' means not.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'-tion' in 'reduction' turns the verb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'reduce'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back, make smaller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made smaller or simpler, like a fraction that can be simplified.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of making something smaller, like a big drop in price at the shops.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making something smaller or less, happening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be made any smaller or simpler, like a fraction already in its simplest form.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 in amount, like reducing the volume on your TV.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something smaller or less.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smaller or less, like a price that has been lowered at a shop.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help reduce waste by recycling our paper, glass, and plastic at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a big reduction in noise once everyone sat down and got to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off the lights when you leave a room is a great way of reducing your electricity 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plastic bags has been helpful,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rubbish in our oceans is very important.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said the mixture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levels of pollution were recorded.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overreduced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'reduce' — 3-Day Teaching Deck</dc:title>
  <dc:subject>PptxGenJS Presentation</dc:subject>
  <dc:creator>Word Labs</dc:creator>
  <cp:lastModifiedBy>Word Labs</cp:lastModifiedBy>
  <cp:revision>1</cp:revision>
  <dcterms:created xsi:type="dcterms:W3CDTF">2026-04-09T22:09:30Z</dcterms:created>
  <dcterms:modified xsi:type="dcterms:W3CDTF">2026-04-09T22:09:30Z</dcterms:modified>
</cp:coreProperties>
</file>