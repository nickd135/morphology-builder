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'reduce'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 smaller"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'reduce' — make smaller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'reduce' means 'make smaller'.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'reduce'.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'reduce'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'reduce'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'reduce' means 'make smaller'.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'reduce'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'reduce'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'reduce' means 'make smaller'.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'reduce' means 'to make something smaller or less in amount'.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'reduce' means 'to make something much bigger than before'.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'reduce'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 smaller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'reduce'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508760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508760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35915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706624" y="37216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706624" y="37216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270248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617720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61772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788152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6199632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199632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smaller or less in amount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'reduce'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'reduce'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should reduce the amount of sugar in our diet.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reduced the price of the jacket for the sale.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reduces the risk of getting unwell.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reduced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price of the jacket for the sale. Exercise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reduces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risk of getting unwell.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smaller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smaller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smaller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u_e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smaller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smaller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smaller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u_e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recommended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reducing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amount of salt in his meals. The fraction six-eighths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reducible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three-quarters. The fraction was already in its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irreducible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irreducible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smaller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smaller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smaller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smaller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smaller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smaller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irreducible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irreducible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smaller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irreducible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smaller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irreducible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smaller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'reduce'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