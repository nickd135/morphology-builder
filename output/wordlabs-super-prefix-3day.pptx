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'supersonic' really means 'faster than the speed of sound'.
'supervision' really means 'the act of watching over and directing an activity to make sure it is done properly'.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My little sister dressed up as a superhero and danced around the lounge room like a superstar.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Dad bought superglue at the supermarket to fix my broken mug. He says it is superior to normal glue.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'super-'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"above; beyond"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'super-' — above; beyond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'super-' means 'above; beyond'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'super-'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'super-'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'super-'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'super-' means 'above; beyond'. In 'superpower', it is added to 'power'.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'superpower', the base is 'power' (strength; control; energy).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'supervisor', '-or'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'super-' means 'above; beyond'.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'supervised' means 'watched over and directed someone or something to make sure it was done correctly'.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'supersonic' means 'a special power far beyond what normal people can do'.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'superpower' means 'a special power far beyond what normal people can do'.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'supervision' means 'faster than the speed of sound'.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'super-' means 'above; beyond'.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'supervised' means 'watched over and directed someone or something to make sure it was done correctly'.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'supersonic' means 'a special power far beyond what normal people can do'.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'superpower' means 'a special power far beyond what normal people can do'.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'supervision' means 'faster than the speed of sound'.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'super-'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above; beyond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superpower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supervisor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supersonic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'super-'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sonic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463040" y="3776472"/>
            <a:ext cx="114300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463040" y="377647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super-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64261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93522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93522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70332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99592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99592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80974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5221224" y="3776472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21224" y="3776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faster than the speed of sound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superpower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act of watching over and directing an activity to make sure it is done properly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watched over and directed someone or something to make sure it was done correctly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person who watches over and directs the work of others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supersonic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special power far beyond what normal people can do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watched over and directed someone or something to make sure it was done correctly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superpower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special power far beyond what normal people can do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who watches over and directs the work of others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act of watching over and directing an activity to make sure it is done properly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supersonic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faster than the speed of sound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'super-'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'super-'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supervised the new staff during their first week.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factory supervisor checked that every machine was working safely.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must swim under the supervision of a lifeguard.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little sister dressed up as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superhero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danced around the lounge room like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superstar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superhero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superstar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superhero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superhero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above;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brave person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superhero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above;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brave person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superhero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above;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brave person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superstar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superstar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above;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bright object in the night sky; a famous person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superstar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above;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bright object in the night sky; a famous person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superstar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above;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bright object in the night sky; a famous person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 bought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superglue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fix my broken mug. He says it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superior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normal glue.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supermarket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superglue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superior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supermarket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supermarket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above;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to buy and sell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supermarket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above;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to buy and sell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supermarket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above;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to buy and sell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superglue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superglue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above;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sticky substance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superglue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above;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sticky substance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glue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superglue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above;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sticky substance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glue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ue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superior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superior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above;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(comparing two things)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superior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above;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(comparing two things)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superior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above;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(comparing two things)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'super-' = above; beyond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sonic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superhero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superstar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superior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'super-'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