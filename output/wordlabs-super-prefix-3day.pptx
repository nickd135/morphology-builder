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"above, beyond, greater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'super-' — above, beyond, greater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'super-' means 'above, beyond, greater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'super-' means 'above, beyond, greater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'superhero', the root is the part after the prefix 'super-'.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'super-' comes from Latin and means above or beyond.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'supermarket' means a market that sells only super healthy food.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'super-' to a word makes it mean something greater or more extreme.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superhero has abilities that go beyond what ordinary people can do.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'super-' means the same thing as the prefix 'sub-', which means under.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above, beyond, greater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faster than the speed of sound, which is incredibly fast.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watching over and guiding other people's work.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extraordinary ability that goes far beyond what ordinary people can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others or higher in rank or quality.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explained by science or nature, like magic or ghosts.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 amazing powers who helps others and fights against evil.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shop where you can buy food, drinks, and household items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superhero flew above the city and saved everyone from danger.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asked me to grab some apples from the supermarket on the way home.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supersonic jet travelled faster than the speed of sound.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team did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superb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job cleaning up the oval.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to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to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to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(from Latin superbus)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(from Latin superbus)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(from Latin superbus)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supernatural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 about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superhero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supersonic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speed was incredibly exciting!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brave, powerful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brave, powerful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brave, powerful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'super-' — 3-Day Teaching Deck</dc:title>
  <dc:subject>PptxGenJS Presentation</dc:subject>
  <dc:creator>Word Labs</dc:creator>
  <cp:lastModifiedBy>Word Labs</cp:lastModifiedBy>
  <cp:revision>1</cp:revision>
  <dcterms:created xsi:type="dcterms:W3CDTF">2026-03-26T07:40:05Z</dcterms:created>
  <dcterms:modified xsi:type="dcterms:W3CDTF">2026-03-26T07:40:05Z</dcterms:modified>
</cp:coreProperties>
</file>