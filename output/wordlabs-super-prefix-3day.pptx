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"above, beyond, greater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'super-' — above, beyond, greater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'super-' means 'above, beyond, greater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'super-' means 'above, beyond, greater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'supermarket', the root is the part after the prefix 'super-'.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'supermarket' contains the prefix 'super-'.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'Supernatural' means something that is perfectly ordinary and easy to explain.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'super-' means below or under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'super-'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'super-' to a base word usually makes it mean something greater or beyond normal.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above, beyond, greater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super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extraordinary ability that goes far beyond what normal people can do.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extremely famous and very talented, especially in sport or entertainment.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others in quality, ability, or rank.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be in charge of people while they work or do an activity.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explained by science or nature, like magic or ghosts.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shop where you can buy food, drinks, and many other everyday items all in one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fictional character with amazing powers who uses them to help others and fight evil.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supermarket was packed with shoppers on Saturday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dreamed of becoming a superhero who could fly above the clouds.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jet travelled at supersonic speed, faster than the sound of its own engine.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made sure everyone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excursion stayed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buy and sell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buy and sell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buy and sell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supernatural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film was about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athlete who gained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a lightning strike.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shining star; a brilliant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shining star; a brilliant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shining star; a brilliant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'super-' = above, beyond, greater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supernatural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superior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supersonic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'super-' — 3-Day Teaching Deck</dc:title>
  <dc:subject>PptxGenJS Presentation</dc:subject>
  <dc:creator>Word Labs</dc:creator>
  <cp:lastModifiedBy>Word Labs</cp:lastModifiedBy>
  <cp:revision>1</cp:revision>
  <dcterms:created xsi:type="dcterms:W3CDTF">2026-04-10T01:04:10Z</dcterms:created>
  <dcterms:modified xsi:type="dcterms:W3CDTF">2026-04-10T01:04:10Z</dcterms:modified>
</cp:coreProperties>
</file>