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"above; beyond"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'super-' — above; beyond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'super-' means 'above; beyond'.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'super-'.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'super-'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'super-'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'super-' means 'above; beyond'.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'superstar', the root is the part after the prefix 'super-'.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'superstar' means 'a person who is extremely famous and successful, especially in entertainment or sport'.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'supervised' means 'watched over and directed someone or something to make sure it was done correctly'.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'superstar' means 'a bright star you can see without a telescope'.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'super' means 'above; beyond'.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'supervised' means 'wrote a detailed plan for the future'.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'super-'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above; beyond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'super-'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12724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12724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watched over and directed someone or something to make sure it was done correctly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shop that sells food and household goods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over and directs the work of others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over and directing people or a task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over and directs someone or something to make sure it is done correctly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extremely famous and successful, especially in entertainment or sport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'super-'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'super-'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 superstar sold out the stadium in minutes.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supervised the new staff during their first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 teacher supervises the playground at lunchtime.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must swim under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 lifeguard.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 each morning to plan the day's tasks.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promoted to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role in the warehouse.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supermarkets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opened across the town. The boy dressed up 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superman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costume party.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above;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'super-'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