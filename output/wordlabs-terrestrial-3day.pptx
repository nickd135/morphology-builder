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'terrestrial'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"relating to the Earth/land"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terra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'terrestrial' — relating to the Earth/land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'terrestrial' means 'relating to the Earth/land'.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'terrestrial'.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'terrestrial'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'terrestrial'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'terrestrial' means 'relating to the Earth/land'.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'terrestrial'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'terrestrial'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'extra' in extraterrestrial means outside or beyond.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root 'terrestrial' means relating to the sky or air.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Terrestrial animals are those that live and move on land.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An extraterrestrial creature is one that lives under the sea on Earth.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root 'terrestrial' comes from the Latin word for Earth or land.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'terrestrial'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relating to the Earth/land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terra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extraterrestrial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nonterrestrial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subterrestrial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extraterrestrially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ultraterrestrial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'terrestrial'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1243584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779776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127248" y="4178808"/>
            <a:ext cx="2267712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127248" y="4178808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2239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769864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769864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665976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7077456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77456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lives on land or belongs to planet Earth.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extraterrestrial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does not belong to or come from the Earth.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nonterrestrial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 that relates to things beyond or outside of planet Earth.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 that relates to life or things on the ground or Earth.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subterrestrial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found or living beneath the surface of the Earth.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extraterrestrially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thought to exist at a level far beyond what we know on Earth.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ultraterrestrial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being or thing that comes from outside planet Earth, like an alien.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'terrestrial'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'terrestrial'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documentary explored the lives of terrestrial animals such as wombats, kangaroos, and echidnas that roam across Australia.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have long wondered whether extraterrestrial life might exist on planets far beyond our solar system.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teacher explained that terrestrially based ecosystems depend on healthy soil, clean water, and sunlight to survive.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 was excited to study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terrestrial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insects, but she secretly hoped to one day discover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extraterrestrial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life.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extraterrestrial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Earth or land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adjective-forming suffix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Earth or land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adjective-forming suffix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Earth or land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adjective-forming suffix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extraterrestrial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extraterrestrial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Earth or land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adjective-forming suffix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extraterrestrial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Earth or land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adjective-forming suffix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extraterrestrial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outside; beyond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Earth or land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adjective-forming suffix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897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897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55415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55415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957933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57933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460451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60451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962969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62969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465487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65487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968006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68006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470524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70524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973042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73042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75560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75560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978078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78078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480596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80596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983114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83114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nonterrestrial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life remains undiscovered, studying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terrestrially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adapted creatures helps scientists understand life; they also wonder if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ultraterrestrial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forms could exist.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nonterrestrial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ultraterrestrial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nonterrestrial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nonterrestrial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Earth or land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adjective-forming suffix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nonterrestrial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Earth or land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adjective-forming suffix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nonterrestrial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without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Earth or land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adjective-forming suffix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Earth or land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adjective-forming suffix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 that; adverb-forming suffix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Earth or land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adjective-forming suffix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 that; adverb-forming suffix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Earth or land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adjective-forming suffix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 that; adverb-forming suffix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ultraterrestrial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ultraterrestrial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beyond; extreme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Earth or land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adjective-forming suffix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ultraterrestrial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beyond; extreme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Earth or land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adjective-forming suffix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ultraterrestrial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beyond; extreme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Earth or land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adjective-forming suffix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897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897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55415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55415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957933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57933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460451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60451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962969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62969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465487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65487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968006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68006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470524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70524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973042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73042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75560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75560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978078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78078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480596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80596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983114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83114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'terrestrial' = relating to the Earth/land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'terrestrial'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semi-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extraterrestrial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nonterrestrial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terrestrially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subterrestrial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extraterrestrially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ultraterrestrial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terrestrialness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'terrestrial' — 3-Day Teaching Deck</dc:title>
  <dc:subject>PptxGenJS Presentation</dc:subject>
  <dc:creator>Word Labs</dc:creator>
  <cp:lastModifiedBy>Word Labs</cp:lastModifiedBy>
  <cp:revision>1</cp:revision>
  <dcterms:created xsi:type="dcterms:W3CDTF">2026-07-03T09:20:34Z</dcterms:created>
  <dcterms:modified xsi:type="dcterms:W3CDTF">2026-07-03T09:20:34Z</dcterms:modified>
</cp:coreProperties>
</file>