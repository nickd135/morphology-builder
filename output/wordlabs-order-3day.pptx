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'order'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"arrangement, sequence, command"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ordo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'order' — arrangement, sequence, command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'order' means 'arrangement, sequence, command'.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'order'.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'order'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'order'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'order' means 'arrangement, sequence, command'.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'order'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'order'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'order' comes from a Greek word.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'disorder' contains the root 'order'.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'Preorder' means to order something after it has already been released.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'dis' in 'disorder' means the opposite of order.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'-ly' in 'orderly' turns the word into an adjective or adverb.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'order'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arrangement, sequence, command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ordo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preorder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'order'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instruction or command given to someone.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arranging things or asking for something to be delivered.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to receive something before it is officially available.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where things are messy or not organised properly.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calm, neat, and organised 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preorder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neatly, or having asked for something to be brought or delivered.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things again or place a new request for more of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'order'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'order'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stand in an orderly line before entering the classroom.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decided to preorder the new book so she would receive it on the day it came out.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hurricane left the town in complete disorder, with debris scattered everywhere.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asked to work in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orderly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manner, so they began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reordering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notes from the lesson.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disorder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room,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preordered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supplies and gave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clearly to her team.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preordered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preordered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preordered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preordered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preordered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sequence, command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sequence, command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arrangement, sequence, command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arrangement,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preorder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'order' — 3-Day Teaching Deck</dc:title>
  <dc:subject>PptxGenJS Presentation</dc:subject>
  <dc:creator>Word Labs</dc:creator>
  <cp:lastModifiedBy>Word Labs</cp:lastModifiedBy>
  <cp:revision>1</cp:revision>
  <dcterms:created xsi:type="dcterms:W3CDTF">2026-04-10T00:46:32Z</dcterms:created>
  <dcterms:modified xsi:type="dcterms:W3CDTF">2026-04-10T00:46:32Z</dcterms:modified>
</cp:coreProperties>
</file>