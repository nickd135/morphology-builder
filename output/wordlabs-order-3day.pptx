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'order'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"arrange, sequence, command"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ordo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'order' — arrange, sequence, command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'order' means 'arrange, sequence, command'.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'order'.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'order'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'order'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'order' means 'arrange, sequence, command'.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'order'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'order'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'disorder' uses the prefix 'dis' to mean the opposite of order.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'order'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'orderly' means organised and calm.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prefix 're' to 'order' makes the word 'reorder', meaning to arrange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'preorder' means to arrange something after it has already happened.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'order'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arrange, sequence, command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ordo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preorder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suborder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'order'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smaller group within a larger category used in science to sort living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arranging things or telling someone what to 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buy something before it is available in shops.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confusion or mess where things are not in their proper place.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 and calm, with everything in the right place.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preorder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neatly or given an instruction to do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suborder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things again or to ask for more supplies a second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'order'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'order'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reorder the sentences so the story made sense.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classroom was in complete disorder after the art supplies were knocked off the shelf.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preorder our tickets before they sell out this weekend.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orderly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nurse helped us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files in the hospital.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disorder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storeroom meant 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supplies,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orderly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shelves upstairs were fine.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sequence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arrange, sequence,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preorder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suborder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'order' — 3-Day Teaching Deck</dc:title>
  <dc:subject>PptxGenJS Presentation</dc:subject>
  <dc:creator>Word Labs</dc:creator>
  <cp:lastModifiedBy>Word Labs</cp:lastModifiedBy>
  <cp:revision>1</cp:revision>
  <dcterms:created xsi:type="dcterms:W3CDTF">2026-04-03T03:22:02Z</dcterms:created>
  <dcterms:modified xsi:type="dcterms:W3CDTF">2026-04-03T03:22:02Z</dcterms:modified>
</cp:coreProperties>
</file>