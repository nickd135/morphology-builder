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'order'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arrange; a command"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'order' — to arrange; a command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'order' means 'to arrange; a command'.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'order'.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'order'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'order'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'order' means 'to arrange; a command'.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'order'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'order'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'orders' means 'commands, requests for goods, or the way things are arranged'.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'order' means 'a type of dessert eaten after dinner'.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'order' means 'the way things are arranged, or a command telling someone what to do'.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'order' means 'to arrange; a command'.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'orders' means 'types of desserts eaten at parties'.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'order'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arrange; a command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'order'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50876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150876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48716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834640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2834640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25196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599432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599432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495544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5907024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07024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arranging things in sequence, telling someone what to do, or requesting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in a neat, tidy, and well-organised way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confusion or lack of order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things are arranged, or a command telling someone what to do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things in a new order, or to order something again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things in a sequence, told someone what to do, or requested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commands, requests for goods, or the way things are arranged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'order'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'order'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put the books in alphabetical order.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waiter took our orders for dinner.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captain ordered the soldiers to march forward.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explained several sleep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disorders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worried parents. The librarian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reordered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books by author's surname.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disordered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bedroom was covered in clothes and books.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disorderly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crowd was asked to leave the stadium.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Reordering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paragraphs helped make the essay clearer.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dered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arrange; a command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'order' = to arrange; a command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'order'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ordered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orderly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reorder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disorder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ordering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'order' — 3-Day Teaching Deck</dc:title>
  <dc:subject>PptxGenJS Presentation</dc:subject>
  <dc:creator>Word Labs</dc:creator>
  <cp:lastModifiedBy>Word Labs</cp:lastModifiedBy>
  <cp:revision>1</cp:revision>
  <dcterms:created xsi:type="dcterms:W3CDTF">2026-07-07T10:22:40Z</dcterms:created>
  <dcterms:modified xsi:type="dcterms:W3CDTF">2026-07-07T10:22:40Z</dcterms:modified>
</cp:coreProperties>
</file>