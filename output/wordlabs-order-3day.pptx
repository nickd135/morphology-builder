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'order'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'order' really means 'to arrange; a command'.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After the party, the lounge room was left in complete disorder.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'order'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arrange; a command"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'order'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'order' — to arrange; a command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'order' means 'to arrange; a command'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'order'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'order'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'order'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'order' means 'to arrange; a command'. You can find it in 'orderly'.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'reorder',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'orderly', '-ly' means 'like; having the qualities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'order' means 'to arrange; a command'.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'reorder' means 'to put things in a new order, or to order something again'.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'orderly' means 'arranged in a neat, tidy, and well-organised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'order'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'order' means 'to arrange; a command'.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'reorder' means 'to put things in a new order, or to order something again'.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'orderly' means 'arranged in a neat, tidy, and well-organised way'.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'order'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'order'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arrange; a command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'order'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0545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9806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9806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orderly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arranged in a neat, tidy, and well-organised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put things in a new order, or to order something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way things are arranged, or a command telling someone what to do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way things are arranged, or a command telling someone what to 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arranged in a neat, tidy, and well-organised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reorder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put things in a new order, or to order something again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'order'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'order'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put the books in alphabetical order.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lined up in an orderly queue for lunch.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asked us to reorder the sentences so the story made sense.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party, the lounge room was left in complete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disorder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arrange; a command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'order'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'order' = to arrange; a command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disorder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'order'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