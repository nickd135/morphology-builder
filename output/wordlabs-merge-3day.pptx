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'merge'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"join, combine, sink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mergere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'merge' — join, combine, sink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'merge' means 'join, combine, sink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'merge'.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'merge'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'merge'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'merge' means 'join, combine, sink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'merge'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'merge'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'merge' can only be used at the start of a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'sub' in 'submerge' means under or below.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'merge' comes from a Latin word meaning to join or sink into.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merger is when two companies join together to become 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'emerge' means to hide something deep underground.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'merge'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join, combine, sink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mergere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'merge'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completely under water or to cover something fully with liquid.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out from somewhere or to appear from hiding.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out into the open or appeared after being hidden.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companies or groups join together to become one organisation.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when something comes out or becomes known for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together or combine into one 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or more things have joined together to become 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'merge'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'merge'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how the two rivers merge together at the bottom of the valley to form one wide river.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butterfly began to emerge slowly from its chrysalis after many days of waiting.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small schools decided to merge so that students could share teachers and resources.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two streams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beautiful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wildlife can be seen along the bank.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emerging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danger meant the crew had to stay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submerged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hours.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now, 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combine, sink into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'merge' = join, combine, sink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'merge'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emergence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immerse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'merge' — 3-Day Teaching Deck</dc:title>
  <dc:subject>PptxGenJS Presentation</dc:subject>
  <dc:creator>Word Labs</dc:creator>
  <cp:lastModifiedBy>Word Labs</cp:lastModifiedBy>
  <cp:revision>1</cp:revision>
  <dcterms:created xsi:type="dcterms:W3CDTF">2026-04-09T22:32:20Z</dcterms:created>
  <dcterms:modified xsi:type="dcterms:W3CDTF">2026-04-09T22:32:20Z</dcterms:modified>
</cp:coreProperties>
</file>