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'merge'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combine, sink into"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mergere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'merge' — to combine, sink into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'merge' means 'to combine, sink into'.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'merge'.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'merge'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'merge'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'merge' means 'to combine, sink into'.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'merge'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'merge'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'merge' comes from Latin and means to combine or sink into.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'submerge' means to rise above the surface of the water.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'emerge' contains the prefix 'e-' meaning 'out of'.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When two rivers merge, they join together into one river.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'emergence' is a verb because it ends in '-ence'.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'merge'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combine, sink into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mergere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immerse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'merge'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dip something fully into a liquid, or to get completely involved in something, like immersing yourself in a good book.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out from somewhere and appear, like a butterfly emerging from a cocoon.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out or appearing for the first time, like new ideas emerging in science.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joining together right now, like lanes of traffic coming together on a highway.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completely under water or another liquid, like a submarine submerging beneath the ocean.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or more things join together to become one, like two roads joining into one.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immerse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things have already joined together, like two companies that joined to become one big company.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'merge'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'merge'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how the two streams merge into one wide river as we walk along the trail.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beautiful butterfly will emerge from the chrysalis after several weeks of change.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diver had to submerge completely beneath the water to explore the coral reef.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two small creeks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larger river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emerge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valley.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combine, sink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combine, sink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combine, sink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combine, sink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combine, sink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combine, sink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the rivers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near the town, fish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emerge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reeds, and we watched one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submerge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again beneath the surface.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combine, sink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combine, sink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combine, sink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combine, sink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combine, sink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combine, sink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combine, sink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combine, sink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combine, sink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combine, sink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immerse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emergence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'merge' — 3-Day Teaching Deck</dc:title>
  <dc:subject>PptxGenJS Presentation</dc:subject>
  <dc:creator>Word Labs</dc:creator>
  <cp:lastModifiedBy>Word Labs</cp:lastModifiedBy>
  <cp:revision>1</cp:revision>
  <dcterms:created xsi:type="dcterms:W3CDTF">2026-03-25T03:42:35Z</dcterms:created>
  <dcterms:modified xsi:type="dcterms:W3CDTF">2026-03-25T03:42:35Z</dcterms:modified>
</cp:coreProperties>
</file>