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'merge' has very few longer words built from it, so this deck practises adding the suffixes -ed, -ing and -s to the base (Years 3–4). Only 7 words with 'merge' suit Years 3–7, so there is no Day 3 dictation. Day 3 is the word matrix lesson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-s really means 'more than one, or someone does it now'.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This creek merges with the river near our camp, and we watched the merging water swirl and bubble.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'merge'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dip; to join into one"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'merge' has very few longer words built from it, so this deck practises adding the suffixes -ed, -ing and -s to the base (Years 3–4). Only 7 words with 'merge' suit Years 3–7, so there is no Day 3 dictation. Day 3 is the word matrix lesson only.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'merge' — to dip; to join into one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'merge'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'merge' = to dip; to join into one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to add the suffixes -ed, -ing and -s to the base 'merge' and spell the new words correctly.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each suffix tells us (for example, -ed means it has already happened).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the spelling rule (drop the e) when I add a suffix.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'merge'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'merge'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'merge' = to dip; to join into one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'merge' means 'to dip; to join into one'. You can find it in 'merged'.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'submerge', 'sub-' means 'under; below'.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'submerging', '-ing' means 'happening now'.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'merge'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'merge' = to dip; to join into one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'merged', the suffix '-ed' tells us it has already happened.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'merges', the suffix '-s'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'merging', the suffix '-ing' tells us it is happening.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'merge'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'merge' = to dip; to join into one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'merged', the suffix '-ed' tells us it has already happened.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'merges', the suffix '-s'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'merging', the suffix '-ing' tells us it is happening.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'merge'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'merge'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'merge' = to dip; to join into one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'merge'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dip; to join into one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submerge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submerged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submerging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'merge'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'merge'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'merge' = to dip; to join into one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463040" y="2971800"/>
            <a:ext cx="86868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463040" y="2971800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sub-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36829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660904" y="2971800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660904" y="297180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703320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995928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3995928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809744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5221224" y="2971800"/>
            <a:ext cx="1856232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21224" y="2971800"/>
            <a:ext cx="1856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submerged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365760" y="34290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-ed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'merge'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'merge'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'merge' = to dip; to join into one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going completely under the surface of water or another liquid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go completely under the surface of water or another liquid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submerge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joined or combined together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submerged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join or combine two or more things into one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submerging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completely covered by water or another liquid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'merge'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'merge'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'merge' = to dip; to join into one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join or combine two or more things into one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joined or combined together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submerge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go completely under the surface of water or another liquid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submerged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completely covered by water or another liquid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submerging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going completely under the surface of water or another liquid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'merge'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'merge'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'merge' = to dip; to join into one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'merge'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roads merge into one just before the bridge.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small companies merged to form one big business.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diver watched the fish submerge beneath the coral reef.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'merge'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'merge' = to dip; to join into one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'merge'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'merge' = to dip; to join into one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creek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merges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the river near our camp, and we watched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merging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water swirl and bubble.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'merge'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'merge' = to dip; to join into one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'merge'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'merge' = to dip; to join into one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join together into one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'merge'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'merge' = to dip; to join into one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join together into one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'merge'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'merge' = to dip; to join into one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join together into one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'merge'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'merge' = to dip; to join into one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'merge'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'merge' = to dip; to join into one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join together into one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'merge'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'merge' = to dip; to join into one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join together into one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'merge'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'merge' = to dip; to join into one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join together into one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'merge'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'merge' = to dip; to join into one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'merge'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'merge' = to dip; to join into one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542032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42032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'merge' — Teaching Deck</dc:title>
  <dc:subject>PptxGenJS Presentation</dc:subject>
  <dc:creator>Word Labs</dc:creator>
  <cp:lastModifiedBy>Word Labs</cp:lastModifiedBy>
  <cp:revision>1</cp:revision>
  <dcterms:created xsi:type="dcterms:W3CDTF">2026-10-22T10:14:33Z</dcterms:created>
  <dcterms:modified xsi:type="dcterms:W3CDTF">2026-10-22T10:14:33Z</dcterms:modified>
</cp:coreProperties>
</file>