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'merge'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join together into 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'merge' — to join together into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'merge' means 'to join together into 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'merge'.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'merge'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'merge'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'merge' means 'to join together into 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'merge'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'merge'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'merge' means 'to join or combine two or more things into one'.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'merged' means 'joined or combined together'.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'merged' means 'broken apart into pieces'.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'merge' means 'to break something into smaller pieces'.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'merge' means 'to join together into 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'merge'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join together into 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'merge'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the surface of water or another liquid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or combines with something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where two or more organisations join together to form 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joining together of two organisations or companies into one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or combining together, happening now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combine two or more things into one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or combined together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'merge'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'merge'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roads merge into one just before the bridge.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small companies merged to form one big business.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merger of the two banks created one of the largest banks in the country.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butterfly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its cocoon. The sun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behind the clouds after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chick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its egg after about three weeks.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tent, they saw a beautiful sunrise. Scientists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new species over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into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to join together into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'merge'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