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'repay' really means 'to pay back money that is owed'.
'refill' really means 'to fill something again once it is empty'.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camped at a nature reserve, and Dad had to relight the campfire after the wind blew it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Roadworks meant signs had to redirect cars past our school. In class, we drew maps to represent how the council might restructure the streets.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're-'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"again"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're-' — again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're-' means 'again'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're-'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're-'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're-' means 'again'. In 'react', it is added to 'act'.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'react', the base is 'act' (do).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're-' means 'again'.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'rejoin' means 'to join something again after leaving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'repay' means 'to act in response to something that happens'.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'reuse' means 'to use something again instead of throwing it away'.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'refill' means 'to pay back money that is owed'.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're-' means 'again'.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'rejoin' means 'to join something again after leaving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'repay' means 'to act in response to something that happens'.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'reuse' means 'to use something again instead of throwing it away'.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'refill' means 'to pay back money that is owed'.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're-'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again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refill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reheat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rejoin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reload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3756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74904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load something again, such as a web page or a dishwasher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fill something again once it is empty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act in response to something that happens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use something again instead of throwing it away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reheat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pay back money that is owed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rejoin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to heat food again after it has gone cold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reload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to join something again after leaving 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act in response to something that happens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pay back money that is owed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use something again instead of throwing it away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fill something again once it is empty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reheat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heat food again after it has gone cold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rejoin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to join something again after leaving it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reload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to load something again, such as a web page or a dishwasher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she react when she heard the good news?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refill my water bottle before we go for our run.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told me to reheat the pizza in the microwave.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camped at a nature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Dad had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relight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campfire after the wind blew it out.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relight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for; keep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for; keep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for; keep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relight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brightness; not heavy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Roadworks meant signs had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cars past our school. In class, we drew maps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represent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how the council might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streets.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place; to show or give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place; to show or give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place; to show or give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're-' =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're-'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