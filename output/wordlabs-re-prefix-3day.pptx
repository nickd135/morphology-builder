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're-' — again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're-' means 'again'.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're-' means 'again'.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'react', the root is the part after the prefix 're-'.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'repay' means 'to paint a fence a new colour'.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'repay' means 'to pay back money that is owed'.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'react' means 'to act in response to something that happens'.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're' means 'again'.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'react' means 'to plan something in advance'.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 something that happens or is said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something again instead of throwing it away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 showing of something, such as a TV programme, or to run again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something, usually a system or organisation, in order to improve it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act in response to something that happens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something again once it is empty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back money that is owed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she react when she heard the good news?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repay you the money I borrowed next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a rerun of our favourite show since nothing new was 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Refinancing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mortgage saved the family hundreds of dollars each month.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pulled her hand away from the hot stove.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refinancing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nanc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house was closed for months while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renovations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were finished. Asthma is a common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condition that affects the lungs. Scientists study how a starfish's arm can grow back through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renovations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renovations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renovations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renovations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renovations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nov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rerun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reuse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refill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reform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're-'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