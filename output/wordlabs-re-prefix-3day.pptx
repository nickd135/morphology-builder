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"again, back"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're-' — again, back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're-' means 'again, back'.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're-'.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're-'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're-' means 'again, back'.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'rebuild', the root is the part after the prefix 're-'.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'repeat' does not contain the prefix 're-'.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're-' means 'before' or 'in front of'.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're-' means 'again' or 'back'.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're-' to 'build' makes a new word meaning to build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're-' comes from Latin.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're-'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again, back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remind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back and visit a place or idea again.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process used materials so they can be used again.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play something again, like watching a video or replaying a game.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back or swap it with something new.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something again after it has been damaged or destroyed.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remind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someone remember something they might have forgotten.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something again, usually to make it better.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to rebuild the sandcastle after the wave knocked it down.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rewrite our paragraphs to make them clearer.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reminded me to pack my library books before school.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recycle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newspapers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replace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worn-out covers on their books.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wheel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wheel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wheel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spot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spot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spot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we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fence,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rethink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garden plan,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damage each 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 someone or somewhere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 someone or somewhere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 someone or somewhere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remind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're-' — 3-Day Teaching Deck</dc:title>
  <dc:subject>PptxGenJS Presentation</dc:subject>
  <dc:creator>Word Labs</dc:creator>
  <cp:lastModifiedBy>Word Labs</cp:lastModifiedBy>
  <cp:revision>1</cp:revision>
  <dcterms:created xsi:type="dcterms:W3CDTF">2026-04-10T00:54:22Z</dcterms:created>
  <dcterms:modified xsi:type="dcterms:W3CDTF">2026-04-10T00:54:22Z</dcterms:modified>
</cp:coreProperties>
</file>