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"again, back"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're-' — again, back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're-' means 'again, back'.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're-'.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're-'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're-' means 'again, back'.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'rebuild', the root is the part after the prefix 're-'.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're-' means again or back.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're-' comes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'rewrite' means to write something again.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're-' to a word always changes its meaning to the opposite.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're-' can be added to the word 'build' to make 'rebuild'.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're-'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again, back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things together again after they have been separated.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process used materials so they can be used again.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play something again, like a game or a video clip.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back to a place or give something back to someone.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something again after it has been damaged or knocked down.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something again carefully to check or improve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write something again, usually to make it better.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the community came together to rebuild the old fence around the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Sam to rewrite his paragraph so that his ideas were clearer.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replay the video clip because some students missed the beginning.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reconnect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cables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restart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computer.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join or link together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nect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restart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begin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reviewing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work, Tom decided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rewrite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conclusion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ideas.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iew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/yoo/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words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words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form words on paper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 or sequence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're-' = again, back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're-'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rebuild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replay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recycle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remind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're-' — 3-Day Teaching Deck</dc:title>
  <dc:subject>PptxGenJS Presentation</dc:subject>
  <dc:creator>Word Labs</dc:creator>
  <cp:lastModifiedBy>Word Labs</cp:lastModifiedBy>
  <cp:revision>1</cp:revision>
  <dcterms:created xsi:type="dcterms:W3CDTF">2026-03-26T07:31:12Z</dcterms:created>
  <dcterms:modified xsi:type="dcterms:W3CDTF">2026-03-26T07:31:12Z</dcterms:modified>
</cp:coreProperties>
</file>