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'locomotive' really means 'an engine that pulls a train along the tracks'.
'commotion' really means 'a noisy, busy disturbance where people move about'.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tiny motor set the toy boat in motion across the 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promoters of the school fair promoted it on posters around town. Their motive was to raise money for new library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'mot'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"move"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'mot' — move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'mot' means 'move'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'mot'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'mot'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'mot'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'mot' means 'move'. You can find it in 'demoted'.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'demoted', 'de-' means 'undo; remove; down'.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'commotion',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'mot' means 'move'.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'demoted' means 'moved down to a lower rank or position'.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'locomotive' means 'a noisy, busy disturbance where people move about'.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'emotional' means 'relating to feelings, or showing strong feelings'.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'commotion' means 'an engine that pulls a train along the tracks'.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'mot' means 'move'.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'demoted' means 'moved down to a lower rank or position'.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'locomotive' means 'a noisy, busy disturbance where people move about'.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'emotional' means 'relating to feelings, or showing strong feelings'.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'commotion' means 'an engine that pulls a train along the tracks'.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'mot'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demoted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locomotive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'mot'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252374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52374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329184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358444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58444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439826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4809744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09744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demoted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noisy, busy disturbance where people move about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move to a higher job position, or advertising to make something known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 engine that pulls a train along the tracks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locomotive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relating to feelings, or showing strong feelings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moved down to a lower rank or position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moved down to a lower rank or position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noisy, busy disturbance where people move about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move to a higher job position, or advertising to make something known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locomotive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an engine that pulls a train along the tracks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relating to feelings, or showing strong feelings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'mot'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'mot'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was demoted after missing several important deadlines.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a commotion in the playground when the magpie swooped.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celebrated his promotion to store manager.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tiny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 the toy boat in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the pond.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promoters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school fair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promoted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on posters around town. Their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motive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to raise money for new library books.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'mot' = move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promotional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motion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motive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promoted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718304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18304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'mot'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