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"move, motion, drive"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movere/motus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'mot' — move, motion, drive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'mot' means 'move, motion, drive'.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'mot' means 'move, motion, drive'.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'mot' comes from a Latin word meaning to move.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'emotion' has nothing to do with movement.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motor is a machine that creates movement or drives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'mot' can be found in the word 'motivate'.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'pro' in 'promote' means against or backwards.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move, motion, drive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movere/motus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powerful engine, especially one that pulls a train along the tracks.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inside you, like happiness, sadness, or excitement.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forward, like helping an idea grow or giving someone a better job.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reason to do something or to make someone want to try hard.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from everything else, or a device that controls something from a distance.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another, like the motion of a ball rolling down a hill.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that makes things move, like the engine in a car or a fan.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tried to motivate her students by telling them how important reading is.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control stopped working because the batteries ran out.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huge commotion in the playground when the fire alarm went off.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a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emotion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coach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promote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to the senior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vowels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vowels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vowels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ahead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ahead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ahead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behind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locomotive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design was to move heavy cargo quickly,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commotion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station caused a delay.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 element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'loco' to 'mot'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 element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'loco' to 'mot'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 element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'loco' to 'mot'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to, 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'm' from assimilation of 'com' before 'mot'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'm' from assimilation of 'com' before 'mot'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'm' from assimilation of 'com' before 'mot'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'mot' = move, motion,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locomotive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'mot' — 3-Day Teaching Deck</dc:title>
  <dc:subject>PptxGenJS Presentation</dc:subject>
  <dc:creator>Word Labs</dc:creator>
  <cp:lastModifiedBy>Word Labs</cp:lastModifiedBy>
  <cp:revision>1</cp:revision>
  <dcterms:created xsi:type="dcterms:W3CDTF">2026-04-03T03:24:09Z</dcterms:created>
  <dcterms:modified xsi:type="dcterms:W3CDTF">2026-04-03T03:24:09Z</dcterms:modified>
</cp:coreProperties>
</file>