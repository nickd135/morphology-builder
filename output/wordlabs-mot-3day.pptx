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"move, motion, drive"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movere/motus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'mot' — move, motion, drive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'mot' means 'move, motion, drive'.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'mot' means 'move, motion, drive'.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'emotion' has nothing to do with the root 'mot'.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'remote' contains the root 'mot' meaning move.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motor is a machine that creates movement.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'mot' comes from a Latin word meaning to move.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'loco' in 'locomotive' means fast.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move, motion, drive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movere/motus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powerful engine that pulls a train along the tracks.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inside you, like happiness, sadness or fear.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someone up to a higher position, or to help something grow.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reason or desire to do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from other places, or a device used to control something from a distance.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or a movement from one place to another.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that makes something move, like a car engine.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tried to motivate her students by telling them how important reading is.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remote-controlled car sped across the floor when Max pressed the button.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huge commotion in the playground when the big dog ran through the gate.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team,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the field was unstoppable.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locomotive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roared past,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emotion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children's faces showed their excitement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hummed loudly.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place,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place,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place,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that does, a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that does, a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that does, a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'mot' — 3-Day Teaching Deck</dc:title>
  <dc:subject>PptxGenJS Presentation</dc:subject>
  <dc:creator>Word Labs</dc:creator>
  <cp:lastModifiedBy>Word Labs</cp:lastModifiedBy>
  <cp:revision>1</cp:revision>
  <dcterms:created xsi:type="dcterms:W3CDTF">2026-04-10T00:40:05Z</dcterms:created>
  <dcterms:modified xsi:type="dcterms:W3CDTF">2026-04-10T00:40:05Z</dcterms:modified>
</cp:coreProperties>
</file>