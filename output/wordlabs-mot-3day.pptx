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'mot' — move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'mot' means 'move'.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'mot' means 'move'.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'motion' means 'a type of written apology'.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'mot' means 'move'.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'motion' means 'the act or process of moving'.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'motor' means 'a machine that makes something move, usually using electricity or fuel'.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'motor' means 'a large flying insect with colourful wings'.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98094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98094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45312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45312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772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8887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887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movements or actions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that make things move, usually using electricity or fuel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down to a lower rank or position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behind someone's actions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someone to a lower rank or position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that makes something move, usually using electricity or fuel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 moving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toy car wouldn't move because its motor was broken.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was in motion as soon as she kicked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tried to work out the suspect's motive for the crime.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handed 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posters for its new sale. Her voice was full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emotion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she told the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stirred up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emotions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audience. He became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he saw his old school photos. He hopes to study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automotive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engineering and design new cars.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demotes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'mot'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