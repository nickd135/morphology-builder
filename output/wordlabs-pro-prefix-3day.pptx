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"forward, before, in favour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'pro-' — forward, before, in favour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'pro-' means 'forward, before, in favour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'pro-'.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'pro-'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'pro-' means 'forward, before, in favour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'progress', the root is the part after the prefix 'pro-'.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'protect' uses the prefix 'pro-' meaning forward or in front.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'pro-' can mean 'forward' or 'in favour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prefix 'pro-' always makes a word mean 'against something'.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prefix 'pro-' comes from Latin.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'problem' is a good example of the prefix 'pro-' meaning forward.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'pro-'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forward, before, in favour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someone what they need.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planned piece of work, or to throw something forward.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forward or improving over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create something.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say you will definitely do something.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support something or move it forward, or to give someone a higher position.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someone or something safe from harm.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worked hard to make progress on their science project.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important to protect native animals in Australia.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will promote healthy eating during the sports carnival.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us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work and show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cover, shield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cover, shield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before, in front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cover, shield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go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will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promote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event,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provide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equipment,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produce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wonderful show.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forth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supply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forth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supply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forth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see, supply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forth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forth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forth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bring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before,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promise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profound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'pro-' — 3-Day Teaching Deck</dc:title>
  <dc:subject>PptxGenJS Presentation</dc:subject>
  <dc:creator>Word Labs</dc:creator>
  <cp:lastModifiedBy>Word Labs</cp:lastModifiedBy>
  <cp:revision>1</cp:revision>
  <dcterms:created xsi:type="dcterms:W3CDTF">2026-04-10T01:03:12Z</dcterms:created>
  <dcterms:modified xsi:type="dcterms:W3CDTF">2026-04-10T01:03:12Z</dcterms:modified>
</cp:coreProperties>
</file>