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"forward, in favour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'pro-' — forward, in favour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'pro-' means 'forward, in favour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'pro-'.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'pro-'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'pro-'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'pro-' means 'forward, in favour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'progress', the root is the part after the prefix 'pro-'.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prefix 'pro-' can mean 'forward' as in 'progress'.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prefix 'pro-' means 'against' something.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'protect' uses the prefix 'pro-' meaning forward or in favour of.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with 'pro-' often involve moving forward or supporting something.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prefix 'pro-' comes from Old English.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'pro-'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forward, in favour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pro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'pro-'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487168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83464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83464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9593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3068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3068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30952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42432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42432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or create something.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announce something loudly and officially.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forward or improve over time.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 someone up to a higher position, or to support an idea.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give something that is needed.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planned piece of work, or to throw something forward.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keep someone or something safe from harm.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'pro-'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'pro-'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worked hard to produce a solution that would protect the environment.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class will present a project about the progress of space exploration.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community gathered to protest against the plan to cut down the old trees.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made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their coach was proud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promote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 to the next level.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step or walk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move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mote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protest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students chose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proclaim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their support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provide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ideas for change.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favour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witness or affirm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favour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witness or affirm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in favour of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witness or affirm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publicly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call out or declare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ahead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prepare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ahead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prepare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forward, ahead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see or prepare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vide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'pro'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'pro-' = forward, in favour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'pro-'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gress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-ion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ject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duce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tect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claim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protect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produce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proclaim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promote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provide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protest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'pro-' — 3-Day Teaching Deck</dc:title>
  <dc:subject>PptxGenJS Presentation</dc:subject>
  <dc:creator>Word Labs</dc:creator>
  <cp:lastModifiedBy>Word Labs</cp:lastModifiedBy>
  <cp:revision>1</cp:revision>
  <dcterms:created xsi:type="dcterms:W3CDTF">2026-03-26T07:39:12Z</dcterms:created>
  <dcterms:modified xsi:type="dcterms:W3CDTF">2026-03-26T07:39:12Z</dcterms:modified>
</cp:coreProperties>
</file>