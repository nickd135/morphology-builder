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 favour of; forward"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'pro-' — in favour of; forward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'pro-' means 'in favour of; forward'.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'pro-'.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'pro-'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'pro-' means 'in favour of; forward'.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'product', the root is the part after the prefix 'pro-'.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'product' means 'something that is made or grown, usually to be sold; also the result of multiplying numbers'.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'product' means 'a loud sound made during a thunderstorm'.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'program' means 'a small metal tool used for building'.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'pro' means 'in favour of; forward'.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'program' means 'a set of planned activities, events, or computer instructions'.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'pro-'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 favour of; forward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83464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83464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03250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03250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0566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4681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4681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planned piece of work, or to forecast or throw something forward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that are made or manufactured, especially to be sold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made or grown, usually to be sold; also the result of multiplying numbers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of planned activities or computer instructions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pieces of work, or forecasts something forward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public statement showing that people disagree with something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 of planned activities, events, or computer instructions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on the shelf was on sale for half price.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fitness program starts on Monday.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is working on a science project about volcanoes.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mayor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proclaimed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public holiday for the town's anniversary. Several staff received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promotions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years of hard work.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out; cry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seasons brings cooler weather in autumn. The school introduced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 to teaching maths. The shop handed out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posters for its new sale.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step;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favour of; 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in favour of; forward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cede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cess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products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'pro-'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