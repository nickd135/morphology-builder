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'promotion' really means 'a move to a higher job position, or advertising to make something known'.
'prospect' really means 'the possibility that something will happen in the future'.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science project is to program a small robot to follow a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ads proclaim that this product will help your garden grow. We will check our tomato plants each week to track their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Prefix: 'pro-'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favour of; forward"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'pro-' — in favour of; forward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prefix 'pro-' means 'in favour of; forward' and how it changes the meaning of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prefix 'pro-'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'pro-' to a base and explain the new word's meaning.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'pro-'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base to change its meaning. The prefix 'pro-' means 'in favour of; forward'. You can see it at the start of 'protractor'.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'provided', the base is 'vid' (see).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'provider',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'pro-' means 'in favour of; forward'.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'provided' means 'gave or supplied something needed'.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'promotion' means 'the possibility that something will happen in the future'.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'process' means 'a series of actions taken to achieve a particular result'.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'prospect' means 'a person or company that supplies something people need'.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prefix 'pro-' means 'in favour of; forward'.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'provided' means 'gave or supplied something needed'.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'promotion' means 'the possibility that something will happen in the future'.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'process' means 'a series of actions taken to achieve a particular result'.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'prospect' means 'a person or company that supplies something people need'.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 'pro-'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favour of; forward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prefix: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prospect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protractor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procedure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'pro-'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266090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66090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42900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72160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72160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53542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4946904" y="3776472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46904" y="377647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prospect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series of actions taken to achieve a particular result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possibility that something will happen in the future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maths tool shaped like a half circle, used to measure angles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protractor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person or company that supplies something people need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series of steps followed in a particular order to do something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procedure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 move to a higher job position, or advertising to make something known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gave or supplied something needed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prospect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possibility that something will happen in the future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gave or supplied something needed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or company that supplies something people need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protractor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maths tool shaped like a half circle, used to measure angles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series of actions taken to achieve a particular result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procedure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 series of steps followed in a particular order to do something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a move to a higher job position, or advertising to make something known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'pro-'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'pro-'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provided new books for every student.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explorers packed enough provisions to last a month.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was promoted to team leader after her hard work.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science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small robot to follow a line.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something written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something written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written; something written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gram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proclaim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this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will help your garden grow. We will check our tomato plants each week to track their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proclaim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proclaim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proclaim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out; cry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proclaim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out; cry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proclaim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out; cry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claim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'pro-'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Prefix: 'pro-' = in favour of; forward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ject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cess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processor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projection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projector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promoted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Prefix 'pro-'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