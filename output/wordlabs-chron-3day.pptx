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'chron'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'chron' —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'chron' means 'time'.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'chron'.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'chron'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'chron'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'chron' means 'time'.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'chron'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'chron'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'chron' comes from Greek and means time.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chronicle is a device used to measure temperature.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Chronological order means events are arranged from first to last.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'syn' in synchronise means together or at the same time.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'chronic' means something that lasts only a few seconds.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'chron'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'chron'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-ological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accurate clock or instrument used to measure time precisely.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two or more things happen at exactly the same time, like synchronising watches.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the order that things happened from first to last.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placed in the wrong time period, like a knight using a mobile phone.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or study of events arranged in the order they happened in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goes on for a very long time, like a chronic illness that doesn't go away quickly.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record of events in the order they happened, like a history diary.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'chron'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'chron'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historian arranged all the ancient events in chronological order so the students could follow the story of the Roman Empire.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ship's captain relied on a precise chronometer to navigate safely across the ocean.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kept a chronicle of their science experiment, recording what happened each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arranged the events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order before writing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chronicle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school camp.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study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study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study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it was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anachronism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film was still enjoyable; the director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prop, and the whole story followed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sequence.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nism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nism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study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study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study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-ological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anachronistic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'chron' — 3-Day Teaching Deck</dc:title>
  <dc:subject>PptxGenJS Presentation</dc:subject>
  <dc:creator>Word Labs</dc:creator>
  <cp:lastModifiedBy>Word Labs</cp:lastModifiedBy>
  <cp:revision>1</cp:revision>
  <dcterms:created xsi:type="dcterms:W3CDTF">2026-03-25T04:00:08Z</dcterms:created>
  <dcterms:modified xsi:type="dcterms:W3CDTF">2026-03-25T04:00:08Z</dcterms:modified>
</cp:coreProperties>
</file>