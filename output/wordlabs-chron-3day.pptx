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'chron / chrono' suit Years 3–7, so Day 3 has 1 dictation word instead of 3. Day 2 has 1 dictation word instead of 2. Day 1 shows 3 example words instead of 5–7. This deck teaches 'chron' and 'chrono' together: they are spellings of the same root.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'chron / chrono' really means 'time'.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Let's synchronise our watches before the cross-country race begins.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Arrange the photos of our school excursion chronologically, starting with the bus ride.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'chron / chrono'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'chron / chrono' suit Years 3–7, so Day 3 has 1 dictation word instead of 3. Day 2 has 1 dictation word instead of 2. Day 1 shows 3 example words instead of 5–7. This deck teaches 'chron' and 'chrono' together: they are spellings of the same root.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'chron / chrono' — time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'chron / chrono' means 'time'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'chron / chrono'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'chron / chrono'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'chron / chrono'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'chron / chrono' means 'time'. You can find it in 'chronic'.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'synchronise', 'syn-' means 'together; with; same'.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'chronic', '-ic' means 'related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'chron / chrono' means 'time'.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'chronological' means 'arranged in the order in which things happened, following time order'.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'chronic' means 'lasting for a long time or happening repeatedly, especially about an illness or problem'.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'chronology' means 'the order in which events happened, or a record of events arranged in that order'.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'chron / chrono'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'chron / chrono' means 'time'.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'chronological' means 'arranged in the order in which things happened, following time order'.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'chronic' means 'lasting for a long time or happening repeatedly, especially about an illness or problem'.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'chronology' means 'the order in which events happened, or a record of events arranged in that order'.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root 'chron / chrono' means 'to break'.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'chron / chrono'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Greek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'chron / chrono'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-logical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98064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98064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3611880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4023360" y="3374136"/>
            <a:ext cx="1545336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23360" y="3374136"/>
            <a:ext cx="1545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arranged in the order in which things happened, following time order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lasting for a long time or happening repeatedly, especially about an illness or problem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order in which events happened, or a record of events arranged in that order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lasting for a long time or happening repeatedly, especially about an illness or problem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order in which events happened, or a record of events arranged in that order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arranged in the order in which things happened, following time order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'chron / chrono'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'chron / chrono'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suffers from a chronic back problem that flares up every winter.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a chronology of the main events in the story.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museum displayed the artefacts in chronological order, from oldest to newest.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our watches before the cross-country race begins.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together; with; same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make; to become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nise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Arrange the photos of our school excursion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starting with the bus ride.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do with the study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89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89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55415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5415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57933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7933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60451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60451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62969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2969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65487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5487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6800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800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7052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7052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73042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73042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75560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5560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78078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78078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80596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80596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83114" y="4187952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83114" y="4187952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'chron / chrono'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'chron / chrono' = time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-logical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-logy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-ise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synchronise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'chron / chrono'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