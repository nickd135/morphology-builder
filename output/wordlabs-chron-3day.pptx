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'chron'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"time"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'chron' — time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'chron' means 'time'.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'chron'.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'chron'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'chron'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'chron' means 'time'.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'chron'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'chron'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'chronic' means 'lasting for a long time or happening repeatedly, especially about an illness or problem'.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'synchronise' means 'to make things happen or operate at the same time'.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'synchronise' means 'to make something disappear completely'.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'chronic' means 'extremely funny and likely to make people laugh'.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'chron' means 'time'.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'chron'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'chron'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508760" y="32644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508760" y="32644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487168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834640" y="32644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834640" y="32644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251960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599432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599432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495544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5907024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07024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'chron'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'chron'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suffers from a chronic back problem that flares up every winter.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dancers had to synchronise their movements perfectly.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clocks showed synchronous ticking.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suffers from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back problem that flares up every winter. The dancers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synchronise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movements perfectly. The two clocks showed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ticking.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'chron'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