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'chron'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'chron' —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'chron' means 'time'.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'chron'.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'chron'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'chron'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'chron' means 'time'.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'chron'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'chron'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anachronism is something that belongs to the wrong time period.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chronometer is a device used to measure temperature.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'chron' comes from Greek and means time.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'chronicle' contains the root 'chron' meaning time.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'syn' in 'synchronise' means against or opposite.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'chron'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'chron'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-ological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accurate clock or instrument used to measure time precisely.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two or more things happen at exactly the same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the order that things happened, from first to last.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placed in the wrong time period, like a knight using a mobile phone.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events arranged in the order they happened in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of events in the order they happened over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happening for a long time and keeps going, like a long-lasting illness.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'chron'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'chron'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teacher asked us to put the events in chronological order, starting with the earliest.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swimmers had to synchronise their movements so they all dived into the pool at exactly the same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chronic cough is one that has lasted for a very long time and just won't go away.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kept a detailed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journey, and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him track the exact time each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 related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 related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 related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that measures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that measures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that measures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study the order of events;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anachronism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occurs when something appears in the wrong time period,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synchronised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clocks all show the same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or practice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or practice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or practice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at the same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at the same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at the same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-ological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'chron' — 3-Day Teaching Deck</dc:title>
  <dc:subject>PptxGenJS Presentation</dc:subject>
  <dc:creator>Word Labs</dc:creator>
  <cp:lastModifiedBy>Word Labs</cp:lastModifiedBy>
  <cp:revision>1</cp:revision>
  <dcterms:created xsi:type="dcterms:W3CDTF">2026-04-10T00:35:13Z</dcterms:created>
  <dcterms:modified xsi:type="dcterms:W3CDTF">2026-04-10T00:35:13Z</dcterms:modified>
</cp:coreProperties>
</file>