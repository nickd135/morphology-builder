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'organise'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"arrange into an ordered structure"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organon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'organise' — arrange into an ordered 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'organise' means 'arrange into an ordered structure'.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'organise'.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'organise'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'organise'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'organise' means 'arrange into an ordered structure'.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'organise'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'organise'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'organise' comes from the Greek word 'organon'.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'disorganised' means to arrange things very neatly.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're-' before 'organise' means to organise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'organiser' is a person who arranges and plans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'-ation' turns 'organise' into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'organise'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arrange into an ordered structure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organon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co-organise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'organise'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628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9103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9103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8064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2179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179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plan and arrange something together with another person.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working together with a plan and structure.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and not arranged in any helpful order.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neatly and in a sensible order.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something again in a better or different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arranging or putting things in order.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co-organise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plans and arranges events or things.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'organise'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'organise'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organise our classroom library so that everyone can find books easily.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fete organiser worked very hard to make sure every stall was ready on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our teacher asked us to reorganise our folders and put our work in the right order.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us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bookshelves before the school fair.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disorganised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reorganise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folders,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organiser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gave them helpful tips.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the past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58589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 into order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66826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'organise' = arrange into an ordered structure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'organise'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disorganised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co-organise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reorganisation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'organise' — 3-Day Teaching Deck</dc:title>
  <dc:subject>PptxGenJS Presentation</dc:subject>
  <dc:creator>Word Labs</dc:creator>
  <cp:lastModifiedBy>Word Labs</cp:lastModifiedBy>
  <cp:revision>1</cp:revision>
  <dcterms:created xsi:type="dcterms:W3CDTF">2026-03-25T03:18:25Z</dcterms:created>
  <dcterms:modified xsi:type="dcterms:W3CDTF">2026-03-25T03:18:25Z</dcterms:modified>
</cp:coreProperties>
</file>