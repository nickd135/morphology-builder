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6 word families with 'organise'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'organisation' really means 'a group of people who work together for a particular purpose, such as a business or charity'.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organiser of the fun run thanked every volunteer at the finish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'organise'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"plan and arrange"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6 word families with 'organise'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'organise' — plan and arrange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'organise'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'organise' = plan and arrange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'organise' means 'plan and arrange'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'organise'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'organise'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'organise'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'organise'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'organise' = plan and arrange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'organise' means 'plan and arrange'. You can find it in 'reorganise'.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'reorganise', 're-' means 'again'.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'organisation', '-ation' means 'act or process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'organise'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'organise' = plan and arrange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'organise' means 'plan and arrange'.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'reorganise' means 'to arrange or organise something again in a new way'.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'organisation' means 'not properly planned or arranged; messy'.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'disorganised' means 'not properly planned or arranged; messy'.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'organise'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'organise' = plan and arrange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'organise' means 'plan and arrange'.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'reorganise' means 'to arrange or organise something again in a new way'.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'organisation' means 'not properly planned or arranged; messy'.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'disorganised' means 'not properly planned or arranged; messy'.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'organise'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'organise'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'organise' = plan and arrange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'organise'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and arrange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reorganise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disorganised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organisation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'organise'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'organise'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'organise' = plan and arrange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463040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463040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36829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660904" y="2971800"/>
            <a:ext cx="14173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660904" y="297180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114800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407408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407408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221224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5632704" y="2971800"/>
            <a:ext cx="232257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32704" y="2971800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disorganised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65760" y="3429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'organise'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'organise'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'organise' = plan and arrange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arrange or organise something again in a new way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reorganise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group of people who work together for a particular purpose, such as a business or charity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disorganised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arrange or plan something so it is in order or ready to happen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not properly planned or arranged; messy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'organise'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'organise'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'organise' = plan and arrange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arrange or plan something so it is in order or ready to happen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reorganise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arrange or organise something again in a new way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disorganised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not properly planned or arranged; messy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group of people who work together for a particular purpose, such as a business or charity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'organise'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'organise'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'organise' = plan and arrange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'organise'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organise your desk before the bell rings?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to reorganise the classroom so there is more space to move.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disorganised filing cabinet made it impossible to find anything.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'organise'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'organise' = plan and arrange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'organise'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'organise' = plan and arrange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organiser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fun run thanked every volunteer at the finish line.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'organise'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'organise' = plan and arrange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'organise'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'organise' = plan and arrange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arrange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'organise'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'organise' = plan and arrange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arrange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'organise'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'organise' = plan and arrange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arrange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'organise'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'organise' = plan and arrange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'organise'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'organise' = plan and arrange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reorganisation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542032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42032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'organise'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