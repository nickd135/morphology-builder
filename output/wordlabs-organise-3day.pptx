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'organise'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"arrange into an orderly structure"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organon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'organise' — arrange into an orderly structure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'organise' means 'arrange into an orderly structure'.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'organise'.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'organise'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'organise'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'organise' means 'arrange into an orderly structure'.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'organise'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'organise'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'disorganised' uses the prefix 'dis' to mean the opposite of organised.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You can add the suffix '-ation' to 'organise' to make the noun 'organisation'.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organiser is something that makes a room look messy.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'reorganise' means to arrange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'organise' comes from a Latin word meaning to write.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'organise'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arrange into an orderly structure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organon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'organise'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8064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2179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setting something up again in a different or improved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work together with a shared purpose, like a club or company.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and not in order, making things hard to find or understand.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neatly and in order, so things are easy to find.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something again in a new or better order.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putting things into a tidy, planned order right now.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plans and arranges events or activities for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'organise'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'organise'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organise our bookshelf so that everyone can find the right books quickly.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organiser planned the whole sports carnival, including the races and the lunch schedule.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holidays, the teacher asked the class to reorganise their folders and remove any old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hard to make sure the books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neatly on every shelf.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reorganisation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classroom was tricky,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reorganising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helped students feel less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disorganised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85237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in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orderly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co-organise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'organise' — 3-Day Teaching Deck</dc:title>
  <dc:subject>PptxGenJS Presentation</dc:subject>
  <dc:creator>Word Labs</dc:creator>
  <cp:lastModifiedBy>Word Labs</cp:lastModifiedBy>
  <cp:revision>1</cp:revision>
  <dcterms:created xsi:type="dcterms:W3CDTF">2026-07-03T09:03:18Z</dcterms:created>
  <dcterms:modified xsi:type="dcterms:W3CDTF">2026-07-03T09:03:18Z</dcterms:modified>
</cp:coreProperties>
</file>