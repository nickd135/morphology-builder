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'organise'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"plan and arrange"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'organise' — plan and arrange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'organise' means 'plan and arrange'.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'organise'.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'organise'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'organise'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'organise' means 'plan and arrange'.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'organise'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'organise'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'organise' means 'to arrange or plan something so it is in order or ready to happen'.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'organise' means 'plan and arrange'.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'organise' means 'to run very quickly across a field'.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'organised' means 'extremely tired or sleepy'.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'organised' means 'arranged in a neat, planned, or orderly way'.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'organise'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and arrange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'organise'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834640" y="4636008"/>
            <a:ext cx="182880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2834640" y="46360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69087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503834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03834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93445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634593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4593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or organise something again in a new way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arranges or plans things so they are in order (present tense of organise)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arranging or planning something so it is in order (the -ing form of organise)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or plan something so it is in order or ready to happen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or tools that arrange and plan things (plural of organiser)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tool that arranges and plans things, or a container for keeping things in order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arranged in a neat, planned, or orderly way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'organise'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'organise'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organise your desk before the inspector visits?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organised study notes made revising for the test much easier.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event organiser booked the hall and sent out all the invitations.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disorganised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filing cabinet made it impossible to find anything. The staff spent the weekend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reorganising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storeroom shelves.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charity is a large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helps homeless families. Several charity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worked together to collect food for the flood victims. Good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skills help you plan your work and manage your time.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plan and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organising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'organise' — 3-Day Teaching Deck</dc:title>
  <dc:subject>PptxGenJS Presentation</dc:subject>
  <dc:creator>Word Labs</dc:creator>
  <cp:lastModifiedBy>Word Labs</cp:lastModifiedBy>
  <cp:revision>1</cp:revision>
  <dcterms:created xsi:type="dcterms:W3CDTF">2026-07-07T10:22:36Z</dcterms:created>
  <dcterms:modified xsi:type="dcterms:W3CDTF">2026-07-07T10:22:36Z</dcterms:modified>
</cp:coreProperties>
</file>