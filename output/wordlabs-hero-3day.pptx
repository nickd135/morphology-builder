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'hero'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very brave person"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Core English root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29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661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03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01568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01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85616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8561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69664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6966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'hero' — a very brave person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'hero'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'hero' = a very brave person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'hero' means 'a very brave person'.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the meaning of the root 'hero'.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prefixes and suffixes to build and decode 'hero' words.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'hero' words effectively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'hero'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'hero' = a very brave person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part of a word carrying its basic meaning. For example, 'hero' means 'a very brave person'.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beginning of a root to change its meaning. E.g. a prefix before 'hero' changes the word's meaning.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end of a word to change its meaning or form. E.g. a suffix after 'hero' can make a noun or adjective.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'hero'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'hero' = a very brave person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following statements true or false?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'heroes' means 'more than one person admired for doing something brave or good'.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'hero' means 'a person who breaks the rules on purpose'.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'hero' means 'a person admired for doing something brave or good'.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'heroes' means 'people who cause a lot of trouble'.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'hero' means 'a very brave person'.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'hero'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'hero'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'hero' = a very brave person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'hero'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324612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777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very brave person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Core English root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'hero'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'hero'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'hero' = a very brave person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matrix below. Choose morpheme parts to build a word. Not all combinations work!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234440"/>
            <a:ext cx="1645920" cy="457200"/>
          </a:xfrm>
          <a:prstGeom prst="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'hero'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hero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91840" y="22128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-ic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28072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508760" y="2807208"/>
            <a:ext cx="1243584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508760" y="2807208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'hero'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779776" y="28072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127248" y="2807208"/>
            <a:ext cx="82296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127248" y="280720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023360" y="280720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4434840" y="2807208"/>
            <a:ext cx="219456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34840" y="28072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hero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'hero'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'hero'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'hero' = a very brave person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word to its meaning: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'hero'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'hero'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'hero' = a very brave person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example sentences. Underline the 'hero' word and discuss its meaning.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firefighter was a hero for rescuing the family from the fire.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book tells the story of three heroes who saved the village.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lifeguard's heroic rescue was reported on the news.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'hero'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'hero' = a very brave person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'hero'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'hero' = a very brave person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firefighter was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hero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rescuing the family from the fire.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15468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5468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15468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15468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'hero'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'hero' = a very brave person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hero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'hero'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'hero' = a very brave person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hero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very brave person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'hero'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'hero' = a very brave person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hero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very brave person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'hero'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'hero' = a very brave person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hero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very brave person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670048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70048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123944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23944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577840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77840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031736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31736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'hero'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'hero' = a very brave person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'hero'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'hero' = a very brave person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book tells the story of three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heroes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who saved the village. The lifeguard's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heroic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rescue was reported on the news. The crowd cheered at the goalkeeper's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heroics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the final minute.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1148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heroes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8516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8516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18516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heroic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8516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588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588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9588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heroics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588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'hero'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'hero' = a very brave person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heroes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'hero'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'hero' = a very brave person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heroes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very brave person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'hero'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'hero' = a very brave person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heroes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very brave person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roes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'hero'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'hero' = a very brave person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heroes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very brave person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roes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2773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2773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6393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393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508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08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0624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624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27405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7405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'hero'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'hero' = a very brave person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heroic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'hero'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'hero' = a very brave person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heroic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very brave person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'hero'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'hero' = a very brave person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heroic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very brave person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'hero'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'hero' = a very brave person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heroic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very brave person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54649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54649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93146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93146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331643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31643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370141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70141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408638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8638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447135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47135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'hero'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'hero' = a very brave person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heroics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'hero'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'hero' = a very brave person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heroics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very brave person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'hero'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'hero' = a very brave person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heroics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very brave person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'hero'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'hero' = a very brave person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heroics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very brave person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12483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12483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03352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3352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94220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4220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8508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508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75957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5957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66826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6826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57694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7694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'hero'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'hero' = a very brave person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17043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7043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600200"/>
            <a:ext cx="2468880" cy="438912"/>
          </a:xfrm>
          <a:prstGeom prst="rect">
            <a:avLst>
              <a:gd name="adj" fmla="val 12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6002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718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'hero'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066544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404872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718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743200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081528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718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each: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'hero'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'hero' = a very brave person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words you could have made. Check your list!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15568"/>
            <a:ext cx="2468880" cy="420624"/>
          </a:xfrm>
          <a:prstGeom prst="rect">
            <a:avLst>
              <a:gd name="adj" fmla="val 1304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1556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718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'hero'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hero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71800" y="1984248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-ic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3611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'hero' — 3-Day Teaching Deck</dc:title>
  <dc:subject>PptxGenJS Presentation</dc:subject>
  <dc:creator>Word Labs</dc:creator>
  <cp:lastModifiedBy>Word Labs</cp:lastModifiedBy>
  <cp:revision>1</cp:revision>
  <dcterms:created xsi:type="dcterms:W3CDTF">2026-07-07T10:24:23Z</dcterms:created>
  <dcterms:modified xsi:type="dcterms:W3CDTF">2026-07-07T10:24:23Z</dcterms:modified>
</cp:coreProperties>
</file>