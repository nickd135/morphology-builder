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'hero'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"brave, admired person"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heros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'hero' — brave, admired person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'hero' means 'brave, admired person'.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'hero'.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'hero'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'hero'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'hero' means 'brave, admired person'.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'hero'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'hero'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'hero' comes from the Greek word 'heros'.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'heroic' means being cowardly and afraid.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superhero is a type of hero with special or extraordinary powers.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'heroine' refers to a brave or admired female character.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'anti' in 'antihero' means 'with' or 'together'.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'hero'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brave, admired person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heros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heroes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heroine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heroic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heroism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heroics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antihero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'hero'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pseudo-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-ically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-ism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-ine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1508760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1508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anti-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263347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2980944" y="46360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2980944" y="4636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4251960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4599432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4599432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-ess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5623560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7" name="Shape 55"/>
          <p:cNvSpPr/>
          <p:nvPr/>
        </p:nvSpPr>
        <p:spPr>
          <a:xfrm>
            <a:off x="6035040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035040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bravery shown by a person in a difficult or dangerous situation.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brave or admired girl or woman, often the main character in a story.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heroine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 or daring actions that someone performs.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heroic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Acting in a very brave and courageous way.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heroism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brave person who does something great or saves others.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heroics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main character in a story who doesn't have typical hero qualities but is still important.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antihero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brave or admired person.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'hero'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'hero'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firefighter was celebrated as a local hero after rescuing the family from the burning building.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book we are reading, the heroine must travel across dangerous lands to save her village.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took real heroism for the young student to stand up and speak the truth in front of everyone.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superhero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showed true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heroism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she protected the city from danger.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superhero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heroism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superhero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superhero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brave, admired person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superhero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brave, admired person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superhero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brave, admired person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heroism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heroism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brave, admired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belief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heroism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brave, admired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belief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ism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heroism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brave, admired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belief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ism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heroic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antihero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surprised everyone with his bravery, proving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heroism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 come from unexpected people.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heroic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antihero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heroism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brave, admired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brave, admired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brave, admired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antihero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antihero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brave, admired person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antihero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brave, admired person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antihero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brave, admired person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heroism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heroism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brave, admired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belief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heroism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brave, admired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belief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ism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heroism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brave, admired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belief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ism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'hero' = brave, admired person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'hero'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pseudo-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-ically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-ism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-ine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heroes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heroine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heroic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heroism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heroics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antihero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superhero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'hero' — 3-Day Teaching Deck</dc:title>
  <dc:subject>PptxGenJS Presentation</dc:subject>
  <dc:creator>Word Labs</dc:creator>
  <cp:lastModifiedBy>Word Labs</cp:lastModifiedBy>
  <cp:revision>1</cp:revision>
  <dcterms:created xsi:type="dcterms:W3CDTF">2026-03-25T03:31:30Z</dcterms:created>
  <dcterms:modified xsi:type="dcterms:W3CDTF">2026-03-25T03:31:30Z</dcterms:modified>
</cp:coreProperties>
</file>