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'hero'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"brave, admired person"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heros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'hero' — brave, admired person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'hero' = brave, admired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'hero' means 'brave, admired person'.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'hero'.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'hero'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'hero'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'hero' = brave, admired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'hero' means 'brave, admired person'.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'hero'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'hero'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'hero' = brave, admired person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 superhero is a hero with special powers.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An antihero is a type of character who is different from a typical hero.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suffix '-ism' means 'to do again'.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'heroic' means being cowardly and afraid.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'hero' comes from the Greek word 'heros'.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'hero'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'hero' = brave, admired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brave, admired person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heros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heroic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heroine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heroism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heroes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heroically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antihero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'hero'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'hero' = brave, admired person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-ism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pseudo-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-ically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6334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98094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98094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519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59943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59943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'hero' = brave, admired person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hero — a group of brave, admired people.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heroic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female hero — a brave or admired woman or girl in a story or real life.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heroine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something in a very brave and admirable way.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heroism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being very brave and doing heroic things.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heroes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is admired for doing something very brave or good.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heroically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main character in a story who is not a typical hero — they may do good things but in the wrong way.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antihero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Showing great bravery, like something a hero would do.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'hero'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'hero' = brave, admired person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'hero'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firefighter was celebrated for her heroic actions during the bushfire.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story, the antihero did questionable things but still managed to save the town.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crowd cheered as the superhero swooped down to rescue the trapped children.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'hero' = brave, admired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'hero' = brave, admired person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young girl showed great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heroism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when she rescued her friend, and everyone agreed it was a truly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heroic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heroism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heroic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'hero' = brave, admired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heroism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'hero' = brave, admired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heroism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brave, admired person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or belief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'hero' = brave, admired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heroism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brave, admired person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or belief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ism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'hero' = brave, admired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heroism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brave, admired person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or belief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ism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'hero' = brave, admired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'hero' = brave, admired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brave, admired person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'hero' = brave, admired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brave, admired person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'hero' = brave, admired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brave, admired person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'hero' = brave, admired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'hero' = brave, admired person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superhero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acted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heroically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defeat the villain;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antihero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however, watched from the shadows.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superhero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heroically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antihero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'hero' = brave, admired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superhero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'hero' = brave, admired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superhero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brave, admired person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'hero' = brave, admired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superhero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brave, admired person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'hero' = brave, admired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superhero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brave, admired person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'hero' = brave, admired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heroically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'hero' = brave, admired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heroically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brave, admired person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manner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'hero' = brave, admired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heroically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brave, admired person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manner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'hero' = brave, admired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heroically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brave, admired person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manner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5218730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'hero' = brave, admired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antihero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'hero' = brave, admired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antihero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brave, admired person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'hero' = brave, admired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antihero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brave, admired person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'hero' = brave, admired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antihero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brave, admired person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'hero' = brave, admired person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'hero' = brave, admired person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-ism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pseudo-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-ically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heroic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heroine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heroism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heroes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heroically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antihero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superhero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'hero' — 3-Day Teaching Deck</dc:title>
  <dc:subject>PptxGenJS Presentation</dc:subject>
  <dc:creator>Word Labs</dc:creator>
  <cp:lastModifiedBy>Word Labs</cp:lastModifiedBy>
  <cp:revision>1</cp:revision>
  <dcterms:created xsi:type="dcterms:W3CDTF">2026-04-09T22:19:49Z</dcterms:created>
  <dcterms:modified xsi:type="dcterms:W3CDTF">2026-04-09T22:19:49Z</dcterms:modified>
</cp:coreProperties>
</file>