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'doubt'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be unsure about"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'doubt' — to be unsure about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'doubt' means 'to be unsure about'.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'doubt'.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'doubt'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'doubt'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'doubt' means 'to be unsure about'.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'doubt'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'doubt'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'doubt' means 'to be unsure about'.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'doubt' means 'a strong feeling of happiness'.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'doubt' means 'a feeling of not being sure about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'doubts' means 'loud musical instruments'.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'doubts' means 'feelings of not being sure about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'doubt'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be unsure about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'doubt'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unsure about something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feelings of not being sure about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being sure about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sure or likely to happen; uncertain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'doubt'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'doubt'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have a doubt about whether the bus will arrive on 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had doubts about the plan working.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doubted his answer was correct.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own memory of the event.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team will win the final again this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talent for music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undoubted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everyone who has heard her play. She looked at the strange mushroom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doubtfully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She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undoubtedly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fastest runner in the whole school.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undoubtedly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unsure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'doubt' = to be unsure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'doubt'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'doubt'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