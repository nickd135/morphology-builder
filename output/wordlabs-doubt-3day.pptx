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'doubt'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'doubt' really means 'to be unsure about'.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is the undoubted star of our school play this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'doubt'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 unsure about"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'doubt'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'doubt' — to be unsure about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'doubt' means 'to be unsure about'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'doubt'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'doubt'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'doubt'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'doubt' means 'to be unsure about'. You can find it in 'doubtful'.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'undoubted',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'doubtful', '-ful' means 'full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'doubt' means 'to be unsure about'.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'doubtful' means 'not sure or likely to happen; uncertain'.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'doubtless' means 'without doubt; almost certainly'.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'doubt'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'doubt' means 'to be unsure about'.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'doubtful' means 'not sure or likely to happen; uncertain'.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'doubtless' means 'without doubt; almost certainly'.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'doubt'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'doubt'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be unsure about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'doubt'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4904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160520" y="2971800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29718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sure or likely to happen; uncertain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without doubt; almost certainly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feeling of not being sure about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of not being sure about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sure or likely to happen; uncertain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without doubt; almost certainly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'doubt'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'doubt'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no doubt that our team will win on Saturday.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doubtful that the match will go ahead in this rain.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Doubtless, the team will win the final again this year.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is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undoubted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 of our school play this year.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undoubted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undoubted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undoubted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unsure about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undoubted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unsure about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undoubted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unsure about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'doubt'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'doubt' = to be unsure about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undoubted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'doubt'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