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'doubt'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"uncertainty, not being sure"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dubitare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'doubt' — uncertainty, not being sure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'doubt' means 'uncertainty, not being sure'.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'doubt'.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'doubt'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'doubt'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'doubt' means 'uncertainty, not being sure'.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'doubt'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'doubt'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'doubtful' contains the root 'doubt' plus the suffix '-ful'.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'doubt'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'undoubtedly' means something is definitely and certainly true.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'doubter' is a person who is unsure or questions things.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'doubtless' means full of doubt and uncertainty.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'doubt'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uncertainty, not being sure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dubitare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'doubt'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unsure or not quite believing something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definitely true and cannot be questioned.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being sure about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not sure or does not easily believe things.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certainly true, without much doubt at all.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was not sure about something in the past.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are not very sure that something is true or will happen.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'doubt'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'doubt'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doubtful that the weather would stay sunny for the school sports carnival.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undoubtedly solved the mystery faster than anyone expected.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began doubting his answer after he heard his classmates whispering a different 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doubtful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plan, but her friend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undoubtedly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excited.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doubter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doubtful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first, but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undoubtedly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changed her mind by the end of the experiment.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uncertainty, not being 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tense, having been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manner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uncertainty, not being 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'doubt' — 3-Day Teaching Deck</dc:title>
  <dc:subject>PptxGenJS Presentation</dc:subject>
  <dc:creator>Word Labs</dc:creator>
  <cp:lastModifiedBy>Word Labs</cp:lastModifiedBy>
  <cp:revision>1</cp:revision>
  <dcterms:created xsi:type="dcterms:W3CDTF">2026-04-03T03:24:09Z</dcterms:created>
  <dcterms:modified xsi:type="dcterms:W3CDTF">2026-04-03T03:24:09Z</dcterms:modified>
</cp:coreProperties>
</file>