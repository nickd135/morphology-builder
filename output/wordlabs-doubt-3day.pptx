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'doubt'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"uncertainty, not being sure"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dubitare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'doubt' — uncertainty, not being sure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'doubt' means 'uncertainty, not being sure'.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'doubt'.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'doubt'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'doubt'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'doubt' means 'uncertainty, not being sure'.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'doubt'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'doubt'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'doubtful' contains the root 'doubt' plus a suffix.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'doubter' is a person who is not sure about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'doubt' comes from the ancient Greek language.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'un' in 'undoubtedly' means 'without' or 'not'.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'doubtless' means you have a lot of doubt.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'doubt'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uncertainty, not being sure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dubitare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doubtless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'doubt'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unsure or questioning whether something is true.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not sure something is true or possible.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not being sure about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doubtless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any doubt at all; definitely true.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seems unlikely or uncertain.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any doubt; certainly true.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was not sure about something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'doubt'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'doubt'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began to doubt whether her answer to the maths problem was correct.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doubtful expression on his face showed he didn't quite believe the story.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Undoubtedly, practising every day is the best way to improve your spelling.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doubtful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plan,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doubter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group raised some good questions.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'b'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577840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'b'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Undoubtedly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she had been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doubting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story, but she tried not to show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doubts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tense; having been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tense; having been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tense; having been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bt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'b'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now; 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now; 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now; 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'b'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one; plural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one; plural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one; plural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577840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'b'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doubtless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'doubt' — 3-Day Teaching Deck</dc:title>
  <dc:subject>PptxGenJS Presentation</dc:subject>
  <dc:creator>Word Labs</dc:creator>
  <cp:lastModifiedBy>Word Labs</cp:lastModifiedBy>
  <cp:revision>1</cp:revision>
  <dcterms:created xsi:type="dcterms:W3CDTF">2026-04-10T00:43:17Z</dcterms:created>
  <dcterms:modified xsi:type="dcterms:W3CDTF">2026-04-10T00:43:17Z</dcterms:modified>
</cp:coreProperties>
</file>