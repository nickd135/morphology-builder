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'repair'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"fix"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'repair' — fix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'repair' means 'fix'.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'repair'.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'repair'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'repair'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'repair' means 'fix'.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'repair'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'repair'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'repair' means 'fix'.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'repair' means 'to fix something that is broken or damaged'.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'repair' means 'to buy something brand new'.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'repair'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'repair'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07238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41985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41985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59028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00176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0176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something that is broken or damaged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'repair'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'repair'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 will repair the car's broken engine.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roof repairs cost more money than expected.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plumber repaired the leaking pipe under the sink.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cost more money than expected. The plumber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leaking pipe under the sink.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mended the torn strap in minutes. Dad spent the afternoon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wobbly table leg. Luckily, the cracked screen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repairable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'repair' = fix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'repair'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'repair'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