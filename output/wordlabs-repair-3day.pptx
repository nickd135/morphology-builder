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'repair'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"fix or make good again"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reparare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'repair' — fix or make good again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'repair' means 'fix or make good again'.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'repair'.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'repair'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'repair'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'repair' means 'fix or make good again'.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'repair'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'repair'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'repair' comes from a Latin word meaning to fix or restore.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'irreparable' means something can easily be repaired.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'-er' to 'repair' makes a word that means a person who fixes things.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'ir-' in 'irreparable' means 'not'.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'repairing' is a noun that names a type of tool.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'repair'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 or make good again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reparare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'repair'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act of fixing something, or fixes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fix broken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fixing something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badly damaged that it cannot be fixed.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something that is broken or damaged.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fixed.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fixed.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'repair'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'repair'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 will repair the bicycle so you can ride it safely to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council sent workers to repair the broken fence in the park.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said the crack in the vase was irreparable, so we could not glue it back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carefully,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clock so it would tick again.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bridge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the flood, but sadly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irreparable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damage to the old mill meant it was lost forever.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or restore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 or make good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irreparable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unrepairable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'repair' — 3-Day Teaching Deck</dc:title>
  <dc:subject>PptxGenJS Presentation</dc:subject>
  <dc:creator>Word Labs</dc:creator>
  <cp:lastModifiedBy>Word Labs</cp:lastModifiedBy>
  <cp:revision>1</cp:revision>
  <dcterms:created xsi:type="dcterms:W3CDTF">2026-03-25T03:23:03Z</dcterms:created>
  <dcterms:modified xsi:type="dcterms:W3CDTF">2026-03-25T03:23:03Z</dcterms:modified>
</cp:coreProperties>
</file>