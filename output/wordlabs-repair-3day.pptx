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'repair' has very few longer words built from it, so this deck practises adding the suffixes -ed, -ing, -able and -s to the base (Years 3–4). Only 5 words with 'repair'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workers made repairs to the bridge after the 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'repair'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'repair' has very few longer words built from it, so this deck practises adding the suffixes -ed, -ing, -able and -s to the base (Years 3–4). Only 5 words with 'repair'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'repair' — fix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-ing, -able and -s to the base 'repair'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'repair'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'repair'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'repair' means 'fix'. You can find it in 'repaired'.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'repairable', '-able' means 'able 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'repairing',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'repaired',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'repairing',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'repairs',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'repaired',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'repairing',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'repairs',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'repair'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'repair'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fixed something that was broken or damaged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fixing something that is broken or damaged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fixed or mended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fix something that is broken or damaged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fix something that is broken or damaged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fixed something that was broken or damaged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fixing something that is broken or damaged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be fixed or mended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'repair'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'repair'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 will repair the car's broken engine.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plumber repaired the leaking pipe under the sink.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spent the afternoon repairing the wobbly table leg.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workers made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repairs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bridge after the storm.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'repair' = fix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'repair'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