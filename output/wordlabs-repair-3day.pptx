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'repair'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"fix or restore something broken"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reparare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'repair' — fix or restore something broken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'repair' means 'fix or restore something broken'.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'repair'.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'repair'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'repair'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'repair' means 'fix or restore something broken'.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'repair'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'repair'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'irreparable' means something that cannot be fixed.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'repair'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'-able' to 'repair' makes the word 'repairable', meaning able to be fixed.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'repairing' is a noun describing a finished object.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'repairer' is a person who fixes broken things.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'repair'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 or restore something broken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reparare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'repair'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fix, or the act of fixing several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fix broken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fixing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badly damaged it cannot be fixed.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something that is broken or damaged.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able to be fixed.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fixed.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'repair'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'repair'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was repairing the old bicycle so the children could ride it again.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council organised repairs to the damaged park fence.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Luckily, the crack in the vase was repairable if we used the right glue.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carefully on the broken chair, and soon it was 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roof was difficult; however, the damage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finished by Friday.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ongoing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ongoing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ongoing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restore something broken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unrepairable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'repair' — 3-Day Teaching Deck</dc:title>
  <dc:subject>PptxGenJS Presentation</dc:subject>
  <dc:creator>Word Labs</dc:creator>
  <cp:lastModifiedBy>Word Labs</cp:lastModifiedBy>
  <cp:revision>1</cp:revision>
  <dcterms:created xsi:type="dcterms:W3CDTF">2026-04-09T22:11:03Z</dcterms:created>
  <dcterms:modified xsi:type="dcterms:W3CDTF">2026-04-09T22:11:03Z</dcterms:modified>
</cp:coreProperties>
</file>