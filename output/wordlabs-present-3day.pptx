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'present'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be before, at hand"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praesens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'present' — to be before, at hand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'present' means 'to be before, at hand'.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'present'.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'present'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'present'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'present' means 'to be before, at hand'.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'present'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'present'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the suffix '-ation' to 'present' makes the word 'presentation'.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'present' comes from Latin and means to be at hand or before.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're-' in 'represent' means against.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'presentation' does not contain the root 'present'.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'presenter' is someone who shows or introduces something to others.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'present'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be before, at hand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praesens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'present'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807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922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922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speaks or acts on behalf of others.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now, or very soon.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happening now, or a gift you give to someone.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spoken for or stood in place of by someone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introduces or shows something to an audience.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stand in for someone or something, like a symbol stands for an idea.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show or explain something to a group of people.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'present'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'present'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gave an excellent presentation to the class about the water cycle.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captain was chosen to represent us at the district sports carnival.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everyone to be present and ready before the excursion began.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presenter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spoke clearly,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impressed the whole audience.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represent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school; however, we must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presently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practise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story.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or manner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or manner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or manner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before, at hand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89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89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55415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5415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957933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57933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60451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60451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62969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62969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46548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6548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6800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6800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7052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7052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973042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973042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475560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75560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978078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78078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978078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748059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8059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8311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8311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to be before, at 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'present' — 3-Day Teaching Deck</dc:title>
  <dc:subject>PptxGenJS Presentation</dc:subject>
  <dc:creator>Word Labs</dc:creator>
  <cp:lastModifiedBy>Word Labs</cp:lastModifiedBy>
  <cp:revision>1</cp:revision>
  <dcterms:created xsi:type="dcterms:W3CDTF">2026-07-03T09:22:50Z</dcterms:created>
  <dcterms:modified xsi:type="dcterms:W3CDTF">2026-07-03T09:22:50Z</dcterms:modified>
</cp:coreProperties>
</file>