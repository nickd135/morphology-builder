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'present'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"in a place; to show or give"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'present' — in a place; to show or give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in a place; to show or give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'present' means 'in a place; to show or give'.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'present'.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'present'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'present'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in a place; to show or give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'present' means 'in a place; to show or give'.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'present'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'present'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in a place; to show or give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'present' means 'to give, show, or offer something to someone, often formally'.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'present' means 'to be missing from a place'.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'present' means 'in a place; to show or give'.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'presents' means 'gives, shows, or offers something to someone, often formally'.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'presents' means 'hides something from view'.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'present'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in a place; to show or give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 a place; to show or give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presently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presenters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'present'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in a place; to show or give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1508760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1508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omni-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263347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2980944" y="46360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2980944" y="46360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69087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5038344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5038344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6062472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6473952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473952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in a place; to show or give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gave, showed, or offered something to someone, often formally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soon, or in a little while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give, show, or offer something to someone, often formally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stand for or speak on behalf of someone or something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presently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 introduce or show something, such as on television or at an event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introduces or shows something, such as on television or at an event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presenters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gives, shows, or offers something to someone, often formally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'present'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in a place; to show or give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'present'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 teacher will present the awards at assembly.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week she presents her homework diary to the teacher.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mayor presented the winning team with a trophy.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in a place; to show or give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in a place; to show or give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 is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whole town. Each class chose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speak at the assembly.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representative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in a place; to show or give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in a place; to show or give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place; to show or give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in a place; to show or give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place; to show or give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in a place; to show or give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place; to show or give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89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89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55415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55415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957933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957933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460451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460451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962969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962969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46548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46548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96800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6800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47052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47052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5973042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973042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75560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475560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978078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978078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48059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48059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798311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98311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in a place; to show or give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in a place; to show or give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place; to show or give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in a place; to show or give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place; to show or give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in a place; to show or give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place; to show or give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89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89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55415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55415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957933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957933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460451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460451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962969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962969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46548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46548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96800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6800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47052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47052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5973042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973042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75560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475560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978078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978078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48059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48059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i_e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798311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98311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in a place; to show or give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in a place; to show or give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artist created several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same mountain. The class elected two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representatives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attend the school council meeting. In the story, the mysterious voice seemed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omnipresent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heard in every room.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representations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representatives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omnipresent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in a place; to show or give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in a place; to show or give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place; to show or give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in a place; to show or give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place; to show or give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in a place; to show or give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place; to show or give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3158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3158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19764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19764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886369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886369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352974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52974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819579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819579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286185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286185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752790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752790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219395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219395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5686000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686000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152606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152606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619211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619211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085816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085816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7552421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552421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8019027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019027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in a place; to show or give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representatives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in a place; to show or give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representatives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place; to show or give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tendency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in a place; to show or give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representatives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place; to show or give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tendency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tives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in a place; to show or give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representatives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place; to show or give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tendency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tives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3387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3387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388870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388870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824353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824353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59836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259836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695319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695319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130802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130802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566285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566285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001768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001768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5437251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437251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5872734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872734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308217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308217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6743700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743700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7179183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179183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7614666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614666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8050149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8050149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in a place; to show or give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omnipresent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in a place; to show or give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omnipresent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all; every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place; to show or give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in a place; to show or give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omnipresent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all; every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place; to show or give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in a place; to show or give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omnipresent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all; every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place; to show or give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in a place; to show or give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'present' = in a place; to show or give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'present'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presents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presented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presenter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presently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presenters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'present' — 3-Day Teaching Deck</dc:title>
  <dc:subject>PptxGenJS Presentation</dc:subject>
  <dc:creator>Word Labs</dc:creator>
  <cp:lastModifiedBy>Word Labs</cp:lastModifiedBy>
  <cp:revision>1</cp:revision>
  <dcterms:created xsi:type="dcterms:W3CDTF">2026-07-07T10:22:42Z</dcterms:created>
  <dcterms:modified xsi:type="dcterms:W3CDTF">2026-07-07T10:22:42Z</dcterms:modified>
</cp:coreProperties>
</file>