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Only 7 word families with 'present' suit Years 3–7, so there is no Day 3 dictation. Day 3 is the word matrix lesson only. Day 2 has 1 dictation word instead of 2. Day 1 shows 4 example words instead of 5–7.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'presenter' really means 'a person who introduces or shows something, such as on television or at an event'.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Ella was chosen to represent our school at the regional swimming carnival.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Base: 'present'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"in a place; to show or give"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 Only 7 word families with 'present' suit Years 3–7, so there is no Day 3 dictation. Day 3 is the word matrix lesson only. Day 2 has 1 dictation word instead of 2. Day 1 shows 4 example words instead of 5–7.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'present' — in a place; to show or give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'present'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'present' = in a place; to show or give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base 'present' means 'in a place; to show or give' and how it helps us read and spell longer words.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base 'present'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build and break down 'present' words using prefixes and suffixes.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'present'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'present'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'present' = in a place; to show or give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is the main part of a word that carries its meaning. The base 'present' means 'in a place; to show or give'. You can find it in 'presenter'.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is a word part added to the start of a word to change its meaning. In 'represent', 're-' means 'again; back'.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'presenter', '-er' means 'person who'.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'present'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'present' = in a place; to show or give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'present' means 'in a place; to show or give'.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'presentation' means 'a talk or display given to explain or show something to an audience'.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'presenter' means 'soon, or in a little while'.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'presently' means 'soon, or in a little while'.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'present'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'present' = in a place; to show or give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'present' means 'in a place; to show or give'.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'presentation' means 'a talk or display given to explain or show something to an audience'.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'presenter' means 'soon, or in a little while'.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'presently' means 'soon, or in a little while'.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'present'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'present'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'present' = in a place; to show or give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'present'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 a place; to show or give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base: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present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presenter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presently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presentation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'present'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'present'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'present' = in a place; to show or give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5156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7472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present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7472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89788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9788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-ly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897880" y="2432304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9788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-ation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65760" y="2971800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1463040" y="2971800"/>
            <a:ext cx="128016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1463040" y="2971800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present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2779776" y="2971800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3072384" y="2971800"/>
            <a:ext cx="73152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3072384" y="2971800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3886200" y="2971800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4297680" y="2971800"/>
            <a:ext cx="1856232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297680" y="2971800"/>
            <a:ext cx="1856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presenter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'present'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'present'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'present' = in a place; to show or give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present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a talk or display given to explain or show something to an audience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presenter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to give, show, or offer something to someone, often formally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presently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a person who introduces or shows something, such as on television or at an event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presentation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soon, or in a little while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'present'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'present'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'present' = in a place; to show or give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present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to give, show, or offer something to someone, often formally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presenter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a person who introduces or shows something, such as on television or at an event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presently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soon, or in a little while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presentation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a talk or display given to explain or show something to an audience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'present'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'present'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'present' = in a place; to show or give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'present'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principal will present the awards at assembly.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news presenter read out the weather report calmly.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 will arrive presently, so let's wait here.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'present'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'present' = in a place; to show or give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'present'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'present' = in a place; to show or give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Ella was chosen to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represent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our school at the regional swimming carnival.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29184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represent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1)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'present'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'present' = in a place; to show or give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represent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'present'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'present' = in a place; to show or give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represent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again; back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present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place; to show or give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'present'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'present' = in a place; to show or give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represent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again; back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present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place; to show or give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sent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'present'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'present' = in a place; to show or give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represent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again; back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present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place; to show or give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sent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951330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951330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677363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677363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403397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403397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129430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129430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855464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55464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581498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581498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307531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307531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7033565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033565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7759598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759598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→ Check → Write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'present'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'present' = in a place; to show or give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5156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156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156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7472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9788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89788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9788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9788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9788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'present'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'present' = in a place; to show or give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581912"/>
            <a:ext cx="219456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1965960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51560" y="2350008"/>
            <a:ext cx="219456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7472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474720" y="1581912"/>
            <a:ext cx="2194560" cy="347472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present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474720" y="1965960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74720" y="2350008"/>
            <a:ext cx="219456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89788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9788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897880" y="1581912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9788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897880" y="1965960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9659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-ly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897880" y="2350008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97880" y="235000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-ation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65760" y="282549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65760" y="3191256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19125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representation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2542032" y="3191256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542032" y="319125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represent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Base 'present' — Teaching Deck</dc:title>
  <dc:subject>PptxGenJS Presentation</dc:subject>
  <dc:creator>Word Labs</dc:creator>
  <cp:lastModifiedBy>Word Labs</cp:lastModifiedBy>
  <cp:revision>1</cp:revision>
  <dcterms:created xsi:type="dcterms:W3CDTF">2026-10-22T10:14:35Z</dcterms:created>
  <dcterms:modified xsi:type="dcterms:W3CDTF">2026-10-22T10:14:35Z</dcterms:modified>
</cp:coreProperties>
</file>