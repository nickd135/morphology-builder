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'teach'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show or instruct"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tæcan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'teach' — to show or instruct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'teach' means 'to show or instruct'.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'teach'.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'teach'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'teach'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'teach' means 'to show or instruct'.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'teach'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'teach'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'Reteach' means to teach something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'teach' comes from the Latin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'teaching' has no suffix added to the root 'teach'.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'-able' to 'teach' makes the word 'teachable', meaning able to be taught.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'teacher' contains the root 'teach' plus the suffix '-er'.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'teach'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show or instruct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tæcan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coteacher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'teach'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help others learn new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whose job is to help others learn.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taught; describes someone who is willing and ready to learn.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something again, often because it wasn't understood the first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ideas or lessons that someone has passed on to others.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teaches a class together with another teacher.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coteacher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giving lessons or helping someone learn.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'teach'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'teach'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explained how to solve the maths problem step by step.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teachings of that famous scientist changed the way people understood the world.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found the new student to be very teachable and eager to learn.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reteaching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lesson would help everyone understand.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coteacher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focused 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moments, while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teachings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last week were still fresh in our minds.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coteacher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together;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capable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capable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capable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coteacher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misteach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'teach' — 3-Day Teaching Deck</dc:title>
  <dc:subject>PptxGenJS Presentation</dc:subject>
  <dc:creator>Word Labs</dc:creator>
  <cp:lastModifiedBy>Word Labs</cp:lastModifiedBy>
  <cp:revision>1</cp:revision>
  <dcterms:created xsi:type="dcterms:W3CDTF">2026-04-09T22:21:01Z</dcterms:created>
  <dcterms:modified xsi:type="dcterms:W3CDTF">2026-04-09T22:21:01Z</dcterms:modified>
</cp:coreProperties>
</file>