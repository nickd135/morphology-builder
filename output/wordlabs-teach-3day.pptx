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'teach'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show or instruct others"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docere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'teach' — to show or instruct others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'teach' means 'to show or instruct others'.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'teach'.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'teach'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'teach'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'teach' means 'to show or instruct others'.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'teach'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'teach'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'teacher' contains the root 'teach' plus a suffix meaning 'one who'.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'teach' comes from the ancient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'-able' to 'teach' makes the word 'teachable', meaning able to be taught.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'reteach' means to teach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'teaching' is a noun and can never be used as a verb.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'teach'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show or instruct others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docere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unteachable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'teach'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help others learn new things.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taught or willing to learn new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ideas or lessons that someone shares with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something again, usually because someone did not understand it the first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whose job is to help others learn.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difficult to teach or not able to be learned easily.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unteachable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sharing knowledge or skills with someone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'teach'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'teach'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showed us how to break words into morphemes so we could understand them better.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teaching of new vocabulary every week helps students become stronger readers.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concepts are very teachable when you use fun games and activities to explain them.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 clear that even the most difficult ideas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reteaching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lesson helps make every student more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teachable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instruct or show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'teach' = to show or instruct others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'teach'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teachable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reteach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teachings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unteachable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outteach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'teach' — 3-Day Teaching Deck</dc:title>
  <dc:subject>PptxGenJS Presentation</dc:subject>
  <dc:creator>Word Labs</dc:creator>
  <cp:lastModifiedBy>Word Labs</cp:lastModifiedBy>
  <cp:revision>1</cp:revision>
  <dcterms:created xsi:type="dcterms:W3CDTF">2026-03-25T03:32:40Z</dcterms:created>
  <dcterms:modified xsi:type="dcterms:W3CDTF">2026-03-25T03:32:40Z</dcterms:modified>
</cp:coreProperties>
</file>