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'teach'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show someone how to do something"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'teach' — to show someone how to do something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'teach' means 'to show someone how to do something'.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'teach'.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'teach'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'teach'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'teach' means 'to show someone how to do something'.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'teach'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'teach'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'teach' means 'to travel somewhere quickly'.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'reteach' means 'to teach something again, usually because it wasn't understood'.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'reteach' means 'to learn something completely new'.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'teach' means 'to help someone learn something'.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'teach' means 'to show someone how to do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'teach'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show someone how to do something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'teach'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508760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508760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35915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06624" y="32644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706624" y="32644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123944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471416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471416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367528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5779008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79008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someone learn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something again, usually because it wasn't understood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'teach'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'teach'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favourite teacher will teach us maths today.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had to reteach fractions because so many pupils were confused.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explained the maths problem clearly.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the maths problem clearly. Mr Lee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science on Tuesdays.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 after school to plan the excursion.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younger students takes patience and clear explanations.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teachings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wise elder were written in an old book.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someone how to do something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someone how to do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'teach'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