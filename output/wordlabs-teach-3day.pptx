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'teach' has very few longer words built from it, so this deck practises adding the suffixes -er, -es, -ing and -s to the base (Years 3–4). Only 6 words with 'teach'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All the teachers joined in the tug of war at the school sports carnival.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'teach'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show someone how to do something"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'teach' has very few longer words built from it, so this deck practises adding the suffixes -er, -es, -ing and -s to the base (Years 3–4). Only 6 words with 'teach'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'teach' — to show someone how to do something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-er, -es, -ing and -s to the base 'teach'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-er means more, or a person or thing that does it).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'teach'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'teach'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'teach' means 'to show someone how to do something'. You can find it in 'reteach'.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'reteach',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'teacher',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'teacher',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'teaches', the suffix '-es'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'teaching',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'teachers',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'teacher',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'teaches', the suffix '-es'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'teaching',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'teachers',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'teach'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show someone how to do something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reteach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'teach'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reteach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act of helping someone learn, or explaining something to students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helps someone learn something (present tense)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help someone learn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teach something again, usually because it wasn't understood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helps students learn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help someone learn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teach something again, usually because it wasn't understood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helps students learn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helps someone learn something (present tense)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helping someone learn, or explaining something to students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'teach'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'teach'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favourite teacher will teach us maths today.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had to reteach fractions because so many pupils were confused.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explained the maths problem clearly.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joined in the tug of war at the school sports carnival.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someone how to do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someone how to do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someone how to do something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'teach'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'teach' = to show someone how to do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'teach'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