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'-ful'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"full of, having quality"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full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'-ful' — full of, having quality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'-ful' means 'full of, having quality'.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'-ful'.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'-ful'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'-ful'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'-ful' means 'full of, having quality'.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'helpful', the root is the part before the suffix '-ful'.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'powerful'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'-ful' can turn a noun or verb into an adjective.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'-ful' means 'without' or 'lacking'.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'careful' contains the suffix '-ful'.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'-ful' to a word usually means it has the quality of that word.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'-ful' always makes a word mean exactly one full cup of something.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'-ful'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of, having quality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full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grateful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wonderful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'-ful'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'-ful'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68503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03250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03250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566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681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681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and willing to give assistance to others.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 close attention to avoid mistakes or danger.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that something good is likely to happen.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 of fun and games; lively and cheerful.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good or impressive; causing delight.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grateful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thankful for something kind that was done for you.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wonderful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great strength or force.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'-ful'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'-ful'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helpful student showed the new child around the school.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grateful for the kind note her teacher left on her desk.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colourful butterfly landed gently on the flower in the garden.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hopeful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runner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careful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not to trip on the wet track.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wish for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wish for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wish for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attention, concern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attention, concern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attention, concern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powerful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storm was frightful,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cheerful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teacher kept everyone calm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playful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cheerful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strength or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strength or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strength or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cheerful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cheerful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happiness, gladness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cheerful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happiness, gladness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cheerful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happiness, gladness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fun, games, activity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fun, games, activity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fun, games, activity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'-ful'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'-ful'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grateful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wonderful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'-ful' — 3-Day Teaching Deck</dc:title>
  <dc:subject>PptxGenJS Presentation</dc:subject>
  <dc:creator>Word Labs</dc:creator>
  <cp:lastModifiedBy>Word Labs</cp:lastModifiedBy>
  <cp:revision>1</cp:revision>
  <dcterms:created xsi:type="dcterms:W3CDTF">2026-03-25T00:37:32Z</dcterms:created>
  <dcterms:modified xsi:type="dcterms:W3CDTF">2026-03-25T00:37:32Z</dcterms:modified>
</cp:coreProperties>
</file>