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'-ful'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"full of, having quality"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Old English: full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'-ful' — full of, having quality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of, having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suffix '-ful' means 'full of, having quality'.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suffix '-ful'.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base words and other morphemes to build and decode '-ful'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'-ful'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of, having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The suffix '-ful' means 'full of, having quality'.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In 'helpful', the root is the part before the suffix '-ful'.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'un-' in 'powerful' means 'not'.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of, having quality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'-ful' can turn a noun or verb into an adjective (describing word).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The suffix '-ful' means 'without' or 'lacking something'.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The word 'hopeful' contains the base word 'hope' and the suffix '-ful'.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Adding '-ful' to a word usually means the thing is full of that quality.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suffix '-ful' always changes the spelling of the base word.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 '-ful'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of, having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'ful'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of, having quality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Old English: full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suffix: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helpful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powerful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hopeful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careful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playful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peaceful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colourful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'-ful'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of, having quality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Words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'-ful'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508760" y="4178808"/>
            <a:ext cx="82296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508760" y="41788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359152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706624" y="4178808"/>
            <a:ext cx="950976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706624" y="4178808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685032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032504" y="4178808"/>
            <a:ext cx="950976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032504" y="4178808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056632" y="41788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5468112" y="41788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68112" y="4178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helpful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'ful'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of, having quality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helpful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do things to make it easier for someone else, like lending a hand.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powerful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close attention so you don't make mistakes or get hurt.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hopeful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 like something good is going to happen.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careful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79776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797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Liking to have fun and joke around — full of play.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310128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playful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310128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31012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lots of bright, vivid colours.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84048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peaceful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84048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8404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and quiet, with no fighting or trouble.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37083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370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colourful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37083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37083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a lot of strength or force — like a powerful storm or a powerful engine.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'-ful'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of, having quality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'-ful'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was so helpful when I couldn't understand the maths problem.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watched a colourful parade of floats go past our school.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careful when you carry the glass of water across the room.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of, having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of, having quality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playful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puppy was so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cheerful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it made everyone smile.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playful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cheerful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of, having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of, having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play, have fun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of, having quality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of, having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play, have fun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of, having quality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of, having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play, have fun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of, having quality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2740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of, having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cheerful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of, having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cheerful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happiness, joy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of, having quality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of, having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cheerful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happiness, joy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of, having quality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of, having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cheerful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happiness, joy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of, having quality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2740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of, having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of, having quality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hopeful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students were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careful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thoughtful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they wrote their stories.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hopeful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careful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thoughtful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of, having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of, having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wish for something good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938272" y="27523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'e' kept before consonant suffix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of, having quality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of, having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wish for something good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938272" y="27523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'e' kept before consonant suffix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of, having quality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of, having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wish for something good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938272" y="27523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'e' kept before consonant suffix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of, having quality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of, having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of, having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pay close attention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938272" y="27523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'e' kept before consonant suffix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of, having quality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of, having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pay close attention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938272" y="27523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'e' kept before consonant suffix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of, having quality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of, having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pay close attention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938272" y="27523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'e' kept before consonant suffix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of, having quality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2773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2773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427732" y="457200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/k/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63931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3931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5089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06247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6247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27405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7405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of, having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thoughtful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of, having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thoughtful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thought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idea held in the mind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of, having quality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of, having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thoughtful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thought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idea held in the mind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of, having quality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thought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of, having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thoughtful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thought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idea held in the mind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of, having quality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thought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93146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ough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93146" y="457200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/aw/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331643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31643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370141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70141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08638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8638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447135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47135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of, having quality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Words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'-ful'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'ful'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'-ful' = full of, having quality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Words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'-ful'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helpful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powerful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hopeful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894576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94576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careful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playful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542032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42032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peaceful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718304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18304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colourful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894576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94576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wonderful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Suffix '-ful' — 3-Day Teaching Deck</dc:title>
  <dc:subject>PptxGenJS Presentation</dc:subject>
  <dc:creator>Word Labs</dc:creator>
  <cp:lastModifiedBy>Word Labs</cp:lastModifiedBy>
  <cp:revision>1</cp:revision>
  <dcterms:created xsi:type="dcterms:W3CDTF">2026-03-25T02:20:52Z</dcterms:created>
  <dcterms:modified xsi:type="dcterms:W3CDTF">2026-03-25T02:20:52Z</dcterms:modified>
</cp:coreProperties>
</file>