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full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'-ful'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'-ful'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'-ful'.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'-ful'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'-ful'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'-ful'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'helpful', the root is the part before the suffix '-ful'.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'powerful'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'-ful' can turn a noun or verb into an adjective meaning 'full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'-ful' always adds two syllables to a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'hopeful' contains the base word 'hope' and the suffix '-ful'.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'-ful' to a word changes its meaning to suggest having a quality or being full of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'-ful' comes from a Latin word meaning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'-ful'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full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'-ful'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help others or make things easier.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attention to avoid mistakes or danger.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like something good might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fun and wanting to play.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bright and interesting colours.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thankful for something kind that was done for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strength or force.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'-ful'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'-ful'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was grateful for the colourful birthday cake her mum baked.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powerful storm made the children careful when walking to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us a helpful tip for solving the tricky maths problem.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young swimmer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her coach's support before the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pleasing, thankful (from Latin gratus)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pleasing, thankful (from Latin gratus)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pleasing, thankful (from Latin gratus)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was so powerful that it knocked over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arrangement of blocks.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shade seen by the eyes, like red or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shade seen by the eyes, like red or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shade seen by the eyes, like red or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fun or take part in a game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fun or take part in a game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fun or take part in a game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attention and avoid mistakes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attention and avoid mistakes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attention and avoid mistakes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'ful'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'-ful'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'-ful'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'-ful' — 3-Day Teaching Deck</dc:title>
  <dc:subject>PptxGenJS Presentation</dc:subject>
  <dc:creator>Word Labs</dc:creator>
  <cp:lastModifiedBy>Word Labs</cp:lastModifiedBy>
  <cp:revision>1</cp:revision>
  <dcterms:created xsi:type="dcterms:W3CDTF">2026-03-24T22:12:45Z</dcterms:created>
  <dcterms:modified xsi:type="dcterms:W3CDTF">2026-03-24T22:12:45Z</dcterms:modified>
</cp:coreProperties>
</file>