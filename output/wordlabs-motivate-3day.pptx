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'motivate' suit Years 3–7, so Day 3 has 1 dictation word instead of 3.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'demotivate' really means 'to make someone lose the wish to try'.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sticker chart is a great motivator for my little sister.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Before the carnival, our captain gave a motivational speech to the whole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'motivate'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someone want to act"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'motivate' suit Years 3–7, so Day 3 has 1 dictation word instead of 3.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'motivate' — make someone want to act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'motivate' means 'make someone want to act'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'motivate'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'motivate'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'motivate'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'motivate' means 'make someone want to act'. You can find it in 'motivation'.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'unmotivated',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'motivation',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'motivate' means 'make someone want to act'.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'unmotivated' means 'lacking energy or desire to do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'demotivate' means 'the reason or enthusiasm someone has for doing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'motivation' means 'the reason or enthusiasm someone has for doing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'motivate' means 'make someone want to act'.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'unmotivated' means 'lacking energy or desire to do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'demotivate' means 'the reason or enthusiasm someone has for doing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'motivation' means 'the reason or enthusiasm someone has for doing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'motivate'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someone want to act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unmotivated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demotivate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'motivate'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523744" y="2971800"/>
            <a:ext cx="14173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23744" y="29718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97764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27024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27024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8406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495544" y="2971800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95544" y="297180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unmotivated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reason or enthusiasm someone has for doing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someone a reason or enthusiasm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unmotivated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someone lose the wish to 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demotivate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lacking energy or desire to do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someone a reason or enthusiasm to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reason or enthusiasm someone has for doing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unmotivated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lacking energy or desire to do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demotivate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someone lose the wish to try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'motivate'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'motivate'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tried to motivate the team before the final match.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motivation to win the race grew stronger every day.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unmotivated, he left his homework until the last minute.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sticker chart is a great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motivator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my little sister.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carnival, our captain gave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motivational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speech to the whole team.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'motivate'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'motivate' = make someone want to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motivator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'motivate'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