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'motivate'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"make someone want to act"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'motivate' — make someone want to act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make someone want to act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'motivate' means 'make someone want to act'.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'motivate'.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'motivate'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'motivate'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make someone want to act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'motivate' means 'make someone want to act'.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'motivate'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'motivate'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make someone want to act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'motivated' means 'feeling determined and enthusiastic about doing something'.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'motivated' means 'covered completely in mud'.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'motivate' means 'to remove the batteries from a device'.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'motivate' means 'make someone want to act'.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'motivate' means 'to give someone a reason or enthusiasm to do something'.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'motivate'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make someone want to act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make someone want to act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Core English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'motivate'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make someone want to act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365760" y="37216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1508760" y="37216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1508760" y="37216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2359152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2706624" y="3721608"/>
            <a:ext cx="182880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2706624" y="372160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4562856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4910328" y="37216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4910328" y="37216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5806440" y="37216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6217920" y="37216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217920" y="37216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make someone want to act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determined and enthusiastic about doing something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someone a reason or enthusiasm to do something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'motivate'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make someone want to act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'motivate'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coach tried to motivate the team before the final match.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motivated after the pep talk, she trained harder than ever.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Winning small challenges motivates her to keep practising.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make someone want to act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make someone want to act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Winning small challenges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motivates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her to keep practising. The coach gave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motivating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speech before the big game.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make someone want to act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make someone want to act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someone want to act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make someone want to act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someone want to act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vates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make someone want to act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someone want to act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vates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make someone want to act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make someone want to act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someone want to act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make someone want to act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someone want to act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make someone want to act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someone want to act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make someone want to act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make someone want to act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win the race grew stronger every day. Feeling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unmotivated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he left his homework until the last minute. The coach gave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motivational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speech before the big match.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unmotivated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motivational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make someone want to act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make someone want to act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someone want to act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make someone want to act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someone want to act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make someone want to act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someone want to act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make someone want to act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unmotivated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make someone want to act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unmotivated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someone want to act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make someone want to act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unmotivated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someone want to act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make someone want to act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unmotivated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someone want to act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a_e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make someone want to act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make someone want to act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someone want to act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make someone want to act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someone want to act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make someone want to act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motivational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someone want to act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make someone want to act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'motivate' = make someone want to act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'motivate'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motivated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'motivate' — 3-Day Teaching Deck</dc:title>
  <dc:subject>PptxGenJS Presentation</dc:subject>
  <dc:creator>Word Labs</dc:creator>
  <cp:lastModifiedBy>Word Labs</cp:lastModifiedBy>
  <cp:revision>1</cp:revision>
  <dcterms:created xsi:type="dcterms:W3CDTF">2026-07-07T10:22:36Z</dcterms:created>
  <dcterms:modified xsi:type="dcterms:W3CDTF">2026-07-07T10:22:36Z</dcterms:modified>
</cp:coreProperties>
</file>