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'motivate'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or drive action"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motivus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'motivate' — to move or drive action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'motivate' means 'to move or drive action'.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'motivate'.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'motivate'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'motivate'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'motivate' means 'to move or drive action'.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'motivate'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'motivate'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'motivate' comes from a Latin word meaning to move or drive.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'demotivate' means to give someone extra encouragement.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'motivate' makes the noun 'motivation'.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motivational speech is one that inspires people to take action.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'de-' in 'demotivate' means to do something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'motivate'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or drive 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motivus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'motivate'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you have lost the will or energy to try.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or reason that pushes you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inspires and encourages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excited and eager to try.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someone's enthusiasm or desire to try.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reason to do something or try hard.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keen and ready to work hard towards a goal.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'motivate'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'motivate'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a motivational speech before the swimming carnival to help us feel confident.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the maths competition really motivated Priya to keep practising every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demotivated after a hard week, Jake decided to take a break and then try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team play their best, and every player felt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demotivated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poster remotivatеd her to keep going!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describing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describing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describing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drive or move to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kept;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remotivatе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'motivate' — 3-Day Teaching Deck</dc:title>
  <dc:subject>PptxGenJS Presentation</dc:subject>
  <dc:creator>Word Labs</dc:creator>
  <cp:lastModifiedBy>Word Labs</cp:lastModifiedBy>
  <cp:revision>1</cp:revision>
  <dcterms:created xsi:type="dcterms:W3CDTF">2026-03-25T03:17:14Z</dcterms:created>
  <dcterms:modified xsi:type="dcterms:W3CDTF">2026-03-25T03:17:14Z</dcterms:modified>
</cp:coreProperties>
</file>