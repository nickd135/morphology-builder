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'motivate'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or drive forward"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motivus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'motivate' — to move or drive forward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'motivate' means 'to move or drive forward'.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'motivate'.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'motivate'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'motivate'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'motivate' means 'to move or drive forward'.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'motivate'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'motivate'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're-' in 'remotivatе' means against or opposite.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'Unmotivated' describes someone who does not feel eager to do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'demotivate' means to give someone extra encouragement.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'motivate' comes from a Latin word meaning to move or drive.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'-ion' to 'motivate' makes the noun 'motivation'.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'motivate'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or drive forward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motivus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'motivate'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feeling interested or eager to do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or feeling that makes you want to achieve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inspires people to take action or try harder.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want to try hard and do your best.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lose interest or stop wanting to try.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reason to do something or try hard.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eager and ready to work hard towards a goal.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'motivate'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'motivate'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used a motivational speech to encourage us before the swimming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the award motivated Priya to keep working hard at her science projects.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hard to stay motivated when a task feels really difficult.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team feel confident, and everyone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speaker said, 'We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others,'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 filled the room with energy.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drive forward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to move or drive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demotivate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remotivatе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'motivate' — 3-Day Teaching Deck</dc:title>
  <dc:subject>PptxGenJS Presentation</dc:subject>
  <dc:creator>Word Labs</dc:creator>
  <cp:lastModifiedBy>Word Labs</cp:lastModifiedBy>
  <cp:revision>1</cp:revision>
  <dcterms:created xsi:type="dcterms:W3CDTF">2026-04-09T22:05:02Z</dcterms:created>
  <dcterms:modified xsi:type="dcterms:W3CDTF">2026-04-09T22:05:02Z</dcterms:modified>
</cp:coreProperties>
</file>