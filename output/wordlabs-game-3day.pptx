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'game'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activity played for fun or sport"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'game' — an activity played for fun or sport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'game' means 'an activity played for fun or sport'.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'game'.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'game'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'game'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'game' means 'an activity played for fun or sport'.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'game'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'game'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'game' means 'an activity with rules that people play for fun or competition'.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'game' means 'a type of musical instrument'.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'game' means 'an activity played for fun or sport'.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'game'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activity played for fun or sport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'game'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8094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98094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25196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59943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9943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9554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90702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0702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with rules that people play for fun or competition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'game'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'game'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a fun game of football at lunchtime.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is a keen gamer who plays online every evening.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three games of chess during the rainy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brother is a keen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plays online every evening. We played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chess during the rainy afternoon.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 online to play a team match together. She spends an hour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her friends after homework. The coach gave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postgame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interview about the win.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postgame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postgame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played for fun or sport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'game' = an activity played for fun or sport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'game'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'game'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