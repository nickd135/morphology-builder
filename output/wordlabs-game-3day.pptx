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'game' has very few longer words built from it, so this deck practises adding the suffixes -s, -er and -ing to the base (Years 3–4). Only 5 words with 'game'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Lots of gamers came to the library to try the new board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'game'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activity played for fun or sport"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'game' has very few longer words built from it, so this deck practises adding the suffixes -s, -er and -ing to the base (Years 3–4). Only 5 words with 'game'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'game' — an activity played for fun or sport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 and -ing to the base 'game'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'game'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'game' means 'an activity played for fun or sport'. You can find it in 'games'.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'gamer', '-er'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'games',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'games',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'gamer',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'gaming',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'gamers',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'games',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'gamer',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'gaming',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'gamers',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'game'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activity played for fun or sport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'game'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plays video games often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activity with rules that people play for fun or competition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activity of playing video games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more than one activity with rules played for fun or competition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activity with rules that people play for fun or competition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than one activity with rules played for fun or competition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plays video games often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activity of playing video games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'game'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'game'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played a fun game of football at lunchtime.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played three games of chess during the rainy afternoon.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is a keen gamer who plays online every evening.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gamers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 to the library to try the new board games.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'game'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'game' = an activity played for fun or sport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'game'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