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'game'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"play, sport, or contest"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gamen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'game' — play, sport, or contest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'game' means 'play, sport, or contest'.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'game'.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'game'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'game'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'game' means 'play, sport, or contest'.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'game'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'game'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'game' comes from ancient Greek and means 'to run'.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'gamekeeper' is a compound word made from two parts: 'game' and 'keeper'.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'endgame' uses 'end' as a prefix meaning the final part.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'gamer' contains the root 'game' and the suffix '-r' meaning 'one who'.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'gameplay' means the same thing as 'gamer'.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'game'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play, sport, or contest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gamen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'game'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--play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--keeper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that pretends to be a battle, often played with toy soldiers or on a computer.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game works and how you play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part of a game or plan, when things are nearly finished.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beat someone by playing more cleverly in a game or competition.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look after animals and birds on a large property.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activity you play with rules, like football or chess.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plays video games or other games a lot.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'game'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'game'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enjoyed the ballgame at lunchtime because everyone had a chance to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a gamekeeper works hard to protect wildlife on big farms and stations.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studying the endgame carefully, Priya made a brilliant move and won the chess match.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gamer practised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gameplay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hours, hoping to reach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endgame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dinner.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wargame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gamekeeper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team surprised everyone; they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outgamed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older players easily.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battle or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battle or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battle or conflict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 or guard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already present,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already present,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or contest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already present, only 'd' added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play, sport, or contest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--play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--keeper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gamekeeper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endgame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outgame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wargame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ballgame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'game' — 3-Day Teaching Deck</dc:title>
  <dc:subject>PptxGenJS Presentation</dc:subject>
  <dc:creator>Word Labs</dc:creator>
  <cp:lastModifiedBy>Word Labs</cp:lastModifiedBy>
  <cp:revision>1</cp:revision>
  <dcterms:created xsi:type="dcterms:W3CDTF">2026-07-03T09:21:55Z</dcterms:created>
  <dcterms:modified xsi:type="dcterms:W3CDTF">2026-07-03T09:21:55Z</dcterms:modified>
</cp:coreProperties>
</file>