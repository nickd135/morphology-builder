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'day'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"period of light, 24 hours"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'day' — period of light, 24 hours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'day' means 'period of light, 24 hours'.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'day'.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'day'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'day'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'day' means 'period of light, 24 hours'.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'day'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'day'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'day' comes from a Greek word meaning 'sun'.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'yesterday' contains the root morpheme 'day'.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'birthday' is made from two morphemes: 'birth' and 'day'.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'daylight' contains the root 'day' meaning a period of light or 24 hours.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'Daydream' means to sleep deeply during the afternoon.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'day'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period of light, 24 hours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birthday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holiday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weekday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yesterday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daylight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daydream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'day'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-light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-time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-break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-dream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-light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birthday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birthday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 that came just before today.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holiday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let your mind wander and imagine nice things while you are awake.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weekday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special day each year when you were born and people celebrate you.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natural light you see outside during the daytime when the sun is up.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yesterday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of the five days from Monday to Friday when school is usually 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daylight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 that is happening right now, not yesterday or tomorrow.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daydream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or period of time when you don't have to go to school or work.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'day'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'day'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celebrated her birthday by baking a cake and singing songs in class.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reminded us that daylight hours are longer in summer than in winter.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would often daydream about exploring the rainforest instead of finishing his maths 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birthday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she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daydream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adventure ahead.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birthday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daydream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of being born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time, 24 hours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of being born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time, 24 hours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of being born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time, 24 hours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daydream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daydream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time, 24 hours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imagine or see images in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daydream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time, 24 hours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imagine or see images in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dream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daydream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time, 24 hours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imagine or see images in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dream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yesterday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holiday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 watched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daylight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fade slowly over the hills.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yesterday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holiday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daylight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yesterday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yesterday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 before, previous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time, 24 hours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yesterday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 before, previous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time, 24 hours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yesterday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 before, previous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time, 24 hours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holiday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holiday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holy, set apart as special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time, 24 hours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holiday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holy, set apart as special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time, 24 hours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holiday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holy, set apart as special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time, 24 hours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time, 24 hours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brightness that lets us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time, 24 hours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brightness that lets us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time, 24 hours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brightness that lets us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period of light, 24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-light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-time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-break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-dream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birthday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holiday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weekday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yesterday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daylight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daydream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daybreak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'day' — 3-Day Teaching Deck</dc:title>
  <dc:subject>PptxGenJS Presentation</dc:subject>
  <dc:creator>Word Labs</dc:creator>
  <cp:lastModifiedBy>Word Labs</cp:lastModifiedBy>
  <cp:revision>1</cp:revision>
  <dcterms:created xsi:type="dcterms:W3CDTF">2026-07-03T09:10:39Z</dcterms:created>
  <dcterms:modified xsi:type="dcterms:W3CDTF">2026-07-03T09:10:39Z</dcterms:modified>
</cp:coreProperties>
</file>