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24-hour period; daylight hours"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'day' — a 24-hour period; daylight hours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'day' means 'a 24-hour period; daylight hours'.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'day' means 'a 24-hour period; daylight hours'.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'days' means 'more than one day'.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'day' means 'a type of sweet food'.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'day' means 'a 24-hour period; daylight hours'.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'day' means 'a 24-hour period, or the time when it is light'.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'days' means 'types of desserts'.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24-hour period; daylight hours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508760" y="2350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08760" y="2350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87168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834640" y="2350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83464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59352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306824" y="2350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306824" y="2350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202936" y="2350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5614416" y="2350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14416" y="2350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the whole day building a sandcastle on the beach.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took three days to finish reading the whole book.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for lunch at midday when the sun was highest.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the whole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building a sandcastle on the beach. It took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finish reading the whole book. We stopped for lunch 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sun was highest.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24-hour period; daylight hours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'day' = a 24-hour period; daylight hours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'day'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