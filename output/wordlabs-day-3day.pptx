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'day'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'weekday' really means 'any day from Monday to Friday'.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We ate our lunch under a shady gum tree at midday.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'day'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24-hour period; daylight hours"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'day'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'day' — a 24-hour period; daylight hours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'day' = a 24-hour period; daylight hours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'day' means 'a 24-hour period; daylight hours' and how it joins other words to make compound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'day'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compound words with 'day' and split them back into the two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'day'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'day' = a 24-hour period; daylight hours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'day' means 'a 24-hour period; daylight hours'. You can find it in 'weekday'.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Compound word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compound word is made by joining two words together. 'weekday' joins 'week' and 'day'.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'day' = a 24-hour period; daylight hours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'day' means 'a 24-hour period; daylight hours'.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'everyday' means 'ordinary, used or seen every day'.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'weekday' means 'the day each year when you remember the day you were born'.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'birthday' means 'the day each year when you remember the day you were born'.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'day' = a 24-hour period; daylight hours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'day' means 'a 24-hour period; daylight hours'.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'everyday' means 'ordinary, used or seen every day'.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'weekday' means 'the day each year when you remember the day you were born'.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'birthday' means 'the day each year when you remember the day you were born'.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'day'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'day' = a 24-hour period; daylight hours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'day'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24-hour period; daylight hours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weekday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birthday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everyday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'day'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'day' = a 24-hour period; daylight hours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birth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36829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66090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66090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7472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886200" y="3374136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86200" y="3374136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weekday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'day'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'day' = a 24-hour period; daylight hours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ordinary, used or seen every day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weekday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day each year when you remember the day you were born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birthday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any day from Monday to Friday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everyday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24-hour period, or the time when it is light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'day'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'day' = a 24-hour period; daylight hours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24-hour period, or the time when it is light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weekday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any day from Monday to Friday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birthday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day each year when you remember the day you were born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everyday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ordinary, used or seen every day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'day'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'day' = a 24-hour period; daylight hours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'day'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spent the whole day building a sandcastle on the beach.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weekday, I catch the bus to school.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my birthday, Nan baked a chocolate cake.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'day' = a 24-hour period; daylight hours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'day' = a 24-hour period; daylight hours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ate our lunch under a shady gum tree at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midday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midday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'day' = a 24-hour period; daylight hours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'day' = a 24-hour period; daylight hours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24-hour period; daylight hours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'day' = a 24-hour period; daylight hours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24-hour period; daylight hours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'day' = a 24-hour period; daylight hours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24-hour period; daylight hours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'day' = a 24-hour period; daylight hours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'day' = a 24-hour period; daylight hours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birth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734056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midday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'day'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