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'circum-'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"around, on all sides"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circum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'circum-' — around, on all sides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'circum-' means 'around, on all sides'.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'circum-'.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'circum-'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'circum-'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'circum-' means 'around, on all sides'.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'circumference', the root is the part after the prefix 'circum-'.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'Circum-' comes from the Latin language.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To circumnavigate the globe means to travel all the way around it.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'circumference' refers to the area inside a circle.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'circum-' means half or partial.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'circum-' means around or on all sides.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'circum-'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around, on all sides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circum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circumference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circumnavigate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circumvent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circumstance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circumscribe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circumspect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circumflex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'circum-'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'circum-'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navigate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ference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stance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92608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273552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3273552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navigate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83717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518464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518464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20877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62025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62025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circumference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circumference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curved accent mark (^) placed over a vowel in some languages.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circumnavigate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conditions or facts that surround a situation or event.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circumvent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very careful and thinking about all sides before acting.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circumstance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draw a line around something, or to limit what someone can do.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circumscribe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distance all the way around the outside of a circle.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circumspect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a clever way around a rule or obstacle.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circumflex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travel completely around something, like sailing around the whole world.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'circum-'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'circum-'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used a piece of string to measure the circumference of the basketball.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Ferdinand Magellan's crew were the first people to circumnavigate the entire globe.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circumstances, the teacher decided to give the class extra time to finish the test.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explorer hoped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circumnavigate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island, but the stormy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circumstances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made it too dangerous.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circumnavigate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circumstances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circumnavigate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circumnavigate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navig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sail or steer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make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circumnavigate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navig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sail or steer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make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nav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gate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circumnavigate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navig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sail or steer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make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nav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gate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951330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um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circumstances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circumstances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standing, condition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circumstances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standing, condition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circumstances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standing, condition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951330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um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circumference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track was measured carefully,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circumspect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judges used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circumlocution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avoid announcing the winner too soon.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circumference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circumspect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circumlocution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circumference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circumference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or bear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circumference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or bear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circumference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or bear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951330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um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77595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51330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circumlocution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circumlocution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 → /sh/ before vowel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circumlocution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 → /sh/ before vowel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cum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circumlocution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 → /sh/ before vowel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cum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951828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um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717887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'circum-'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around, on all sides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'circum-'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navigate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ference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stance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circumference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circumnavigate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circumvent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circumstance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circumscribe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circumspect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circumflex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circumlocution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'circum-' — 3-Day Teaching Deck</dc:title>
  <dc:subject>PptxGenJS Presentation</dc:subject>
  <dc:creator>Word Labs</dc:creator>
  <cp:lastModifiedBy>Word Labs</cp:lastModifiedBy>
  <cp:revision>1</cp:revision>
  <dcterms:created xsi:type="dcterms:W3CDTF">2026-04-10T01:06:02Z</dcterms:created>
  <dcterms:modified xsi:type="dcterms:W3CDTF">2026-04-10T01:06:02Z</dcterms:modified>
</cp:coreProperties>
</file>