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'circum-'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'circumstance' really means 'a fact or condition that affects what happens'.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sailor's circumnavigation of Australia took her almost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'circum-'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"around"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'circum-'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'circum-' — around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'circum-' means 'around'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'circum-'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'circum-'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'circum-'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'circum-' means 'around'. In 'circumnavigate', it is added to 'navigate'.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'circumnavigate', the base is 'navigate' (find your way; steer a route).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'circumference', '-ence'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'circum-' means 'around'.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'circumnavigate' means 'to travel all the way around something, such as the world or an island'.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'circumstance' means 'the distance all the way around the outside of a circle'.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'circumference' means 'the distance all the way around the outside of a circle'.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'circum-' means 'around'.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'circumnavigate' means 'to travel all the way around something, such as the world or an island'.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'circumstance' means 'the distance all the way around the outside of a circle'.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'circumference' means 'the distance all the way around the outside of a circle'.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'circum-'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around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circumference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circumstance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'circum-'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7977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07238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07238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33088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33088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2122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632704" y="2971800"/>
            <a:ext cx="247802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2971800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circumference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fact or condition that affects what happens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distance all the way around the outside of a circle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travel all the way around something, such as the world or an island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distance all the way around the outside of a circle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travel all the way around something, such as the world or an island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circumstance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fact or condition that affects what happens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'circum-'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'circum-'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the circumference of the circular pond.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sailors planned to circumnavigate the globe in their small boat.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 was the one circumstance that could stop the carnival.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sailor's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circumnavigation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Australia took her almost a year.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way; steer a route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way; steer a route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way; steer a route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3158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3158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419764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19764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886369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86369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352974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52974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19579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19579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86185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86185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52790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2790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219395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19395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686000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86000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52606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52606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619211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19211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085816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85816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52421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52421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019027" y="4187952"/>
            <a:ext cx="415399" cy="475488"/>
          </a:xfrm>
          <a:prstGeom prst="rect">
            <a:avLst>
              <a:gd name="adj" fmla="val 8805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19027" y="4187952"/>
            <a:ext cx="4153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'circum-'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'circum-' = around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circumnavigation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'circum-'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