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"around, on all sides"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circum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'circum-' — around, on all sides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'circum-' means 'around, on all sides'.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'circum-'.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'circum-'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'circum-'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'circum-' means 'around, on all sides'.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'circumnavigate', the root is the part after the prefix 'circum-'.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'circum-' comes from Latin and means around or on all sides.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'circumference' means the distance straight through the middle of a circle.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To circumnavigate the globe means to travel all the way around 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circumspect person thinks carefully about all sides of a situation.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'circum-' means to go forward in a straight line.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'circum-'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around, on all sides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circum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'circum-'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ference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8371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18464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18464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20877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62025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2025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curved accent mark (^) placed over a letter in some languages.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clever way around a rule or obstacle.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conditions or facts that surround a particular event or situation.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very careful to think about all sides of a situation before acting.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all the way around something, like sailing around the whole world.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a line around something, or to limit what someone is allowed to do.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around the outside of a circle or round object.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'circum-'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'circum-'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brave sailors set out to circumnavigate the entire continent of Australia.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circumference of the circle, you multiply the diameter by pi.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circumspect about her decision, making sure she had thought of everything before answering.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measured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circumference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ball before trying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circumvent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tricky maths problem.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come,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come,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come,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their attempt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circumnavigate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island, the crew had to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weather,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circumstances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sailing very dangerous.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sail, steer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sail, steer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sail, steer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2897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57933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stand,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stand,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stand,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ference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circumlocution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'circum-' — 3-Day Teaching Deck</dc:title>
  <dc:subject>PptxGenJS Presentation</dc:subject>
  <dc:creator>Word Labs</dc:creator>
  <cp:lastModifiedBy>Word Labs</cp:lastModifiedBy>
  <cp:revision>1</cp:revision>
  <dcterms:created xsi:type="dcterms:W3CDTF">2026-04-03T03:20:33Z</dcterms:created>
  <dcterms:modified xsi:type="dcterms:W3CDTF">2026-04-03T03:20:33Z</dcterms:modified>
</cp:coreProperties>
</file>