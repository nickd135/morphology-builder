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'circum-'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"around"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'circum-' — around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'circum-' means 'around'.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'circum-'.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'circum-'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'circum-'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'circum-' means 'around'.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'circumspect', the root is the part after the prefix 'circum-'.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'circumference' means 'the distance straight across the middle of a circle'.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'circumspect' means 'extremely generous with money and gifts'.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'circum' means 'around'.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'circumspect' means 'careful and cautious, thinking about possible risks before acting'.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'circumference' means 'the distance all the way around the outside of a circle'.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'circum-'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around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'circum-'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'circum-'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92608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27355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27355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distance all the way around the outside of a circle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travel all the way around something, such as the world or an island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or restricted something (in the past), or drew a line around a shape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 and cautious, thinking about possible risks before acting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'circum-'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'circum-'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circumspect explorer checked the ice was safe before stepping onto it.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measured the circumference of the circular pond.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freedom was circumscribed by the strict new curfew.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council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circumscribing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where new houses can be built. Magellan's crew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circumnavigated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Earth in the 1500s.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way; steer a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way; steer a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way; steer a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yacht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circumnavigating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island this summer.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circumnavigation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world took almost a year. The new rules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circumscribe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students can bring to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way; steer a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way; steer a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way; steer a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3158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3158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1976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1976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88636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8636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35297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5297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81957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1957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28618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8618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5279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279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21939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21939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68600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68600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5260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15260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61921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1921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08581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08581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55242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55242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8019027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019027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way; steer a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way; steer a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way; steer a route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3158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3158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1976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1976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88636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8636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35297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5297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81957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1957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28618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8618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5279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279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21939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21939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68600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68600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5260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15260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61921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1921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08581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08581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55242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55242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8019027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019027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'circum-'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'circum'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'circum-' = around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'circum-'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navigate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scrib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circumspect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circumference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circumscribed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circumnavigate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'circum-'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