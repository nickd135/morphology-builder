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'reveal'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uncover or show hidden"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revelare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'reveal' — to uncover or show hidden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'reveal' means 'to uncover or show hidden'.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'reveal'.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'reveal'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'reveal'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'reveal' means 'to uncover or show hidden'.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'reveal'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'reveal'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'revealed' has no suffix added to the root 'reveal'.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'reveal' comes from a Greek word meaning to see.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'Revealing' is formed by adding the suffix '-ing' to 'reveal'.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'revelation' is a surprising discovery where hidden information is uncovered.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'reveal' comes from a Latin word meaning to uncover.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'reveal'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uncover or show hidden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revelare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'reveal'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or uncovers something important.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uncovers hidden information.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or uncovering something interesting or hidden.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surprising discovery or uncovering of hidden facts.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something that was hidden or secret.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surprising piece of information that is suddenly made known.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shown or uncovered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'reveal'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'reveal'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revealing the results of her experiment to the excited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the story, the author made a stunning revelation about who had taken the treasure.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slowly revealed the rabbit hiding beneath the silk scarf.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clues carefully,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revelation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shocked everyone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'reveal' shortens to 'revel' before '-ation'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'reveal' shortens to 'revel' before '-ation'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'reveal' shortens to 'revel' before '-ation'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letter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its secrets to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or about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or about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or about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uncover or show hidden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to uncover or show hidden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revelations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self-revealing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'reveal'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