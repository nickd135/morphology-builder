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'reveal' has very few longer words built from it, so this deck practises adding the suffixes -s, -ed and -ing to the base (Years 3–4). Only 4 words with 'reveal'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tide went out, revealing rock pools full of starfish and crabs.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'reveal'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"show; make known"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'reveal' has very few longer words built from it, so this deck practises adding the suffixes -s, -ed and -ing to the base (Years 3–4). Only 4 words with 'reveal'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'reveal' — show; make known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 and -ing to the base 'reveal'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'reveal'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'reveal'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'reveal' means 'show; make known'. You can find it in 'reveals'.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'reveals', '-s' means 'plural or present tense'.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'revealing',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'reveals',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'revealed',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'revealing',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'reveals',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'revealed',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'revealing',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'reveal'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show; make known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'reveal'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4261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93522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3522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4904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16052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showed or made known something that was hidden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show or make known something that was hidden or secret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shows or makes known something that was hidden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show or make known something that was hidden or secret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shows or makes known something that was hidden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showed or made known something that was hidden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'reveal'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'reveal'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magician will reveal his final trick at the end of the show.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reveals a hidden path through the forest.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revealed the surprise test results to the class.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tide went out,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revealing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rock pools full of starfish and crabs.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show; make known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show; make known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show; make known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'reveal'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'reveal' = show; make known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'reveal'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