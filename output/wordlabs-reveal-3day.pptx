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'reveal'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"uncover or show something hidden"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'reveal' — uncover or show something hidden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'reveal' means 'uncover or show something hidden'.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'reveal'.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'reveal'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'reveal'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'reveal' means 'uncover or show something hidden'.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'reveal'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'reveal'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'reveal' comes from a Latin word meaning to uncover or lift a veil.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'unrevealed' means something that has already been shown to everyone.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'-ing' to 'reveal' makes the word 'revealing'.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'reveal' comes from Latin and relates to uncovering.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'revealingly' is a noun because it ends in '-ly'.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'reveal'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 or show something hidden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'reveal'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uncovers hidden information.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or uncovers hidden information or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uncovering something that was hidden or surprising.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sharing things about yourself without being asked.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that was hidden or secret.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or uncovers something important or surprising.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or uncovered something that was hidden.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'reveal'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'reveal'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was revealing his secret trick to the amazed audience.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revealed a hidden cave behind the waterfall.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look for clues that might reveal the answer.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results, but some facts remained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unrevealed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the next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completed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story were surprising;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secret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clues all along.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 singular verb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 singular verb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 singular verb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or show something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(present participle)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uncover or show something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'reveal' — 3-Day Teaching Deck</dc:title>
  <dc:subject>PptxGenJS Presentation</dc:subject>
  <dc:creator>Word Labs</dc:creator>
  <cp:lastModifiedBy>Word Labs</cp:lastModifiedBy>
  <cp:revision>1</cp:revision>
  <dcterms:created xsi:type="dcterms:W3CDTF">2026-03-25T03:24:52Z</dcterms:created>
  <dcterms:modified xsi:type="dcterms:W3CDTF">2026-03-25T03:24:52Z</dcterms:modified>
</cp:coreProperties>
</file>