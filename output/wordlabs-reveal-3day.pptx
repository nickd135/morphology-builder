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'reveal'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"show; make known"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'reveal' — show; make known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'reveal' means 'show; make known'.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'reveal'.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'reveal'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'reveal'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'reveal' means 'show; make known'.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'reveal'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'reveal'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'reveal' means 'to hide something completely from view'.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'reveal' means 'show; make known'.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'reveal' means 'to show or make known something that was hidden or secret'.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'reveal'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show; make known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'reveal'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508760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508760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35915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706624" y="37216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706624" y="37216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270248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617720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617720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513832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925312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25312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make known something that was hidden or secret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'reveal'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'reveal'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magician will reveal his final trick at the end of the show.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reveals a hidden path through the forest.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revealed the surprise test results to the class.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reveals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hidden path through the forest. The teacher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revealed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surprise test results to the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show; make known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show; make known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show; make known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show; make known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show; make known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show; make known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detective was the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revealer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mystery's true ending. The documentary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revealing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some surprising facts about the ocean. The ending of the film remains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unrevealed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until the final scene.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unrevealed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show; make known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show; make known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show; make known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show; make known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show; make known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show; make known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show; make known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show; make known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unrevealed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show; make known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vealed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'reveal' = show; make known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'reveal'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'reveal'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