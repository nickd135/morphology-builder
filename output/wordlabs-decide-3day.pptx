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'decide' has very few longer words built from it, so this deck practises adding the suffixes -ed, -ing and -s to the base (Years 3–4). Only 6 words with 'decide'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Every Friday, our class decides which game we will play at 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'decide'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"choose after thinking"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'decide' has very few longer words built from it, so this deck practises adding the suffixes -ed, -ing and -s to the base (Years 3–4). Only 6 words with 'decide'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'decide' — choose after thinking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 and -s to the base 'decide'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'decide'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'decide' means 'choose after thinking'. You can find it in 'decided'.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'undecided',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'decision', '-sion' means 'act or process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'decided',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'deciding',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'decides',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'decided',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'deciding',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'decides',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'decide'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after thinking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undecided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'decide'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9592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99592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974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22122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2122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undecided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choice that you make after thinking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making a choice after thinking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made a choice after thinking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yet having made a choice or decision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undecided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make a choice after thinking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a choice after thinking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made a choice after thinking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choice that you make after thinking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making a choice after thinking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undecided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yet having made a choice or decision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'decide'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'decide'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took her ages to decide which ice cream flavour to choose.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decided to walk to school instead of taking the bus.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pet was a big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Friday, our class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game we will play at sport.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after thinking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after thinking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cides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after thinking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cides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'decide'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'decide' = choose after thinking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'decide'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