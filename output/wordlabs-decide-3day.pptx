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'decide'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"choose after thinking"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'decide' — choose after thinking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'decide' means 'choose after thinking'.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'decide'.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'decide'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'decide'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'decide' means 'choose after thinking'.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'decide'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'decide'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'decided' means 'made a choice after thinking'.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'decide' means 'to make a choice after thinking'.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'decide' means 'to run very quickly'.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'decided' means 'ran extremely fast'.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'decide' means 'choose after thinking'.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'decide'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after thinking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'decide'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508760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508760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359152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706624" y="32644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2706624" y="32644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270248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4617720" y="32644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617720" y="32644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513832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5925312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25312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'decide'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'decide'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took her ages to decide which ice cream flavour to choose.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decided to walk to school instead of taking the bus.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morning she decides what to wear to school.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took her ages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which ice cream flavour to choose.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decided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walk to school instead of taking the bus.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after thinking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after thinking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cide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after thinking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cide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after thinking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after thinking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after thinking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morning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decides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what to wear to school. She is still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deciding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which book to read next. I'm still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undecided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which book to choose for my project.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after thinking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after thinking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cides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after thinking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cides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after thinking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after thinking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after thinking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after thinking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after thinking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undecided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after thinking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'decide' = choose after thinking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'decide'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'decide' — 3-Day Teaching Deck</dc:title>
  <dc:subject>PptxGenJS Presentation</dc:subject>
  <dc:creator>Word Labs</dc:creator>
  <cp:lastModifiedBy>Word Labs</cp:lastModifiedBy>
  <cp:revision>1</cp:revision>
  <dcterms:created xsi:type="dcterms:W3CDTF">2026-07-07T10:22:33Z</dcterms:created>
  <dcterms:modified xsi:type="dcterms:W3CDTF">2026-07-07T10:22:33Z</dcterms:modified>
</cp:coreProperties>
</file>