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'decide'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cut off, settle choice"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decidere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'decide' — to cut off, settle choice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'decide' means 'to cut off, settle choice'.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'decide'.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'decide'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'decide'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'decide' means 'to cut off, settle choice'.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'decide'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'decide'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'decide' comes from Latin and means to cut off or settle a choice.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'undecided' means you have already made a firm choice.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'decisive' describes someone who makes choices quickly and confidently.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'in-' in 'indecision' means not or without.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'decision' is a verb because it ends in '-sion'.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'decide'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cut off, settle choice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decidere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'decide'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--dly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able to make choices quickly and with confidence.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having made up your mind about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 or come to a conclusion about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confident, clear way when making choices.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making a choice between options.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choice you make after thinking about something carefully.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 choice or reached a conclusion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'decide'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'decide'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hard to decide which book to read first, so she made a list of her favourites.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needed to make a decision about who would lead the science project.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decisive is an important skill when you are working under a time limit.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undecided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choice impressed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marker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adjective form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marker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adjective form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marker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adjective form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'de' reduces to 'd', 'cide' becomes 'cis'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'de' reduces to 'd', 'cide' becomes 'cis'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'de' reduces to 'd', 'cide' becomes 'cis'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indecision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choice, which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outcome of the whole competition.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indecision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becomes 'cis' before '-ion'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becomes 'cis' before '-ion'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indecision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becomes 'cis' before '-ion'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becomes 'cis' before '-ive'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becomes 'cis' before '-ive'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'cide' becomes 'cis' before '-ive'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marker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marker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choice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marker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to cut off, settle choice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--dly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decisively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indecision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'decide' — 3-Day Teaching Deck</dc:title>
  <dc:subject>PptxGenJS Presentation</dc:subject>
  <dc:creator>Word Labs</dc:creator>
  <cp:lastModifiedBy>Word Labs</cp:lastModifiedBy>
  <cp:revision>1</cp:revision>
  <dcterms:created xsi:type="dcterms:W3CDTF">2026-03-25T03:08:46Z</dcterms:created>
  <dcterms:modified xsi:type="dcterms:W3CDTF">2026-03-25T03:08:46Z</dcterms:modified>
</cp:coreProperties>
</file>