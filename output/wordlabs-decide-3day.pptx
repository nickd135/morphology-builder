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'decide'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cut off, settle choice"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decidere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'decide' — to cut off, settle choice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'decide' means 'to cut off, settle choice'.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'decide'.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'decide'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'decide'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'decide' means 'to cut off, settle choice'.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'decide'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'decide'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'undecided' means someone who has already made a firm choice.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'in-' in 'indecisive' means 'not', making it mean 'not decisive'.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'-ion' to 'decide' gives us the noun 'decision'.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'decisive' is a verb because it ends in '-ive'.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'decide' comes from Latin and means to cut off or settle a choice.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'decide'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cut off, settle choice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decidere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'decide'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able to make choices quickly and confidently.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very clear and definite, without any doubt.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 or come to a conclusion about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having made up your mind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making a choice right now.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choice or conclusion you reach after thinking something through.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 choice; also means clear and definite, leaving no doubt.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'decide'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'decide'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decisive moment in the match when the captain chose to bat first.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thought, the class remained undecided about which charity to support.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decision to study every night helped her achieve excellent results.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undecided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but she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choice in the end.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adjective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adjective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adjective state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changes to 'cis' before '-ive'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changes to 'cis' before '-ive'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changes to 'cis' before '-ive'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long discussion, the team's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fair, and everyone agreed with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changes to 'cis' before '-ion'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changes to 'cis' before '-ion'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changes to 'cis' before '-ion'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'-ed'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state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'-ed'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state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'-ed'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state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settle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'decide' — 3-Day Teaching Deck</dc:title>
  <dc:subject>PptxGenJS Presentation</dc:subject>
  <dc:creator>Word Labs</dc:creator>
  <cp:lastModifiedBy>Word Labs</cp:lastModifiedBy>
  <cp:revision>1</cp:revision>
  <dcterms:created xsi:type="dcterms:W3CDTF">2026-04-09T21:56:12Z</dcterms:created>
  <dcterms:modified xsi:type="dcterms:W3CDTF">2026-04-09T21:56:12Z</dcterms:modified>
</cp:coreProperties>
</file>