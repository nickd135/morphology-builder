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"cut, divide, or separate"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'sec' — cut, divide, or separate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'sec' means 'cut, divide, or separate'.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'sec' means 'cut, divide, or separate'.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To bisect something means to cut it into two equal parts.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'insect' has nothing to do with the root 'sec'.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'sec' comes from a Latin word meaning to cut or divide.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'trans' means across, so a transect is a cut made across an area.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'sec' comes from the Greek word for circle.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cut, divide, or separate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line or strip cut across an area to study what lives there.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or roads cross over each other and meet in the middle.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carefully cut something apart to study what is inside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surgeon carefully cuts away a part of the body during an operation.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something into exactly two equal halves.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that has been cut or divided from a whole, like a section of an orange.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divided part of an area or group, like the business sector of a city.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bisect the circle carefully using a ruler and pencil.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studied a cross-section of the tree trunk to count how many rings it had.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roads intersect at the main roundabout near our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ruler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angle, then labelled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our diagram.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science, 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flower, record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petal, and note where the veins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joins di + sec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joins di + sec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joins di + sec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does; agent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does; agent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does; agent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'sec' = cut, divide, or separate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'sec' — 3-Day Teaching Deck</dc:title>
  <dc:subject>PptxGenJS Presentation</dc:subject>
  <dc:creator>Word Labs</dc:creator>
  <cp:lastModifiedBy>Word Labs</cp:lastModifiedBy>
  <cp:revision>1</cp:revision>
  <dcterms:created xsi:type="dcterms:W3CDTF">2026-04-09T22:42:50Z</dcterms:created>
  <dcterms:modified xsi:type="dcterms:W3CDTF">2026-04-09T22:42:50Z</dcterms:modified>
</cp:coreProperties>
</file>