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'sec'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"cut, divide, separate"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'sec' — cut, divide, separate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'sec' means 'cut, divide, separate'.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'sec'.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'sec'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'sec'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'sec' means 'cut, divide, separate'.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'sec'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'sec'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'sec' comes from a Latin word meaning to cut or divide.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'bisect' means to cut something into three equal parts.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insect's body is divided into three sections, which links to the meaning of 'sec'.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'intersect' contains the root 'sec' meaning to cut.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'sec' comes from a Greek word meaning to measure.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'sec'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cut, divide, separate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transect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'sec'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straight line or path cut through an area so scientists can study the plants and animals along 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carefully cut something open to study what is inside it.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cut something exactly in half, creating two equal parts.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doctor surgically cuts out a part of the body that needs to be removed.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lines or roads cross over each other and meet in the middle.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 that has been cut off or divided from the rest of something, like a section of an orange.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transect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part of something larger, like the health sector or the business sector.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'sec'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'sec'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bisect the angle carefully using a ruler and compass.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 class had to study each section of the leaf under a microscope.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roads intersect at the centre of town, forming a busy crossroads.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bisect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circle and label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clearly?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dissect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leaf, you can see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veins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intersect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the surface.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 → di before some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 → di before some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 → di before some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separate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transect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'sec' — 3-Day Teaching Deck</dc:title>
  <dc:subject>PptxGenJS Presentation</dc:subject>
  <dc:creator>Word Labs</dc:creator>
  <cp:lastModifiedBy>Word Labs</cp:lastModifiedBy>
  <cp:revision>1</cp:revision>
  <dcterms:created xsi:type="dcterms:W3CDTF">2026-03-25T03:51:46Z</dcterms:created>
  <dcterms:modified xsi:type="dcterms:W3CDTF">2026-03-25T03:51:46Z</dcterms:modified>
</cp:coreProperties>
</file>