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'sec'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'sec' — cut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'sec' means 'cut'.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'sec'.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'sec'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'sec'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'sec' means 'cut'.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'sec'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'sec'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'secure' means 'extremely loud and noisy'.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'sec' means 'cut'.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'secure' means 'safe, firmly fixed, or protected'.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'secured' means 'made safe or fixed firmly'.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'secured' means 'shouted loudly at someone'.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'sec'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unsecured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'sec'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28072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508760" y="28072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79776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127248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27248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51960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99432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99432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69864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81344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safe or fixed firmly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fastened or made safe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making something safe or fixed firmly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firmly fixed, or protected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unsecured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safe or firmly fixed way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'sec'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'sec'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ladder is secure before you climb 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climbers secured the rope before beginning their descent.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 your seatbelt securely before the car moves off.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the next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book. The newspaper is divided into several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locks gave the family a greater sense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They bought a large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sectional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sofa for the living room. Turn left at the next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'sec' = cut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'sec'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unsecured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'sec'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