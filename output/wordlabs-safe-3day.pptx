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'safe'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 from danger"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'safe' — free from danger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'safe' means 'free from danger'.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'safe'.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'safe'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'safe'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'safe' means 'free from danger'.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'safe'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'safe'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'safer' means 'more colourful than something else'.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'safe' means 'extremely fast and energetic'.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'safe' means 'free from danger'.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'safe' means 'protected from danger or harm'.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'safer' means 'less dangerous than something else'.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'safe'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from danger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'safe'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dangerous than something else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avoids danger or harm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dangerous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from danger or harm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'safe'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'safe'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a helmet to stay safe while cycling.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 seatbelt makes a car journey safer.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cross the road safely by looking both ways.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rickety bridge was declared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traffic. The guard checked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building before letting everyone 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rode his bike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unsafely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the busy road. The teacher explained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rules before the science experiment. The family went on 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safaris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Africa to see lions and elephants.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'safe'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