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'safe'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"free from harm or danger"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salvus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'safe' — free from harm or danger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'safe' means 'free from harm or danger'.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'safe'.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'safe'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'safe'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'safe' means 'free from harm or danger'.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'safe'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'safe'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'-ly' to 'safe' changes it into a noun.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'safe' comes from an ancient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'unsafe' uses a prefix to give 'safe' the opposite meaning.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'safeguard' is something that protects you from harm.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'safely' is formed by adding the suffix '-ly' to the root 'safe'.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'safe'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 from harm or danger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salvus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safeguard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safekeeper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resafe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'safe'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-guard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-keep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safe again after it has become dangerous.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looks after something valuable to keep it protected.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safeguard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dangerous or could cause harm.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protected from danger out of a group of options.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safekeeper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protects you or keeps you safe from harm.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without getting hurt or in danger.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resafe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being protected from harm or danger.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'safe'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'safe'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cross the road safely by using the pedestrian crossing and looking both ways.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lifeguard's job is to safeguard swimmers at the beach during the summer holidays.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Wearing a helmet is an important safety rule when riding your bike.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follow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rules so that everyone can play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safely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park.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safeguard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equipment was checked carefully,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unsafe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ladder still needed fixing before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safest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path could be used.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safeguard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safest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safeguard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safeguard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over or protect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safeguard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over or protect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safeguard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over or protect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-guard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-keep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safeguard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safekeeper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safest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resafe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safecracker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'safe' — 3-Day Teaching Deck</dc:title>
  <dc:subject>PptxGenJS Presentation</dc:subject>
  <dc:creator>Word Labs</dc:creator>
  <cp:lastModifiedBy>Word Labs</cp:lastModifiedBy>
  <cp:revision>1</cp:revision>
  <dcterms:created xsi:type="dcterms:W3CDTF">2026-04-10T00:48:21Z</dcterms:created>
  <dcterms:modified xsi:type="dcterms:W3CDTF">2026-04-10T00:48:21Z</dcterms:modified>
</cp:coreProperties>
</file>