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'safe'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'safe' really means 'free from danger'.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teacher reminded us about water safety before the excursion to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'safe'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 from danger"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'safe'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'safe' — free from danger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'safe' means 'free from danger'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'safe'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'safe'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'safe'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'safe' means 'free from danger'. You can find it in 'safer'.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'unsafe',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'safer', '-er' means 'more'.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'safe' means 'free from danger'.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'safer' means 'less dangerous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'safely' means 'in a way that avoids danger or harm'.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'unsafe' means 'likely to cause harm or danger'.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'safe'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'safe' means 'free from danger'.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'safer' means 'less dangerous than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'safely' means 'in a way that avoids danger or harm'.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'unsafe' means 'likely to cause harm or danger'.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'safe'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'safe'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from danger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unsafe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'safe'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likely to cause harm or danger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a way that avoids danger or harm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protected from danger or harm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unsafe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less dangerous than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protected from danger or harm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less dangerous than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way that avoids danger or harm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unsafe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likely to cause harm or danger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'safe'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'safe'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a helmet to stay safe while cycling.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Wearing a seatbelt makes a car journey safer.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cross the road safely by looking both ways.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reminded us about water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the excursion to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from danger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from danger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from danger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'safe' = free from danger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unsafely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'safe'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