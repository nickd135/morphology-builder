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'safe'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"free from harm or danger"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salvus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'safe' — free from harm or danger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'safe' means 'free from harm or danger'.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'safe'.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'safe'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'safe'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'safe' means 'free from harm or danger'.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'safe'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'safe'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'safely' is made by adding the suffix '-ly' to the base word 'safe'.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'safe'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'safeguard' is something that protects you from danger.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'unsafe' means the prefix 'un-' has been added to 'safe' to give it the opposite meaning.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'safety' contains the suffix '-ment'.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'safe'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from harm or danger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salvus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safekeeper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resafe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'safe'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-guard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crash-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-keep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tamper-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safe again after it has become dangerous.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after something valuable to keep it protected.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safe; likely to cause harm or danger.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free from danger compared to other things.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safekeeper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protects you or keeps you from harm.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avoids danger or harm.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resafe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protected from danger or harm.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'safe'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'safe'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lifeguard reminded all the children to swim safely between the flags at the beach.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showed us the safety rules before we started the science experiment.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guard was the safeguard that kept the museum's precious artworks protected.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officer checked that all the equipment was stored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trip.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safeguard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system worked well, so everyone reached the shelter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safely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unsafe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bridge was closed.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protect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protect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protect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'safe' = free from harm or danger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'safe'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-guard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crash-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-keep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tamper-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safeguard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safekeeper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resafe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failsafe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'safe' — 3-Day Teaching Deck</dc:title>
  <dc:subject>PptxGenJS Presentation</dc:subject>
  <dc:creator>Word Labs</dc:creator>
  <cp:lastModifiedBy>Word Labs</cp:lastModifiedBy>
  <cp:revision>1</cp:revision>
  <dcterms:created xsi:type="dcterms:W3CDTF">2026-04-03T03:23:47Z</dcterms:created>
  <dcterms:modified xsi:type="dcterms:W3CDTF">2026-04-03T03:23:47Z</dcterms:modified>
</cp:coreProperties>
</file>