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"find where something is"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'locate' — find where something is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'locate' means 'find where something is'.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'locate' means 'find where something is'.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'locate' means 'to find the exact position of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'locate' means 'to make a loud noise on purpose'.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'locate' means 'find where something is'.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'located' means 'found or identified where something is'.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'located' means 'lost track of where something was'.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 where something is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exact position of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to a new place to live or work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or identifies the exact position of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finding where something is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or person that finds the position of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particular place or position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or identified where something is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map to locate the nearest train station.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finally located the missing keys under the sofa.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locates the nearest petrol station.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dislocation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shoulder meant he needed hospital treatment. The teacher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laptop to each group.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allocated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locker at the start of term. The school increased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allocation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funds for new books. The council reviewed its budget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allocations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each department.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something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find where something is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'locate' — 3-Day Teaching Deck</dc:title>
  <dc:subject>PptxGenJS Presentation</dc:subject>
  <dc:creator>Word Labs</dc:creator>
  <cp:lastModifiedBy>Word Labs</cp:lastModifiedBy>
  <cp:revision>1</cp:revision>
  <dcterms:created xsi:type="dcterms:W3CDTF">2026-07-07T10:22:35Z</dcterms:created>
  <dcterms:modified xsi:type="dcterms:W3CDTF">2026-07-07T10:22:35Z</dcterms:modified>
</cp:coreProperties>
</file>