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find or place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'locate' — to find or place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'locate' means 'to find or place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'locate' means 'to find or place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'locate' comes from a Latin word meaning to place or find.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'dislocate' means to move something to a better location.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'locator' is something that helps you find where something is.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'relocate' contains the prefix 're-' meaning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'locate'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find or place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translocation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to a new place or find a new position for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device that helps find where something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where something is found or situated.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moving something, like an animal or plant, from one place 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translocation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out or assign something, like time or money, for a special purpose.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where something has been found or placed.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a bone out of its normal position in a joint.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locate Australia on the world map and point to our capital city?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had to relocate to a new town when Mum got a new job.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write the location of our school at the top of the page.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missing equipment and record its exact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end of the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they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relocate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zoo, the rangers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dislocate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animals from their enclosures, carefully noting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translocation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'locate' — 3-Day Teaching Deck</dc:title>
  <dc:subject>PptxGenJS Presentation</dc:subject>
  <dc:creator>Word Labs</dc:creator>
  <cp:lastModifiedBy>Word Labs</cp:lastModifiedBy>
  <cp:revision>1</cp:revision>
  <dcterms:created xsi:type="dcterms:W3CDTF">2026-03-25T03:16:02Z</dcterms:created>
  <dcterms:modified xsi:type="dcterms:W3CDTF">2026-03-25T03:16:02Z</dcterms:modified>
</cp:coreProperties>
</file>