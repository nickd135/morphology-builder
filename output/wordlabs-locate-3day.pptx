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find or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'locate' — to find or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'locate' means 'to find or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'locate' means 'to find or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'dislocate' means to find something that was lost.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'locate' comes from a Latin word meaning to place or put.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're-' to 'locate' makes the word 'relocate', meaning to move to a new place.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'-ion' can be added to 'locate' to make the noun 'location'.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'locate' originally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find or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where something is found or situated.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given out or assigned to a specific person or purpose.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a bone out of its normal position in the body.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somewhere new, like a business moving to a different building.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out or set aside something for a particular purpose.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or person that helps find where something is.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to a new place, like when a family moves to a different town.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used a map to locate the hidden treasure buried beneath the old oak tree.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family had to relocate to a new house in a different suburb.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allocate each student a special role in the class presentation.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relocation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centre on this map?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earthquake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dislocated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families, workers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resources and find each person's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allocated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place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'locate' = to find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dislocate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relocation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allocated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collocate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'locate' — 3-Day Teaching Deck</dc:title>
  <dc:subject>PptxGenJS Presentation</dc:subject>
  <dc:creator>Word Labs</dc:creator>
  <cp:lastModifiedBy>Word Labs</cp:lastModifiedBy>
  <cp:revision>1</cp:revision>
  <dcterms:created xsi:type="dcterms:W3CDTF">2026-04-09T22:03:48Z</dcterms:created>
  <dcterms:modified xsi:type="dcterms:W3CDTF">2026-04-09T22:03:48Z</dcterms:modified>
</cp:coreProperties>
</file>