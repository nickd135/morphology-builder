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 Only 8 word families with 'locate' suit Years 3–7, so there is no Day 3 dictation. Day 3 is the word matrix lesson only. Day 2 has 1 dictation word instead of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'locator' really means 'a device or person that finds the position of something'.
'allocate' really means 'to give out a share of something for a particular purpose'.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The rangers had to relocate the snake to a quiet part of the bush.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Base: 'locate'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"place"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Word Matrix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40233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note: Only 8 word families with 'locate' suit Years 3–7, so there is no Day 3 dictation. Day 3 is the word matrix lesson only. Day 2 has 1 dictation word instead of 2.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'locate' — place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'locate'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'locate' = place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base 'locate' means 'place' and how it helps us read and spell longer words.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base 'locate'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build and break down 'locate' words using prefixes and suffixes.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'locate'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'locate'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'locate' = place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is the main part of a word that carries its meaning. The base 'locate' means 'place'. You can find it in 'locator'.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prefix is a word part added to the start of a word to change its meaning. In 'dislocate', 'dis-' means 'not; opposite; apart'.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'locator', '-or' means 'person or thing that'.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'locate'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'locate' = place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'locate' means 'place'.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'dislocate' means 'to force a bone out of its normal position in a joint'.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'locator' means 'to give out a share of something for a particular purpose'.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'location' means 'a particular place or position'.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'allocate' means 'a device or person that finds the position of something'.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'locate'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'locate' = place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'locate' means 'place'.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'dislocate' means 'to force a bone out of its normal position in a joint'.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'locator' means 'to give out a share of something for a particular purpose'.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'location' means 'a particular place or position'.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'allocate' means 'a device or person that finds the position of something'.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'locate' — Meaning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'locate'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'locate' = place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'locate'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place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base: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locate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locator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location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dislocate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allocate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'locate'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'locate'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'locate' = place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51560" y="2432304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2432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47472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locate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89788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9788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-or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-ion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89788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2971800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1463040" y="2971800"/>
            <a:ext cx="868680" cy="420624"/>
          </a:xfrm>
          <a:prstGeom prst="rect">
            <a:avLst>
              <a:gd name="adj" fmla="val 17391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1463040" y="2971800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dis-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2368296" y="2971800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2660904" y="2971800"/>
            <a:ext cx="114300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2660904" y="2971800"/>
            <a:ext cx="1143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locate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3886200" y="2971800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4297680" y="2971800"/>
            <a:ext cx="1856232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297680" y="2971800"/>
            <a:ext cx="1856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dislocate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'locate'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'locate'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'locate' = place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locate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to give out a share of something for a particular purpose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locator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to force a bone out of its normal position in a joint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location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to find the exact position of something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dislocate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a device or person that finds the position of something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allocate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a particular place or position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'locate'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'locate'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'locate' = place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locate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to find the exact position of something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locator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a device or person that finds the position of something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location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a particular place or position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dislocate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to force a bone out of its normal position in a joint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allocate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to give out a share of something for a particular purpose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'locate'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'locate'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'locate' = place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'locate'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used a map to locate the nearest train station.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GPS locator showed exactly where the ship was.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new shop is in a great location near the station.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'locate'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'locate' = place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'locate'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'locate' = place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rangers had to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relocate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snake to a quiet part of the bush.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29184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relocate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1)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'locate'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'locate' = place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relocate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'locate'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'locate' = place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relocate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again; back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locate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place; put in a place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'locate'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'locate' = place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relocate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again; back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locate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place; put in a place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cate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'locate'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'locate' = place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relocate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again; back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locate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place; put in a place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cate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12483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12483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03352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03352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94220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94220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75957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75957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66826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66826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a_e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757694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57694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→ Check → Write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'locate'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'locate' = place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5156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156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5156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7472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9788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89788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9788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9788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9788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'locate'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'locate' = place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581912"/>
            <a:ext cx="2194560" cy="347472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1965960"/>
            <a:ext cx="2194560" cy="347472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9659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51560" y="2350008"/>
            <a:ext cx="2194560" cy="347472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235000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47472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474720" y="1581912"/>
            <a:ext cx="2194560" cy="347472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locate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474720" y="1965960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2350008"/>
            <a:ext cx="219456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89788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9788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897880" y="1581912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-or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897880" y="1965960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97880" y="19659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-ion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897880" y="2350008"/>
            <a:ext cx="219456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282549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65760" y="3191256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319125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relocation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2542032" y="3191256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542032" y="319125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relocate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Base 'locate' — Teaching Deck</dc:title>
  <dc:subject>PptxGenJS Presentation</dc:subject>
  <dc:creator>Word Labs</dc:creator>
  <cp:lastModifiedBy>Word Labs</cp:lastModifiedBy>
  <cp:revision>1</cp:revision>
  <dcterms:created xsi:type="dcterms:W3CDTF">2026-10-22T10:14:32Z</dcterms:created>
  <dcterms:modified xsi:type="dcterms:W3CDTF">2026-10-22T10:14:32Z</dcterms:modified>
</cp:coreProperties>
</file>