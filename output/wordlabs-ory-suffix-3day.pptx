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'-ory'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place of; characterised by"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Suffix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'-ory' — a place of; characterised by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a place of; characterised by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'-ory' means 'a place of; characterised by'.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'-ory'.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'-ory'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'-ory'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a place of; characterised by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'-ory' means 'a place of; characterised by'.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'advisories', the root is the part before the suffix '-ory'.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'directories'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a place of; characterised by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'directories' means 'types of sandwiches'.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'advisories' means 'party invitations sent to friends'.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'ory' means 'a place of; characterised by'.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'advisories' means 'official notices that warn or inform people about a situation'.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'directories' means 'lists of files, folders, or contacts (plural of directory)'.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'-ory'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a place of; characterised by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place of; characterised by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Suffix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advisories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directories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explanatory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exploratory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inventories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observatory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preparatory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'-ory'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a place of; characterised by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'-ory'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plane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150876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150876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23591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2706624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2706624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368503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4032504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4032504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-ory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5056632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6" name="Shape 54"/>
          <p:cNvSpPr/>
          <p:nvPr/>
        </p:nvSpPr>
        <p:spPr>
          <a:xfrm>
            <a:off x="5468112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468112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advisories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a place of; characterised by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advisories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preparing or getting ready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directories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in order to discover or find out more about something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explanatory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building with powerful telescopes used for studying the sky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exploratory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notices that warn or inform people about a situation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inventories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lists of all the items held in a place, such as a shop or warehouse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observatory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helping to make something clear or easy to understand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preparatory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lists of files, folders, or contacts (plural of directory)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'-ory'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a place of; characterised by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'-ory'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government issued several weather advisories about the coming storm.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computer stores files in different directories on the hard drive.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instructions came with an explanatory diagram.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a place of; characterised by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a place of; characterised by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grew tomatoes in the sunny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conservatory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Grandma loves sharing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memories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growing up on the farm.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conservatory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memories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a place of; characterised by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conservatory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a place of; characterised by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conservatory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for;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of; characterised by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a place of; characterised by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conservatory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for;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of; characterised by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a place of; characterised by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conservatory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for;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of; characterised by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a place of; characterised by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memories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a place of; characterised by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memories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memory; remember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of; characterised by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a place of; characterised by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memories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memory; remember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of; characterised by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ries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a place of; characterised by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memories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memory; remember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of; characterised by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ries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a place of; characterised by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a place of; characterised by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Wearing a helmet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mandatory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when riding a bike at school. The shop sells belts, scarves, and other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accessories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Asthma is a common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respiratory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condition that affects the lungs.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mandatory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accessories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respiratory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a place of; characterised by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mandatory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a place of; characterised by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mandatory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order; command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of; characterised by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a place of; characterised by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mandatory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order; command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of; characterised by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a place of; characterised by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mandatory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order; command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of; characterised by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a place of; characterised by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accessories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a place of; characterised by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accessories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go; yield; give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of; characterised by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a place of; characterised by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accessories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go; yield; give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of; characterised by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ries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a place of; characterised by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accessories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go; yield; give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of; characterised by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ries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a place of; characterised by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respiratory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a place of; characterised by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respiratory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breathe; live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of; characterised by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a place of; characterised by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respiratory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breathe; live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of; characterised by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a place of; characterised by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respiratory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breathe; live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of; characterised by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a place of; characterised by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'-ory'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a place of; characterised by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'-ory'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plane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advisories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directories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explanatory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exploratory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inventories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observatory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preparatory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'-ory' — 3-Day Teaching Deck</dc:title>
  <dc:subject>PptxGenJS Presentation</dc:subject>
  <dc:creator>Word Labs</dc:creator>
  <cp:lastModifiedBy>Word Labs</cp:lastModifiedBy>
  <cp:revision>1</cp:revision>
  <dcterms:created xsi:type="dcterms:W3CDTF">2026-07-07T10:22:45Z</dcterms:created>
  <dcterms:modified xsi:type="dcterms:W3CDTF">2026-07-07T10:22:45Z</dcterms:modified>
</cp:coreProperties>
</file>