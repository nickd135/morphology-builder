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to, place for"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-orius / -oria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'-ory' — relating to, place for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'-ory' means 'relating to, place for'.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'-ory'.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'-ory'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'-ory'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'-ory' means 'relating to, place for'.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'auditory', the root is the part before the suffix '-ory'.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'directory'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'-ory' can mean 'a place for' something, like a laboratory.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'-ory' comes from a Greek word meaning 'to see'.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Words ending in '-ory' are usually adjectives or nouns.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'auditory' relates to the sense of hearing.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'-ory' always makes a word into a verb.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'-ory'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to, place for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-orius / -oria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contradictory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'-ory'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309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424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424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things disagree with each other or say the opposite.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must be done because it is required by a rule or law.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list of all the items or supplies in a place.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 hearing or the sense of sound.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ready or prepared for something that comes next.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room where scientists do experiments and tests.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contradictory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 or list that tells you where to find people or places.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'-ory'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'-ory'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class visited a laboratory to watch the teacher mix chemicals safely.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Birds that are migratory fly thousands of kilometres to find warmer weather.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directory helped us find the phone number for the front office.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migratory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birds flew over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laboratory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scientists were working.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an adjective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an adjective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an adjective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for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for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for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mandatory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assembly covered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safety,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listed all the emergency contacts.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command or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command or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command or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/aw/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for or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for or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for or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'-ory' = relating to, place for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mandatory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contradictory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migratory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'-ory' — 3-Day Teaching Deck</dc:title>
  <dc:subject>PptxGenJS Presentation</dc:subject>
  <dc:creator>Word Labs</dc:creator>
  <cp:lastModifiedBy>Word Labs</cp:lastModifiedBy>
  <cp:revision>1</cp:revision>
  <dcterms:created xsi:type="dcterms:W3CDTF">2026-04-03T03:21:34Z</dcterms:created>
  <dcterms:modified xsi:type="dcterms:W3CDTF">2026-04-03T03:21:34Z</dcterms:modified>
</cp:coreProperties>
</file>