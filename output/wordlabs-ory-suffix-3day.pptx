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'-ory'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'sensory' really means 'relating to the senses, such as sight, sound, touch, taste and smell'.
'memory' really means 'the ability to remember things, or a thing remembered'.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librarian keeps an inventory of every book, and the school directory lists every staff 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Gran had a mild respiratory illness, so she wrapped up in her favourite scarf, a bright winter accessory.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'-ory'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place of; characterised by"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'-ory'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'-ory' — a place of; characterised by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'-ory' means 'a place of; characterised by'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'-ory'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'-ory'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'-ory'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'-ory' means 'a place of; characterised by'. In 'directory', it is added to 'direct'.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'sensory', the base is 'sense' (understanding; a feeling).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'accessory', 'ac-' means 'towards;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'-ory' means 'a place of; characterised by'.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'observatory' means 'a building with powerful telescopes used for studying the sky'.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'sensory' means 'relating to animals that migrate; moving seasonally from place to place'.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'mandatory' means 'required by law or rules; compulsory'.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'memory' means 'relating to the senses, such as sight, sound, touch, taste and smell'.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'-ory' means 'a place of; characterised by'.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'observatory' means 'a building with powerful telescopes used for studying the sky'.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'sensory' means 'relating to animals that migrate; moving seasonally from place to place'.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'mandatory' means 'required by law or rules; compulsory'.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'memory' means 'relating to the senses, such as sight, sound, touch, taste and smell'.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'-ory'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place of; characterised by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observatory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mandatory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'-ory'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85876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85876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22122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2122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mandatory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65760" y="4233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ability to remember things, or a thing remembered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building with powerful telescopes used for studying the sky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required by law or rules; compulsory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relating to the senses, such as sight, sound, touch, taste and smell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mandatory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relating to animals that migrate; moving seasonally from place to place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relating to the senses, such as sight, sound, touch, taste and smell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relating to animals that migrate; moving seasonally from place to place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building with powerful telescopes used for studying the sky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ability to remember things, or a thing remembered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mandatory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required by law or rules; compulsory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'-ory'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'-ory'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classroom had a sensory corner filled with soft textures and calming lights.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visited the observatory to look at the stars through a huge telescope.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has an excellent memory and never forgets a birthday.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librarian keeps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every book, and the school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lists every staff member.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something new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something new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something new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had a mild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illness, so she wrapped up in her favourite scarf, a bright winter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accessory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-ate; drop the final 'e' before -ory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breathe;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-ate; drop the final 'e' before -ory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breathe;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-ate; drop the final 'e' before -ory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breathe;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'-ory' = a place of; characterised by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'-ory'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