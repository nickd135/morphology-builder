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place for"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-orius / -orium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'-ory' — relating to, place for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'-ory' means 'relating to, place for'.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'-ory'.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'-ory'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'-ory'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'-ory' means 'relating to, place for'.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'auditory', the root is the part before the suffix '-ory'.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'directory'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'-ory' can mean 'a place for something', like a laboratory.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observatory is a place for observing the stars.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'auditory' ends with the suffix '-ory'.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'-ory' comes from the German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'-ory' to a base always makes a 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'-ory'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place for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-orius / -orium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satisfactory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'-ory'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satisfact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must be done because it is required by a rule.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 celebrate a happy event or achievement.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enough; meeting the requirements needed.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hearing or the sense of sound.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ready or preparing for something important.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satisfactory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room where scientists do experiments and tests.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or list that tells you where to find people or places.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'-ory'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'-ory'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it was mandatory for everyone to wear a hat outside during lunch.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visited the observatory and looked at Saturn through a giant telescope.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worked carefully in the laboratory to test her new discovery.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laboratory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doctors check the children's hearing.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mandatory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read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notes before entering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hill.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663440" y="275234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663440" y="275234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663440" y="275234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notice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notice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notice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satisfact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celebratory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satisfactory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'-ory' — 3-Day Teaching Deck</dc:title>
  <dc:subject>PptxGenJS Presentation</dc:subject>
  <dc:creator>Word Labs</dc:creator>
  <cp:lastModifiedBy>Word Labs</cp:lastModifiedBy>
  <cp:revision>1</cp:revision>
  <dcterms:created xsi:type="dcterms:W3CDTF">2026-04-10T01:13:27Z</dcterms:created>
  <dcterms:modified xsi:type="dcterms:W3CDTF">2026-04-10T01:13:27Z</dcterms:modified>
</cp:coreProperties>
</file>