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"beyond, outside, more than"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'extra-' — beyond, outside, more than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'extra-' means 'beyond, outside, more than'.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'extra-'.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'extra-'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'extra-'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'extra-' means 'beyond, outside, more than'.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'extraordinary', the root is the part after the prefix 'extra-'.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'extra-' comes from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Extracurricular activities happen outside of regular school lessons.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'extra-' can be added to base words to mean more than or beyond.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'extraordinary' means something perfectly normal and everyday.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'extra-' means outside or beyond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'extra-'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beyond, outside, more than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extrapolate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extrasensory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'extra-'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383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383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much more than is needed; over the top with money or decorations.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unusual or remarkable — far beyond what is ordinary.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take something out from somewhere, like extracting juice from a lemon.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that happen outside of normal school lessons, like sport or music clubs.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extrapolate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sense things beyond the normal five senses, like mind-reading.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extrasensory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information you already know to make a guess about something beyond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from or existing outside planet Earth, like an alien.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'extra-'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'extra-'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excited to discover what might be extraterrestrial life on a distant planet.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the drama club was an extracurricular activity that Mia looked forward to every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used an extraordinary combination of flavours that everyone in the restaurant loved.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extraordinary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discovery made front-page news and excited scientists around the world.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usual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usual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usual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earth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earth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earth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Extracurricular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sport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extravagant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fun, but it is never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extraneous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 student's growth.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extraneous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extraneous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or belonging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extrapolate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extrasensory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extraneous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'extra-' — 3-Day Teaching Deck</dc:title>
  <dc:subject>PptxGenJS Presentation</dc:subject>
  <dc:creator>Word Labs</dc:creator>
  <cp:lastModifiedBy>Word Labs</cp:lastModifiedBy>
  <cp:revision>1</cp:revision>
  <dcterms:created xsi:type="dcterms:W3CDTF">2026-04-10T00:58:04Z</dcterms:created>
  <dcterms:modified xsi:type="dcterms:W3CDTF">2026-04-10T00:58:04Z</dcterms:modified>
</cp:coreProperties>
</file>