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'extra-'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'extraordinary' really means 'very unusual or remarkable'.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Aunty Jo baked an extravagant cake with five layers for Grandma's birthday.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'extra-'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"beyond"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'extra-'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'extra-' — beyond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'extra-' =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'extra-' means 'beyond'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'extra-'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'extra-'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'extra-'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'extra-' =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'extra-' means 'beyond'. In 'extraordinary', it is added to 'ordinary'.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'extraordinary', the base is 'ordinary' (normal; usual).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'extravagant', '-ant' means 'doing; having the quality of; one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'extra-' = beyond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'extra-' means 'beyond'.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'extraterrestrial' means 'coming from outside planet Earth'.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'extraordinary' means 'happening outside of the normal school lessons or curriculum'.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'extracurricular' means 'happening outside of the normal school lessons or curriculum'.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'extra-' = beyond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'extra-' means 'beyond'.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'extraterrestrial' means 'coming from outside planet Earth'.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'extraordinary' means 'happening outside of the normal school lessons or curriculum'.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'extracurricular' means 'happening outside of the normal school lessons or curriculum'.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'extra-'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'extra-' =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'extra-'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extraordinary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extracurricular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extraterrestrial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'extra-'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'extra-' = beyond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ordinary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463040" y="3374136"/>
            <a:ext cx="114300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463040" y="337413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extra-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64261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935224" y="3374136"/>
            <a:ext cx="14173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935224" y="3374136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ordinary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43484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846320" y="3374136"/>
            <a:ext cx="247802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374136"/>
            <a:ext cx="2478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extraordinary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'extra-'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'extra-' = beyond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extraordinary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happening outside of the normal school lessons or curriculum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extracurricular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coming from outside planet Earth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extraterrestrial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very unusual or remarkable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'extra-'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'extra-' = beyond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extraordinary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very unusual or remarkable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extracurricular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happening outside of the normal school lessons or curriculum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extraterrestrial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coming from outside planet Earth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'extra-'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'extra-' = beyond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'extra-'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gymnast performed an extraordinary routine that amazed the judges.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club is one of the extracurricular activities offered after school.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film showed an extraterrestrial spacecraft landing in the desert.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'extra-' =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'extra-' = beyond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Aunty Jo baked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extravagant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cake with five layers for Grandma's birthday.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extravagant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'extra-' =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extravagant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'extra-' =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extravagant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'extra-' =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extravagant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gant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'extra-' =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extravagant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gant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'extra-' = beyond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'extra-' = beyond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ordinary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extravagant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'extra-'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