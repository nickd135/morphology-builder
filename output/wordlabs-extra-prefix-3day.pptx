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"beyond, outside, more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'extra-' — beyond, outside, more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'extra-' means 'beyond, outside, more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'extra-'.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'extra-'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'extra-'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'extra-' means 'beyond, outside, more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'extraordinary', the root is the part after the prefix 'extra-'.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'extra-' means beyond or outside the normal range.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'extra-' comes from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Extracurricular activities happen outside of regular school lessons.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An extraterrestrial creature comes from outside planet Earth.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'extra-' to a word always makes it mean less than normal.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'extra-'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beyond, outside, more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extra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'extra-'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6908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03834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503834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606247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47395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47395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pull or take something out from somewhere.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unusual or remarkable — far beyond what is ordinary.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far more than is needed; over the top with money or effort.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done outside of normal school lessons, like sport or drama clubs.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so amazing it goes well beyond the ordinary.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what is usual or needed — an additional amount.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from or existing outside planet Earth, like an alien.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'extra-'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'extra-'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gave us extra time to finish the extraordinary science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joined extracurricular clubs like chess and football after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was about an extraterrestrial visitor who landed in a small country town.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made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extraordinary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effort to finish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extracurricular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on time.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extraordinary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scientist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extraterrestrial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rocks and ran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extracurricular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workshops for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order, rule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aor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earth, land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element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953158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953158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41976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41976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88636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8636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3352974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2974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819579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819579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28618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28618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5279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279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219395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219395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5686000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686000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615260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5260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661921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1921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7085816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085816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552421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552421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8019027" y="4169664"/>
            <a:ext cx="415399" cy="475488"/>
          </a:xfrm>
          <a:prstGeom prst="rect">
            <a:avLst>
              <a:gd name="adj" fmla="val 8805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019027" y="4169664"/>
            <a:ext cx="41539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beyond, outside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a course of study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'extra'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'extra-' = beyond, outside, more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'extra-'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terrestrial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curricular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ordinary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special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--ity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extraterrestrial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extracurricular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extraordinary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extravagant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extrasensory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'extra-' — 3-Day Teaching Deck</dc:title>
  <dc:subject>PptxGenJS Presentation</dc:subject>
  <dc:creator>Word Labs</dc:creator>
  <cp:lastModifiedBy>Word Labs</cp:lastModifiedBy>
  <cp:revision>1</cp:revision>
  <dcterms:created xsi:type="dcterms:W3CDTF">2026-03-26T07:34:39Z</dcterms:created>
  <dcterms:modified xsi:type="dcterms:W3CDTF">2026-03-26T07:34:39Z</dcterms:modified>
</cp:coreProperties>
</file>