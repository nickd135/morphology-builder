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'extra-'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"beyond"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'extra-' — beyond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'extra-' means 'beyond'.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'extra-'.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'extra-'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'extra-'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'extra-' means 'beyond'.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'extra', the root is the part after the prefix 'extra-'.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'extraordinary' means 'completely ordinary and plain'.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'extracurricular' means 'related directly to homework set by teachers'.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'extracurricular' means 'happening outside of the normal school lessons or curriculum'.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'extraordinary' means 'very unusual or remarkable'.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'extra' means 'beyond'.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'extra-'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beyond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'extra-'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'extra-'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terrestrial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508760" y="32644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508760" y="32644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extra-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779776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127248" y="3264408"/>
            <a:ext cx="182880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127248" y="32644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curricular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29200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5440680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40680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'extra-'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'extra-'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gymnast performed an extraordinary routine that amazed the judges.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Chess club is one of the extracurricular activities offered after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showed an extraterrestrial spacecraft landing in the desert.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gymnast performed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extraordinary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routine that amazed the judges. Chess club is one of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extracurricular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activities offered after school. The film showed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extraterrestrial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spacecraft landing in the desert.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normal; usual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normal; usual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normal; usual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 school's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 school's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 school's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3158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3158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1976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1976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88636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88636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35297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5297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81957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1957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28618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8618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75279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5279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21939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1939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68600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68600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15260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5260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61921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61921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08581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08581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55242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55242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019027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019027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terrestrial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Earth or land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terrestrial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Earth or land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terrestrial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Earth or land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3589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3589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361841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61841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770094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770094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178347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178347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586600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586600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994852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994852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403105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403105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811358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811358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219610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19610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627863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627863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036116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036116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444368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44368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6852621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852621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260874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260874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669127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669127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8077379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077379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'extra-'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'extra-'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terrestrial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'extra-' — 3-Day Teaching Deck</dc:title>
  <dc:subject>PptxGenJS Presentation</dc:subject>
  <dc:creator>Word Labs</dc:creator>
  <cp:lastModifiedBy>Word Labs</cp:lastModifiedBy>
  <cp:revision>1</cp:revision>
  <dcterms:created xsi:type="dcterms:W3CDTF">2026-07-07T10:24:25Z</dcterms:created>
  <dcterms:modified xsi:type="dcterms:W3CDTF">2026-07-07T10:24:25Z</dcterms:modified>
</cp:coreProperties>
</file>