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'be-'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"make, cause, or thoroughly"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be-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'be-' — make, cause, or thoroughly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'be-' means 'make, cause, or thoroughly'.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'be-'.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'be-'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'be-' means 'make, cause, or thoroughly'.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'befriend', the root is the part after the prefix 'be-'.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'be-' can turn a noun like 'friend' into a verb, as in 'befriend'.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'Belong' and 'become' both start with the prefix 'be-'.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'be-' always means 'again' or 'back'.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'be-' changes its spelling depending on the first letter of the base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'be-' comes from Old English.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'be-'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make, cause, or thoroughly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be-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become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beneath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beloved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beware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'be-'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a friend to someone; to treat someone in a kind and friendly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start to be something; to grow or change into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become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or below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Deeply loved and cared for by others.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beneath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in a certain way, especially in a good or proper manner.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beloved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careful and watch out for danger or something harmful.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beware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in the right place, or to be a member of a group.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behave respectfully when you are visiting someone else's home.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decided to befriend the new student who had just moved to town.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warned to beware of the slippery rocks near the creek.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Jake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befriend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shy puppy at the shelter, and it soon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began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wag its tail.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began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you like and trust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form of 'go' or 'begin'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form of 'go' or 'begin'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form of 'go' or 'begin'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beloved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teacher reminded us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behave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sensibly and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beware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icy path outside.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beloved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beware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feel deep affection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feel deep affection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feel deep affection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conduct oneself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watchful or cautious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watchful or cautious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watchful or cautious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/air/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'be-'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'be-' = make, cause, or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'be-'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become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beneath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beloved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beware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bewildered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'be-' — 3-Day Teaching Deck</dc:title>
  <dc:subject>PptxGenJS Presentation</dc:subject>
  <dc:creator>Word Labs</dc:creator>
  <cp:lastModifiedBy>Word Labs</cp:lastModifiedBy>
  <cp:revision>1</cp:revision>
  <dcterms:created xsi:type="dcterms:W3CDTF">2026-04-10T01:05:19Z</dcterms:created>
  <dcterms:modified xsi:type="dcterms:W3CDTF">2026-04-10T01:05:19Z</dcterms:modified>
</cp:coreProperties>
</file>