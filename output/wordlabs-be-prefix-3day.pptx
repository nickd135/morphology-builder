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make; cause to be"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'be-' — to make; cause to 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'be-' means 'to make; cause to be'.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'be-'.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'be-'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'be-' means 'to make; cause to be'.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'behold', the root is the part after the prefix 'be-'.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'beholds' means 'hides something completely'.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'behold' means 'to hide something completely'.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'be' means 'to make; cause to be'.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'beholds' means 'looks at or sees something remarkable'.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'behold' means 'to look at or see something remarkable'.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'be-'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make; cause to be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 something remarkable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friends with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friends with someone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look at or see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at or sees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at or sees something remarkable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Behold the incredible view from the top of the mountain!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beholds the ancient castle is amazed by its size.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student was nervous, so Maya decided to befriend her on the first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sunset from the cliff top left everyone speechless. Last year, Tom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boy from another school at the sports carnival.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shy new student made a big difference to how welcome she felt. The café offered a wide range of hot and cold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beverages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shop sells a variety of cold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beverages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summer.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to make;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'be-'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