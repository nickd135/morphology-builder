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"make, cause, around, thoroughly"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be-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'be-' — make, cause, around, thoroughly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'be-' means 'make, cause, around, thoroughly'.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'be-'.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'be-'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'be-' means 'make, cause, around, thoroughly'.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'befriend', the root is the part after the prefix 'be-'.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'be-' comes from Old English.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'be-' always means 'again' or 'back'.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'befriend' uses the prefix 'be-' to mean making someone a friend.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'be-' to a base word can make it mean to thoroughly do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'be-' is the same as the prefix 're-'.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'be-'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make, cause, around, thoroughly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be-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little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a friend to someone; to act in a kind and friendly way towards them.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start to be something different; to grow into or change into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that something is true or real, even if you cannot see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something; in a lower position than something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a particular way, especially in a polite or good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careful and watch out for something dangerous.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in the right place, or to be a member of a group.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decided to befriend the new student who had just moved to their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told to behave quietly while they waited in the library.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careful to beware of the slippery rocks near the edge of the creek.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shy girl who sat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beneath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tree.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under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under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neath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under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neath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started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better after she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believe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herself, and soon she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become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confident leader.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carry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carry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carry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hold dear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hold dear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hold dear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arrive at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arrive at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arrive at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around,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little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'be-' — 3-Day Teaching Deck</dc:title>
  <dc:subject>PptxGenJS Presentation</dc:subject>
  <dc:creator>Word Labs</dc:creator>
  <cp:lastModifiedBy>Word Labs</cp:lastModifiedBy>
  <cp:revision>1</cp:revision>
  <dcterms:created xsi:type="dcterms:W3CDTF">2026-04-03T03:19:54Z</dcterms:created>
  <dcterms:modified xsi:type="dcterms:W3CDTF">2026-04-03T03:19:54Z</dcterms:modified>
</cp:coreProperties>
</file>