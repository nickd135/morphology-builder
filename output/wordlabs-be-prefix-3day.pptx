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'be-'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'befriend' really means 'to become friends with someone'.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queen in the play wore a bejewelled crown made from cardboard and glitter.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'be-'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make; cause to be"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'be-'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'be-' — to make; cause to be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'be-' means 'to make; cause to be'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'be-'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'be-'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'be-'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'be-' means 'to make; cause to be'. In 'befriend', it is added to 'friend'.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'befriend', the base is 'friend' (a person you like and trust).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'bejewelled', '-ed' means 'having'.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'be-' means 'to make; cause to be'.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'bewitch' means 'to put a spell on someone, or to delight and charm them'.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'befriend' means 'to make someone feel small or unimportant'.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'belittle' means 'to make someone feel small or unimportant'.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'be-' means 'to make; cause to be'.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'bewitch' means 'to put a spell on someone, or to delight and charm them'.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'befriend' means 'to make someone feel small or unimportant'.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'belittle' means 'to make someone feel small or unimportant'.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'be-'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make; cause to be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befriend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bewitch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belittle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little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52374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2374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witch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bewitch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befriend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a spell on someone, or to delight and charm them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bewitch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someone feel small or unimportant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belittle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become friends with someone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befriend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become friends with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bewitch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put a spell on someone, or to delight and charm them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belittle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someone feel small or unimportant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'be-'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student was nervous, so Maya decided to befriend her on the first 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fairy tale, the queen tries to bewitch the prince.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teammates never belittle each other.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in the play wore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bejewelled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crown made from cardboard and glitter.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bejewelled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bejewelled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bejewelled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'l'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cause to be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precious stone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bejewelled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'l'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cause to be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precious stone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elled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bejewelled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'l'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cause to be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precious stone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elled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'be-' = to make; cause to 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little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bejewelled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'be-'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