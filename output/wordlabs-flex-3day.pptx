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'flex'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bend or curve"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flectere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'flex' — to bend or curve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'flex' means 'to bend or curve'.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'flex'.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'flex'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'flex'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'flex' means 'to bend or curve'.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'flex'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'flex'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reflex action happens automatically without you having to think about 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'flex' comes from a Latin word meaning to bend.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'flex' originally came from the Greek word for movement.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'flexible' contains the root 'flex' meaning to bend.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person who is inflexible is very good at bending and changing their plans.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'flex'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bend or curve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flectere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flexibility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'flex'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-ibility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move a part of your body, like when you curl your arm to show your muscles.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bend easily, or someone who refuses to change their mind or plans.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bend easily without breaking, or able to change plans without trouble.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bend or stretch easily, or the ability to change and adapt when needed.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flexibility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automatically without thinking, like a reflex action, or in grammar, when the subject and object are the same person.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change direction by hitting or touching it, like a goalkeeper deflecting a ball.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fast, automatic movement your body makes without you thinking about it, like blinking when something comes near your eye.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'flex'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'flex'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gymnast showed amazing flexibility as she bent her body into incredible shapes.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doctor tapped below Marcus's knee, his leg kicked out in an automatic reflex action.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we needed to be flexible about the excursion date because the weather might change.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gymnast showed an incredible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caught the falling ribbon.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inflexibility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surprised us; however, the coach 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reflexive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drills to help her improve.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inflexibility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ibility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 being 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ibility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 being 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ibility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 being 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13027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7941212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-ibility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flexibility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circumflex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'flex' — 3-Day Teaching Deck</dc:title>
  <dc:subject>PptxGenJS Presentation</dc:subject>
  <dc:creator>Word Labs</dc:creator>
  <cp:lastModifiedBy>Word Labs</cp:lastModifiedBy>
  <cp:revision>1</cp:revision>
  <dcterms:created xsi:type="dcterms:W3CDTF">2026-04-09T22:37:02Z</dcterms:created>
  <dcterms:modified xsi:type="dcterms:W3CDTF">2026-04-09T22:37:02Z</dcterms:modified>
</cp:coreProperties>
</file>