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'flex'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"bend"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'flex' — bend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'flex' means 'bend'.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'flex'.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'flex'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'flex'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'flex' means 'bend'.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'flex'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'flex'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bend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'flexed' means 'shone very brightly'.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'flexes' means 'shines very brightly'.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'flex' means 'bend'.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'flexes' means 'bends or tightens a muscle or joint'.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'flexed' means 'bent or tightened a muscle or joint'.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'flex'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flexes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reflex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'flex'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bend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2706624" y="46360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2706624" y="4636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3977640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4325112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4325112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221224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5632704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632704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flexed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bend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or tightened a muscle or joint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bending or tightening a muscle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reflex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quick, automatic movement your body makes without thinking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bends or tightens a muscle or joint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'flex'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bend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'flex'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bodybuilder flexed his arms for the photo.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flexes his fingers before typing quickly.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Blinking is a natural reflex when something comes near your eye.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bend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Doctors check knee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flexion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 surgery to measure recovery. Gymnasts need to be very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perform well.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flexible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bend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"Myself" is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reflexive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pronoun because it refers back to the subject of the sentence. The metal bar was completely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inflexible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wouldn't bend at all. 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reflexively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pulled her hand away from the hot stove.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reflexive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inflexible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reflexively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reflexive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reflexive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reflexive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reflexive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inflexible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inflexible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inflexible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inflexible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reflexively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reflexively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reflexively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bend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reflexively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bend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'flex' = bend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'flex'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flexed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flexes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reflex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'flex' — 3-Day Teaching Deck</dc:title>
  <dc:subject>PptxGenJS Presentation</dc:subject>
  <dc:creator>Word Labs</dc:creator>
  <cp:lastModifiedBy>Word Labs</cp:lastModifiedBy>
  <cp:revision>1</cp:revision>
  <dcterms:created xsi:type="dcterms:W3CDTF">2026-07-07T10:22:38Z</dcterms:created>
  <dcterms:modified xsi:type="dcterms:W3CDTF">2026-07-07T10:22:38Z</dcterms:modified>
</cp:coreProperties>
</file>