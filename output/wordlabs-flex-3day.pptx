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'flex'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bend or curve"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flectere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'flex' — to bend or curve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'flex' means 'to bend or curve'.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'flex'.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'flex'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'flex'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'flex' means 'to bend or curve'.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'flex'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'flex'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'flex' comes from Latin and means to bend.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'inflexible' means something that bends very easily.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reflex action is something your body does automatically without thinking.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'flexible' contains the root 'flex' meaning to bend.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'flex' originally came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'flex'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bend or curve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flectere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'flex'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a part of your body, like curling your arm to show your muscles.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quick, automatic reaction your body makes without you thinking about it, like blinking.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bend or change; stiff and rigid, like a metal rod.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you see when light bounces off a mirror or still water.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bending a joint in your body, like bending your knee.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change direction by hitting or pushing it away, like a goalkeeper deflecting a ball.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bend easily without breaking, like a rubber band or a gymnast.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'flex'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'flex'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gymnast needs to be very flexible to perform those amazing backbends and splits.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doctor tapped below my knee, my leg kicked out as a reflex action.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managed to deflect the ball away from the goal at the last second.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dancer can bend and stretch in ways that seem almost impossible,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reflexes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her react quickly to the music.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inflexible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old branch could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deflect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wind,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young sapling bent and swayed without breaking.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action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action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action marker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to bend or curve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circumflex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'flex' — 3-Day Teaching Deck</dc:title>
  <dc:subject>PptxGenJS Presentation</dc:subject>
  <dc:creator>Word Labs</dc:creator>
  <cp:lastModifiedBy>Word Labs</cp:lastModifiedBy>
  <cp:revision>1</cp:revision>
  <dcterms:created xsi:type="dcterms:W3CDTF">2026-03-25T03:46:11Z</dcterms:created>
  <dcterms:modified xsi:type="dcterms:W3CDTF">2026-03-25T03:46:11Z</dcterms:modified>
</cp:coreProperties>
</file>