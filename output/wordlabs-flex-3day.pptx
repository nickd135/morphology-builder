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'flex'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'flex' really means 'bend'.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Pulling your hand away from a hot pan is a reflexive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'flex'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"bend"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'flex'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'flex' — bend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'flex' means 'bend'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'flex'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'flex'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'flex'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'flex' means 'bend'. You can find it in 'reflex'.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'reflex', 're-' means 'back'.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'flexible', '-ible' means 'able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'flex' means 'bend'.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'reflex' means 'a quick, automatic movement your body makes without thinking'.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'flexible' means 'able to bend easily without breaking, or able to change and adapt'.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'inflexible' means 'not able to be bent or changed; rigid or stubborn'.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root 'flex'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'flex' means 'bend'.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'reflex' means 'a quick, automatic movement your body makes without thinking'.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'flexible' means 'able to bend easily without breaking, or able to change and adapt'.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'inflexible' means 'not able to be bent or changed; rigid or stubborn'.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root 'flex'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'flex'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inflexible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'flex'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3113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23744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23744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29000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721608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721608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9744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221224" y="2569464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21224" y="25694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inflexible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able to be bent or changed; rigid or stubborn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quick, automatic movement your body makes without thinking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inflexible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bend easily without breaking, or able to change and adapt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quick, automatic movement your body makes without thinking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able to bend easily without breaking, or able to change and adapt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inflexible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able to be bent or changed; rigid or stubborn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'flex'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'flex'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Blinking is a natural reflex when something comes near your eye.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Gymnasts need to be very flexible to perform well.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metal bar was completely inflexible and wouldn't bend at all.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your hand away from a hot pan is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reflexive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'flex'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'flex'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'flex'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