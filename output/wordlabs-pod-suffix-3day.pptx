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4 word families with '-pod' suit Years 3–7, so there is no Day 3 dictation. Day 3 is the word matrix lesson only. Day 2 has 1 dictation word instead of 2. Day 1 shows 3 example words instead of 5–7. -pod comes from a Greek root meaning 'foot'; in English it is used as an 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'-pod' really means 'foot; leg'.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museum had a huge sauropod skeleton with a very long neck.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'-pod'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"foot; leg"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4 word families with '-pod' suit Years 3–7, so there is no Day 3 dictation. Day 3 is the word matrix lesson only. Day 2 has 1 dictation word instead of 2. Day 1 shows 3 example words instead of 5–7. -pod comes from a Greek root meaning 'foot'; in English it is used as an ending.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'-pod' — foot; leg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'-pod' = foot; leg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suffix '-pod' means 'foot; leg' and how it changes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suffix '-pod'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'-pod' to a base and spell the new word correctly.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'-pod'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'-pod' = foot; leg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The suffix '-pod' means 'foot; leg'. You can see it at the end of 'decapod'.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'decapod', 'deca-' means 'ten'.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'-pod' = foot; leg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'-pod' means 'foot; leg'.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'cephalopod' means 'a sea animal with arms or tentacles attached to its head, like an octopus or squid'.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'decapod' means 'a sea animal with ten legs, like a crab or prawn'.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'arthropod' means 'an animal with a hard outer shell and jointed legs, such as an insect, spider or crab'.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suffix '-pod' means 'full of'.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'-pod' = foot; leg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'-pod' means 'foot; leg'.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'cephalopod' means 'a sea animal with arms or tentacles attached to its head, like an octopus or squid'.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'decapod' means 'a sea animal with ten legs, like a crab or prawn'.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'arthropod' means 'an animal with a hard outer shell and jointed legs, such as an insect, spider or crab'.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suffix '-pod' means 'full of'.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 '-pod'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'-pod' = foot; leg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'-pod'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foot; leg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suffix: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decapod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arthropod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cephalopod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'-pod'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'-pod' = foot; leg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deca-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arthro-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cephalo-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sauro-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-pod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463040" y="3374136"/>
            <a:ext cx="100584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463040" y="33741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deca-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50545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798064" y="3374136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798064" y="337413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-pod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749040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160520" y="3374136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60520" y="3374136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decapod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'-pod'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'-pod' = foot; leg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decapod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sea animal with arms or tentacles attached to its head, like an octopus or squid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arthropod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sea animal with ten legs, like a crab or prawn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cephalopod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an animal with a hard outer shell and jointed legs, such as an insect, spider or crab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'-pod'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'-pod' = foot; leg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decapod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sea animal with ten legs, like a crab or prawn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arthropod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an animal with a hard outer shell and jointed legs, such as an insect, spider or crab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cephalopod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sea animal with arms or tentacles attached to its head, like an octopus or squid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'-pod'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'-pod' = foot; leg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'-pod'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crab is a decapod because it has ten legs.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spider is an arthropod with a hard outer body and eight jointed legs.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octopus is a cephalopod that can change colour to hide.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'-pod' = foot; leg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'-pod' = foot; leg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museum had a huge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sauropod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skeleton with a very long neck.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sauropod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'-pod' = foot; leg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sauropod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'-pod' = foot; leg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sauropod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sauro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lizard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'-pod' = foot; leg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sauropod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sauro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lizard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'-pod' = foot; leg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sauropod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sauro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lizard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'-pod' = foot; leg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'-pod'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'-pod' = foot; leg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deca-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arthro-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63140" y="2350008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6314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cephalo-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63140" y="2734056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6314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sauro-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-pod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sauropod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Suffix '-pod'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