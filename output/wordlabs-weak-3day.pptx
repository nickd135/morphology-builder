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'weak'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strong, lacking power"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wac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'weak' — not strong, lacking power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'weak' means 'not strong, lacking power'.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'weak'.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'weak'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'weak'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'weak' means 'not strong, lacking power'.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'weak'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'weak'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'weakness' has two morphemes: 'weak' and '-ness'.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'weak'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'weakly' contains the root 'weak' plus the suffix '-ly'.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'-en' to 'weak' makes a verb meaning to become less strong.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'Weakest' means the same thing as 'weaker'.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'weak'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strong, lacking power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wac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'weak'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weak of all; having the least strength.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without much strength or energy; in a feeble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less strong than it was before.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is not very strong or healthy.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less strong or powerful.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not being strong; a fault or problem area.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weak than something else; having less strength.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'weak'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'weak'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weakened bridge was closed to traffic until the engineers could repair 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her weakness was public speaking, so she practised every day to improve.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sick puppy was so weakly that it could barely lift its head from the blanket.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illness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him greatly, and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meant he needed extra rest.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struggled to lift the box,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attempt still impressed her coach, who helped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fear of failure.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or lesser person or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or lesser person or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or lesser person or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'weak' — 3-Day Teaching Deck</dc:title>
  <dc:subject>PptxGenJS Presentation</dc:subject>
  <dc:creator>Word Labs</dc:creator>
  <cp:lastModifiedBy>Word Labs</cp:lastModifiedBy>
  <cp:revision>1</cp:revision>
  <dcterms:created xsi:type="dcterms:W3CDTF">2026-04-10T00:48:56Z</dcterms:created>
  <dcterms:modified xsi:type="dcterms:W3CDTF">2026-04-10T00:48:56Z</dcterms:modified>
</cp:coreProperties>
</file>