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'weak'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 strong, lacking power"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wac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'weak' — not strong, lacking power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'weak' means 'not strong, lacking power'.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'weak'.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'weak'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'weak'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'weak' means 'not strong, lacking power'.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'weak'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'weak'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'weakness' contains the root 'weak' plus the suffix '-ness'.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'weaken' means to make something stronger.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'-er' to 'weak' makes a comparing word meaning less strong.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'weak' comes from Old English.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'weakly' is a noun.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'weak'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strong, lacking power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wac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weakest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'weak'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pseudo-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least strength of all in a group.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less strong or powerful.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less strong than it was before.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not being strong; a fault or limitation.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strong; not having much power or energy.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weakness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without much strength or energy.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less strength than something else.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'weak'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'weak'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weakened bridge was too dangerous for cars to drive across.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weakness in her legs after the long race at the school carnival.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weakling plant in the corner of the garden needed extra water and sunlight to grow.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illness began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weaken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him, but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stopped him from trying.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weakest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player trained the hardest, and slowly the coach watched him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weaken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 opponents with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weakly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disguised trick shots.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'weak' = not strong, lacking power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'weak'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pseudo-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weakest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weakness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weakened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weakling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'weak' — 3-Day Teaching Deck</dc:title>
  <dc:subject>PptxGenJS Presentation</dc:subject>
  <dc:creator>Word Labs</dc:creator>
  <cp:lastModifiedBy>Word Labs</cp:lastModifiedBy>
  <cp:revision>1</cp:revision>
  <dcterms:created xsi:type="dcterms:W3CDTF">2026-04-03T03:24:21Z</dcterms:created>
  <dcterms:modified xsi:type="dcterms:W3CDTF">2026-04-03T03:24:21Z</dcterms:modified>
</cp:coreProperties>
</file>