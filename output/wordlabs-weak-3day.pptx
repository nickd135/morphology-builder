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'weak'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'weaker' really means 'less strong; comparative form of weak'.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tired puppy wagged its tail weakly after the long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'weak'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strong"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'weak'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'weak' — not strong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'weak' means 'not strong'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'weak'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'weak'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'weak'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'weak' means 'not strong'. You can find it in 'weaken'.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'weaker',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'weakness', '-ness'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'weak' means 'not strong'.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'weaken' means 'to make or become less strong'.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'weaker' means 'a lack of strength, or a fault or flaw in someone 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'weakness' means 'a lack of strength, or a fault or flaw in someone or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'weak' means 'not strong'.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'weaken' means 'to make or become less strong'.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'weaker' means 'a lack of strength, or a fault or flaw in someone or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'weakness' means 'a lack of strength, or a fault or flaw in someone or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'weak'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strong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'weak'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8620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less strong; comparative form of weak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lacking strength or power; easily broken or overcome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lack of strength, or a fault or flaw in someone or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or become less strong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lacking strength or power; easily broken or overcome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or become less strong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less strong; comparative form of weak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lack of strength, or a fault or flaw in someone 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'weak'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'weak'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bridge was too weak to hold the truck.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sleep can weaken your immune system.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gets weaker the further you travel from the tower.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tired puppy wagged its tail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weakly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long walk.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strong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'weak'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'weak' = not strong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'weak'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