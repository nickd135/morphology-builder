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'weak'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strong"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'weak' — not strong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'weak' means 'not strong'.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'weak'.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'weak'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'weak'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'weak' means 'not strong'.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'weak'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'weak'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'weak' means 'not strong'.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'weak' means 'extremely bright and colourful'.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'weak' means 'lacking strength or power; easily broken or overcome'.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'weaken' means 'to make something brighter or shinier'.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'weaken' means 'to make or become less strong'.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'weak'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strong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'weak'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12724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12724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0233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4348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strong; comparative form of weak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lacks strength or power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 less strong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lacking strength or power; easily broken or overcome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'weak'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'weak'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bridge was too weak to hold the truck.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sleep can weaken your immune system.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gets weaker the further you travel from the tower.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link in the chain snapped first. The storm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it moved further inland.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Maths was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he was great at art. The team's grip on first place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Everyone has strengths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weaknesses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'weak'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