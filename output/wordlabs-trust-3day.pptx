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'trust'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"believe, rely, have confidence"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trustus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'trust' — believe, rely, have confidence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'trust' means 'believe, rely, have confidence'.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'trust'.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'trust'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'trust'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'trust' means 'believe, rely, have confidence'.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'trust'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'trust'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'trust' comes from a Greek word meaning to see.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'-ful' in 'trustful' means full of or having a quality.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'Mistrustful' and 'trusted' contain exactly the same number of morphemes.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'dis' in 'distrust' means the opposite — to not trust someone.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'Trustworthy' is made up of more than one morpheme.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'trust'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believe, rely, have confidence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trustus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'trust'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-worthy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can be trusted to do the right thing and keep their promises.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doubt about whether someone can be trusted.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trust in other people.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shown they can be relied on and believed.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willing to believe that others are good and honest.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suspicious or not sure if someone can be trusted.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do not trust someone or feel unsure about whether they are honest.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'trust'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'trust'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 trustworthy so that your friends and family know they can rely on you.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a sense of distrust when the stranger refused to answer her simple questions.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little dog looked up trustingly at its owner, wagging its tail and waiting patiently.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he had always been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his teacher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him to look after the class pet.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deserving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mistrustful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plan, but tried to act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trustingly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 the end,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distrust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proved to be right.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believe, rely, have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-worthy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trustworthy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trustingly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'trust' — 3-Day Teaching Deck</dc:title>
  <dc:subject>PptxGenJS Presentation</dc:subject>
  <dc:creator>Word Labs</dc:creator>
  <cp:lastModifiedBy>Word Labs</cp:lastModifiedBy>
  <cp:revision>1</cp:revision>
  <dcterms:created xsi:type="dcterms:W3CDTF">2026-04-09T22:15:46Z</dcterms:created>
  <dcterms:modified xsi:type="dcterms:W3CDTF">2026-04-09T22:15:46Z</dcterms:modified>
</cp:coreProperties>
</file>