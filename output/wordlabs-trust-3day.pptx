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'trust' suit Years 3–7, so Day 3 has 1 dictation word instead of 3.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'trust' really means 'believe someone will do the right 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Grandpa rode his trusty old bike to the beach every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stray cat was distrustful of people at first, but now it sleeps on our doormat.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'trust'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"believe someone will do the right thing"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'trust' suit Years 3–7, so Day 3 has 1 dictation word instead of 3.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'trust' — believe someone will do the right 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'trust' means 'believe someone will do the right thing'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'trust'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'trust'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'trust'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'trust' means 'believe someone will do the right thing'. You can find it in 'entrust'.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'distrust', 'dis-' means 'not; opposite; apart'.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'trusty', '-y' means 'characterised by'.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'trust' means 'believe someone will do the right thing'.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'entrust' means 'to give someone the responsibility for something important'.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'mistrust' means 'a lack of trust or confidence in someone; suspicion'.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'distrust' means 'a feeling of not trusting or believing someone'.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'trust'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'trust' means 'believe someone will do the right thing'.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'entrust' means 'to give someone the responsibility for something important'.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'mistrust' means 'a lack of trust or confidence in someone; suspicion'.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'distrust' means 'a feeling of not trusting or believing someone'.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'trust'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'trust'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believe someone will do the right thing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entrust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mistrust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'trust'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1188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02336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entrust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lack of trust or confidence in someone; suspicion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entrust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of not trusting or believing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firm belief that someone or something is reliable and honest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mistrust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give someone the responsibility for something important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firm belief that someone or something is reliable and honest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entrust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give someone the responsibility for something important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feeling of not trusting or believing someone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mistrust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lack of trust or confidence in someone; suspicion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'trust'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'trust'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trust my best friend to keep my secrets safe.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decided to entrust Maya with the classroom keys.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dog's distrust of strangers made it bark at the visitor.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 rode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trusty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old bike to the beach every morning.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stray cat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distrustful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people at first, but now it sleeps on our doormat.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believe someone is reliable; belief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'trust'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'trust' = believe someone will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distrustful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'trust'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