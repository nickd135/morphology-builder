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'trust'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"believe, rely, have confidence"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trustus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'trust' — believe, rely, have confidence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'trust' means 'believe, rely, have confidence'.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'trust'.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'trust'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'trust'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'trust' means 'believe, rely, have confidence'.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'trust'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'trust'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'trustworthy' contains the root 'trust'.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'dis' in 'distrust' means 'again'.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'Untrustworthy' means a person who cannot be relied on or believed.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'trust' means to believe in or rely on someone.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'mistrust' means to trust someone very much.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'trust'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believe, rely, have confidence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trustus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untrustworthy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'trust'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-worthy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that you cannot believe or rely on someone.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is reliable and can be trusted to do the right 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Believing that people are honest and will not let you down.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ready to trust others easily and believe they are good.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has been shown to be reliable and honest.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you cannot rely on because they may lie or let you down.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untrustworthy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are not sure if someone is honest or safe to rely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'trust'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'trust'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trustworthy friend who always kept her promises.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began to distrust his teammate after he found out the truth.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trusted their teacher to help them solve the problem.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guide to lead us safely through the bush.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distrustful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she soon found him to be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friend.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doing, 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-worthy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untrustworthy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'trust' — 3-Day Teaching Deck</dc:title>
  <dc:subject>PptxGenJS Presentation</dc:subject>
  <dc:creator>Word Labs</dc:creator>
  <cp:lastModifiedBy>Word Labs</cp:lastModifiedBy>
  <cp:revision>1</cp:revision>
  <dcterms:created xsi:type="dcterms:W3CDTF">2026-03-25T03:27:33Z</dcterms:created>
  <dcterms:modified xsi:type="dcterms:W3CDTF">2026-03-25T03:27:33Z</dcterms:modified>
</cp:coreProperties>
</file>