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'trust'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"believe someone will do the right 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'trust' — believe someone will do the right 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'trust' means 'believe someone will do the right 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'trust'.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'trust'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'trust'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'trust' means 'believe someone will do the right 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'trust'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'trust'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'trust' means 'believe someone will do the right 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'trust' means 'a shape with three straight sides'.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'trusts' means 'has three straight sides'.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'trusts' means 'believes that someone or something is honest and reliable'.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'trust' means 'a firm belief that someone or something is reliable and honest'.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'trust'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 someone will do the right 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'trust'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98094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98094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 belief that someone or something is reliable and honest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and able to be trusted, often describing an old and faithful object or companion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trusting or believing someone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responsibility for something important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believed to be reliable and honest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lack of trust or confidence in someone; suspicion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that someone or something is honest and reliable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'trust'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'trust'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trust my best friend to keep my secrets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trusts her dog to come back when she calls.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rode to school on his trusty old bicycle.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distrusting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new neighbour for no clear reason.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mistrusting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offer, she read the contract twice before signing.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antitrust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laws stopped the company from buying all its competitors.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looked after the charity's money carefully.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trustees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 to decide how to spend the charity's funds.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'trust' = believe someone will do the right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'trust'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distrust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'trust'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