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'extend'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"stretch out or lengthen"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extendere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'extend' — stretch out or lengthen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'extend' means 'stretch out or lengthen'.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'extend'.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'extend'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'extend'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'extend' means 'stretch out or lengthen'.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'extend'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'extend'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'over-' can combine with 'extend' to make 'overextended'.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'extension' has nothing to do with the root 'extend'.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'-ion' to 'extend' creates the noun 'extension'.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'extend' means to make something shorter.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'extend' comes from a Latin word meaning to stretch out.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'extend'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stretch out or lengthen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extendere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re-extended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'extend'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a very large area or including a great deal.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longer or stretched out further than before.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Stretched out or offered again after being pulled back.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making something longer or reaching out.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Stretched or spread out too far, beyond what is safe or possible.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stretched out or made longer.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re-extended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makes another thing longer or adds extra space or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'extend'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'extend'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will extend the deck so our family has more space to sit outside.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gave us an extension on the assignment because many students were away sick.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extensive rainforest stretched for hundreds of kilometres across the region.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offered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students who needed more time, and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deadline to Friday.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changes to 's' before -ion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changes to 's' before -ion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changes to 's' before -ion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road works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overextend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budget; however,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barriers will keep workers safe.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drops before -ive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drops before -ive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drops before -ive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 or lengthen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re-extended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'extend' — 3-Day Teaching Deck</dc:title>
  <dc:subject>PptxGenJS Presentation</dc:subject>
  <dc:creator>Word Labs</dc:creator>
  <cp:lastModifiedBy>Word Labs</cp:lastModifiedBy>
  <cp:revision>1</cp:revision>
  <dcterms:created xsi:type="dcterms:W3CDTF">2026-04-09T21:59:42Z</dcterms:created>
  <dcterms:modified xsi:type="dcterms:W3CDTF">2026-04-09T21:59:42Z</dcterms:modified>
</cp:coreProperties>
</file>