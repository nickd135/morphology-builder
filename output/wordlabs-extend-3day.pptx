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'extend'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longer; stretch"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'extend' — make longer; stretch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'extend' means 'make longer; stretch'.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'extend'.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'extend'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'extend'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'extend' means 'make longer; stretch'.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'extend'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'extend'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'extend' means 'make longer; stretch'.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'extend' means 'to make something longer, bigger, or last more time'.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'extend' means 'to pull something out completely and remove it'.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'extends' means 'makes something longer, bigger, or last more time'.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'extends' means 'removes something completely'.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'extend'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longer; stretch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'extend'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508760" y="3721608"/>
            <a:ext cx="1536192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1508760" y="3721608"/>
            <a:ext cx="15361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072384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3419856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419856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90288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001768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01768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'extend'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'extend'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plan to extend the library by adding a new wing.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extends all the way down to the beach.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extended the lunch break by ten minutes.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plan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library by adding a new wing. The path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all the way down to the beach.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lunch break by ten minutes. Workers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road to reach the new houses.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ladder reached right up to the roof.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longer; stretch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'extend' = make longer; stretch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'extend'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'extend' — 3-Day Teaching Deck</dc:title>
  <dc:subject>PptxGenJS Presentation</dc:subject>
  <dc:creator>Word Labs</dc:creator>
  <cp:lastModifiedBy>Word Labs</cp:lastModifiedBy>
  <cp:revision>1</cp:revision>
  <dcterms:created xsi:type="dcterms:W3CDTF">2026-07-07T10:24:23Z</dcterms:created>
  <dcterms:modified xsi:type="dcterms:W3CDTF">2026-07-07T10:24:23Z</dcterms:modified>
</cp:coreProperties>
</file>