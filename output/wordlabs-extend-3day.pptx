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'extend'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"stretch out, make longer"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extendere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'extend' — stretch out, make longer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'extend' means 'stretch out, make longer'.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'extend'.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'extend'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'extend'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'extend' means 'stretch out, make longer'.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'extend'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'extend'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'extend' comes from Latin and means to stretch out.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'extension' means to make something shorter.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'extendable' ladder can be made longer when you need to reach higher.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'-sion' in 'extension' turns the verb into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'extensive' contains the prefix 'ex-' meaning inside.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'extend'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stretch out, make longer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extendere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'extend'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extra part added to make something longer or bigger, like an extension on a house.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something out or make it longer or bigger.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pulled out or made longer when needed.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stretching or making something longer.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far, big, or serious something is.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Covering a very large area or including a lot of things.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Stretched out or made longer than usual.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'extend'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'extend'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decided to extend the deadline for the project so everyone had enough time to finish.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an extension on our house to add an extra bedroom for our grandmother.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extensive rainforest covered thousands of kilometres and was home to incredible wildlife.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planned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house, which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backyard.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dropped and spelling adjusts before '-sion'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dropped and spelling adjusts before '-sion'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dropped and spelling adjusts before '-sion'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wanted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stay,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overextended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 meant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impossible.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dropped and spelling adjusts before '-sion'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dropped and spelling adjusts before '-sion'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'd' dropped and spelling adjusts before '-sion'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stretch out, make longer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overextended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'extend' — 3-Day Teaching Deck</dc:title>
  <dc:subject>PptxGenJS Presentation</dc:subject>
  <dc:creator>Word Labs</dc:creator>
  <cp:lastModifiedBy>Word Labs</cp:lastModifiedBy>
  <cp:revision>1</cp:revision>
  <dcterms:created xsi:type="dcterms:W3CDTF">2026-03-25T03:12:13Z</dcterms:created>
  <dcterms:modified xsi:type="dcterms:W3CDTF">2026-03-25T03:12:13Z</dcterms:modified>
</cp:coreProperties>
</file>