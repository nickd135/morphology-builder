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'extend' has very few longer words built from it, so this deck practises adding the suffixes -ed, -ing, -able and -s to the base (Years 3–4). Only 5 words with 'extend'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bike path extends all the way from the school to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'extend'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longer; stretch"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'extend' has very few longer words built from it, so this deck practises adding the suffixes -ed, -ing, -able and -s to the base (Years 3–4). Only 5 words with 'extend'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'extend' — make longer; stretch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-ing, -able and -s to the base 'extend'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'extend'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'extend'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'extend' means 'make longer; stretch'. You can find it in 'extended'.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'extendable', '-able' means 'able 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'extending',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'extended',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'extending',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'extends',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'extended',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'extending',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'extends',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'extend'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longer; stretch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'extend'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4261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3522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93522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made longer, bigger, or given more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making something longer, bigger, or last more time right now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made longer or bigger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something longer, bigger, or last more time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longer, bigger, or last more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made longer, bigger, or given more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making something longer, bigger, or last more time right now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made longer or bigger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'extend'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'extend'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plan to extend the library by adding a new wing.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extended the lunch break by ten minutes.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are extending the road to reach the new houses.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bike path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the way from the school to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longer; stretch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longer; stretch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longer; stretch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'extend'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'extend' = make longer; stretch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'extend'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