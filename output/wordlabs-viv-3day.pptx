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'viv'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"life, alive, living"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vivere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'viv' — life, alive, living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'viv' means 'life, alive, living'.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'viv'.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'viv'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'viv'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'viv' means 'life, alive, living'.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'viv'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'viv'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'viv' means death or the end of life.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'vivarium' is a place where living creatures are kept, which connects to the meaning of 'viv'.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'survive' contains the root 'viv', meaning that surviving relates to staying alive.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'viv' comes from a Latin word meaning life or to live.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'vivid' has nothing to do with the root 'viv' and means something completely unrelated to life.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'viv'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life, alive, living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vivere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vivid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survive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vivacious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convivial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vivarium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survivor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'viv'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-ify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-acity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-arium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-acious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vivid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vivid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something back to life or make it active again.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survive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Friendly and cheerful in a way that makes everyone feel welcome and happy.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bright and clear, like a colourful painting or a strong memory that feels real.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vivacious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has managed to stay alive after something very dangerous or difficult.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convivial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special enclosed space where living animals or plants are kept and cared for.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vivarium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energy and excitement; very lively and fun to be around.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survivor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stay alive through something dangerous or difficult.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'viv'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'viv'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documentary showed vivid images of life deep beneath the ocean, with glowing creatures we had never seen before.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long drought, the rain helped revive the dry garden and soon flowers began to bloom again.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vivacious puppy raced around the park, leaping over everything in its path and making everyone smile.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vivid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colours of the coral reef helped the injured fish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survive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its natural habitat.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vivid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vivid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vivid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vivid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vivid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vivacious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presenter helped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audience's interest; everyone left feeling full of energy.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vivacious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convivial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vivacious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vivacious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vivacious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vivacious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/us/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convivial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convivial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of the kind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convivial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of the kind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convivial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alive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of the kind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9513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'viv' = life, alive, living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'viv'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-ify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-acity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-arium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-acious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vivid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survive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vivacious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convivial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vivarium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survivor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vivisection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'viv' — 3-Day Teaching Deck</dc:title>
  <dc:subject>PptxGenJS Presentation</dc:subject>
  <dc:creator>Word Labs</dc:creator>
  <cp:lastModifiedBy>Word Labs</cp:lastModifiedBy>
  <cp:revision>1</cp:revision>
  <dcterms:created xsi:type="dcterms:W3CDTF">2026-04-10T00:27:46Z</dcterms:created>
  <dcterms:modified xsi:type="dcterms:W3CDTF">2026-04-10T00:27:46Z</dcterms:modified>
</cp:coreProperties>
</file>