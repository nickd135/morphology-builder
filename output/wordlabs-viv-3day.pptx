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'viv'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"life, alive, living"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'viv' — life, alive, living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'viv' means 'life, alive, living'.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'viv'.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'viv'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'viv'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'viv' means 'life, alive, living'.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'viv'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'viv'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'viv' comes from Latin and means life or living.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'vivid' means something that is dull and hard to see.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'survive' contains the root 'viv', meaning life.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vivarium is a place where living creatures are kept.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'viv' comes from Greek and means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'viv'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life, alive, living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vivify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'viv'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stay alive through something difficult or dangerous, like surviving a bushfire or a big storm.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vivify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someone or something back to life or consciousness — like reviving a wilting plant with water.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very bright, clear, and full of life — like a vivid rainbow or a vivid dream you remember perfectly.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a warm, friendly, and lively atmosphere — like the convivial feeling at a family birthday party.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person is lively, energetic, and full of fun — you might describe a bubbly friend as vivacious.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that was dying or forgotten comes back to life — like a revival of an old favourite song.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feel alive and full of energy — like how music can vivify a dull room.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'viv'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'viv'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used vivid colours of red, orange, and yellow to paint the sunset over the ocean.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paramedics worked quickly to revive the swimmer who had been pulled from the rough surf.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visited a vivarium at the zoo where we could see geckos, frogs, and stick insects up close.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vivid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painting seemed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everyone's excitement about the school art show.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vivacious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personality helped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convivial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spirit of the group after a tough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tendency toward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ti/ci before a vowel often makes /sh/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tendency toward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ti/ci before a vowel often makes /sh/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tendency toward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ti/ci before a vowel often makes /sh/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vivify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vivarium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'viv' — 3-Day Teaching Deck</dc:title>
  <dc:subject>PptxGenJS Presentation</dc:subject>
  <dc:creator>Word Labs</dc:creator>
  <cp:lastModifiedBy>Word Labs</cp:lastModifiedBy>
  <cp:revision>1</cp:revision>
  <dcterms:created xsi:type="dcterms:W3CDTF">2026-03-25T03:53:19Z</dcterms:created>
  <dcterms:modified xsi:type="dcterms:W3CDTF">2026-03-25T03:53:19Z</dcterms:modified>
</cp:coreProperties>
</file>