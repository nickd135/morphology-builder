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'viv'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"live"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'viv' — live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'viv' means 'live'.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'viv'.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'viv'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'viv'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'viv' means 'live'.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'viv'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'viv'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'revived' means 'destroyed completely and forever'.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'revival' means 'the sudden destruction of something old'.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'viv' means 'live'.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'revival' means 'the return of something to life, popularity or use after a period of decline'.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'revived' means 'brought back to life, health or use again'.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'viv'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'viv'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508760" y="32644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508760" y="32644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59152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06624" y="32644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06624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31336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178808" y="32644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178808" y="32644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74920" y="32644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486400" y="32644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0" y="32644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'viv'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'viv'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has been a revival of interest in old board games.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paramedics revived the man after he collapsed.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water is reviving the wilting flowers.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has been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revival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interest in old board games. The paramedics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revived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man after he collapsed. Fresh water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reviving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wilting flowers.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revival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revived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reviving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revived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revived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revived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revived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reviving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'viv' = 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'viv'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'viv' — 3-Day Teaching Deck</dc:title>
  <dc:subject>PptxGenJS Presentation</dc:subject>
  <dc:creator>Word Labs</dc:creator>
  <cp:lastModifiedBy>Word Labs</cp:lastModifiedBy>
  <cp:revision>1</cp:revision>
  <dcterms:created xsi:type="dcterms:W3CDTF">2026-07-07T10:22:38Z</dcterms:created>
  <dcterms:modified xsi:type="dcterms:W3CDTF">2026-07-07T10:22:38Z</dcterms:modified>
</cp:coreProperties>
</file>