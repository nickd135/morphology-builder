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'hard'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'hardship' really means 'a difficult or painful situation to live through'.
'harden' really means 'to become firm or stiff'.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 could hardly breathe after running up the hill, but the next hill was even harder.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'hard'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soft; difficult"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'hard'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'hard' — not soft; difficult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'hard' means 'not soft; difficult'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'hard'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'hard'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'hard'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'hard' means 'not soft; difficult'. You can find it in 'hardy'.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'hardy', '-y' means 'characterised by'.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'hardness', '-ness'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'hard' means 'not soft; difficult'.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'hardy' means 'strong and able to survive difficult conditions'.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'hardship' means 'to become firm or stiff'.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'hardness' means 'the quality of being firm, stiff, or difficult'.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'harden' means 'a difficult or painful situation to live through'.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'hard' means 'not soft; difficult'.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'hardy' means 'strong and able to survive difficult conditions'.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'hardship' means 'to become firm or stiff'.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'hardness' means 'the quality of being firm, stiff, or difficult'.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'harden' means 'a difficult or painful situation to live through'.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'hard'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soft; difficult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hardness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'hard'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difficult or painful situation to live through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quality of being firm, stiff, or difficult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firm and solid, or difficult to 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become firm or stiff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strong and able to survive difficult conditions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firm and solid, or difficult to 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strong and able to survive difficult conditions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become firm or stiff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being firm, stiff, or difficult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difficult or painful situation to live through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'hard'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'hard'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test was really hard today.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hardy plant survives even the coldest winters.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clay will harden as it dries in the sun.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hardly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breathe after running up the hill, but the next hill was even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harder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'hard' = not soft; difficult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'hard'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