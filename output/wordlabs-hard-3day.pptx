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"firm, difficult, or strong"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'hard' — firm, difficult, or strong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'hard' means 'firm, difficult, or strong'.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'hard' means 'firm, difficult, or strong'.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'hardship' contains the root 'hard' and the suffix '-ship'.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'hardly' means the same as 'very much'.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'hardback' book has a stiff, firm cover.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'hard' can mean something that is difficult or firm.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'hardware' has nothing to do with the root 'hard'.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firm, difficult, or strong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hardback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--ware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nails, and equipment sold in a shop — or the physical parts of a computer.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difficult situation that makes life tough, like not having enough food or money.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refuses to change their strong beliefs or habits, no matter what.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firm and not easy to scratch or dent.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become firm or solid, like concrete hardening as it dries.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has a thick, stiff cover instead of a soft, bendy 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hardback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 at all — if you hardly slept, you got very little sleep.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said the concrete would harden overnight and be ready to walk on by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worked so hard on her project that she hardly had time to eat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without clean water is a real hardship that many people around the world face every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pioneers faced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their journey, but they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shelters against the cold.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or tough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or tough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or tough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surprising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diehard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fans stayed, even 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wooden seats made them uncomfortable!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living; persist to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unyielding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living; persist to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unyielding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living; persist to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unyielding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or solid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difficult, or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--ware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hardback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overhard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'hard' — 3-Day Teaching Deck</dc:title>
  <dc:subject>PptxGenJS Presentation</dc:subject>
  <dc:creator>Word Labs</dc:creator>
  <cp:lastModifiedBy>Word Labs</cp:lastModifiedBy>
  <cp:revision>1</cp:revision>
  <dcterms:created xsi:type="dcterms:W3CDTF">2026-04-03T03:26:50Z</dcterms:created>
  <dcterms:modified xsi:type="dcterms:W3CDTF">2026-04-03T03:26:50Z</dcterms:modified>
</cp:coreProperties>
</file>