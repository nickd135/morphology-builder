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soft; difficult"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'hard' — not soft; difficult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'hard' means 'not soft; difficult'.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'hard' means 'not soft; difficult'.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'hard' means 'not soft; difficult'.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'hard' means 'firm and solid, or difficult to do'.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'hard' means 'soft and squishy'.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'hardy' means 'delicate and easily damaged'.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'hardy' means 'strong and able to survive difficult conditions'.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soft; difficult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12724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2724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0233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4348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348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barely, or almost not at 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firm or stiff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difficult, or most firm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difficult, or more firm than before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and solid, or difficult to do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and able to survive difficult conditions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test was really hard today.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hardy plant survives even the coldest winters.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clay will harden as it dries in the sun.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new teacher's surname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cement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next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rock made it difficult to carve. The family faced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long drought. The glue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don't touch it yet.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soft; difficult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'hard' = not soft; difficult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hardy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hardly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'hard'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