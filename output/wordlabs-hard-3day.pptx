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'hard'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"firm, solid, difficult, tough"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heard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'hard' — firm, solid, difficult, tough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'hard' means 'firm, solid, difficult, tough'.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'hard'.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'hard'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'hard'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'hard' means 'firm, solid, difficult, tough'.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'hard'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'hard'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'hard' can be found in words like 'hardness' and 'hardworking'.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'hardly' contains the root 'hard' and means almost not at all.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'hard' comes from ancient Greek.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suffix '-en' to 'hard' makes the verb 'harden', meaning to become firm.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'hardship' means something that is very easy and comfortable.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'hard'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firm, solid, difficult, tough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heard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hardworking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'hard'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 when life is very tough and difficult, such as not having enough food or money.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difficult or most firm of all things being compared.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firm and solid, like the hardness of a diamond.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not at all — like when you can hardly hear someone whispering.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firm or solid, like cement drying in the sun.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putting in a lot of effort and not giving up easily.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hardworking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difficult or more firm than something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'hard'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'hard'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athlete trained hard every day, showing incredible hardship and determination to reach her goal.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explained that diamonds have an extraordinary hardness, making them the toughest natural material on Earth.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long bushwalk, the children could hardly lift their tired legs as they trudged back to camp.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hardworking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barely complained, even though the maths task was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hardest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they had ever attempted.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hardworking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tough,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effort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(present participle)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tough,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effort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(present participle)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tough,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effort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(present participle)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tough,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tough,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tough,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hardship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diehard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explorers managed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harden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resolve and push further into the wilderness.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diehard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tough,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tough,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tough,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diehard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diehard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or fade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tough, difficult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diehard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or fade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tough, difficult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diehard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or fade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tough, difficult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tough,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tough,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tough,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firm, solid, difficult, tough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hardworking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diehard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'hard' — 3-Day Teaching Deck</dc:title>
  <dc:subject>PptxGenJS Presentation</dc:subject>
  <dc:creator>Word Labs</dc:creator>
  <cp:lastModifiedBy>Word Labs</cp:lastModifiedBy>
  <cp:revision>1</cp:revision>
  <dcterms:created xsi:type="dcterms:W3CDTF">2026-04-10T00:51:32Z</dcterms:created>
  <dcterms:modified xsi:type="dcterms:W3CDTF">2026-04-10T00:51:32Z</dcterms:modified>
</cp:coreProperties>
</file>