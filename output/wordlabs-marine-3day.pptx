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'marine'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the sea or ocean"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marinus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'marine' — of the sea or ocean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'marine' means 'of the sea or ocean'.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'marine'.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'marine'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'marine'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'marine' means 'of the sea or ocean'.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'marine'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'marine'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'marine' comes from a Greek word meaning 'fish'.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'aquamarine' contains the root 'marine'.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'marine' comes from a Latin word meaning 'of the sea'.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with the root 'marine' are always connected to water or the sea.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submarine travels above the surface of the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'marine'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the sea or ocean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marinus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'marine'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-ade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relates to or is typical of the sea.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Soldiers who are trained to fight at sea and on land.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deep, bright blue colour, like the colour of the deep ocean.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works on a ship and sails the sea.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exists or happens under the surface of the sea.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sea, or a soldier who serves at sea.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that travels underwater beneath the sea.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'marine'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'marine'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marine biologist spent her days studying colourful fish and coral reefs beneath the ocean surface.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visited a marine park where we could snorkel and see amazing underwater creatures up close.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slipped quietly beneath the waves, exploring the dark and mysterious depths of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biologist was excited to board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explore the deep ocean floor.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aquamarine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waters carefully, knowing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depths lay just beyond the reef.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'marine' = of the sea or ocean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'marine'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-ade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ultramarine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aquamarine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'marine' — 3-Day Teaching Deck</dc:title>
  <dc:subject>PptxGenJS Presentation</dc:subject>
  <dc:creator>Word Labs</dc:creator>
  <cp:lastModifiedBy>Word Labs</cp:lastModifiedBy>
  <cp:revision>1</cp:revision>
  <dcterms:created xsi:type="dcterms:W3CDTF">2026-07-03T09:19:31Z</dcterms:created>
  <dcterms:modified xsi:type="dcterms:W3CDTF">2026-07-03T09:19:31Z</dcterms:modified>
</cp:coreProperties>
</file>