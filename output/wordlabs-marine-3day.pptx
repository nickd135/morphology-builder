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'marine'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"relating to the sea"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'marine' — relating to the sea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'marine' means 'relating to the sea'.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'marine'.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'marine'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'marine'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'marine' means 'relating to the sea'.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'marine'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'marine'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'marine' means 'relating to the sea'.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'marine' means 'relating to mountains and high places'.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'marine' means 'relating to the sea'.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'marine'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relating to the sea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'marine'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508760" y="2807208"/>
            <a:ext cx="950976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508760" y="28072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487168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834640" y="2807208"/>
            <a:ext cx="1536192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834640" y="280720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98264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45736" y="28072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45736" y="28072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41848" y="2807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053328" y="28072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53328" y="2807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'marine'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'marine'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biologists study creatures living in the ocean.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mariner had sailed across many oceans.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marines landed on the beach at dawn.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mariner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had sailed across many oceans.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marines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landed on the beach at dawn.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rines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rines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mariners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guided the ship safely through the storm.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submarine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dived deep beneath the waves to avoid detection. The artist mixed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ultramarine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paint for the sky.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submarine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ultramarine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submarine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submarine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submarine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submarine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ultramarine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ultramarine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beyond; extreme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ultramarine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beyond; extreme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rine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ultramarine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beyond; extreme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rine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'marine' = relating to the sea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'marine'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'marine' — 3-Day Teaching Deck</dc:title>
  <dc:subject>PptxGenJS Presentation</dc:subject>
  <dc:creator>Word Labs</dc:creator>
  <cp:lastModifiedBy>Word Labs</cp:lastModifiedBy>
  <cp:revision>1</cp:revision>
  <dcterms:created xsi:type="dcterms:W3CDTF">2026-07-07T10:22:42Z</dcterms:created>
  <dcterms:modified xsi:type="dcterms:W3CDTF">2026-07-07T10:22:42Z</dcterms:modified>
</cp:coreProperties>
</file>