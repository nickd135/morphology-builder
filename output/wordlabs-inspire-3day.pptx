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'inspire'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"encourage; motivate"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'inspire' — encourage; motivate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'inspire' means 'encourage; motivate'.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'inspire'.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'inspire'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'inspire'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'inspire' means 'encourage; motivate'.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'inspire'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'inspire'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'inspire' means 'to give someone exciting new ideas or make them want to do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'inspire' means 'to make someone feel bored or tired'.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'inspire' means 'encourage; motivate'.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'inspired' means 'given exciting new ideas or made to want to do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'inspired' means 'made to feel very bored or tired'.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'inspire'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encourage; motivate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'inspire'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exciting new ideas or made to want to do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exciting new ideas or make them want to do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someone exciting new ideas or makes them want to do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'inspire'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'inspire'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teachers inspire their students to keep learning.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inspired by her grandmother to become a doctor.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courage inspires everyone in the team to try their best.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 encouraged the whole school to raise money for charity. The film felt flat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uninspired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plot we'd seen many times before.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uninspiring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lecture made half the class fall asleep. The beautiful sunset gave the artist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her next painting. The coach gave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speech before the final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uninspiring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encourage; motivate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'inspire' = encourage; motivate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'inspire'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'inspire'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