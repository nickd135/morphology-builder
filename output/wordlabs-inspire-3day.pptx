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'inspire'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'inspire' really means 'encourage; motivate'.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swimming coach gave an inspirational talk before the school carnival.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'inspire'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"encourage; motivate"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'inspire'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'inspire' — encourage; motivate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'inspire' means 'encourage; motivate'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'inspire'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'inspire'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'inspire'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'inspire' means 'encourage; motivate'. You can find it in 'uninspired'.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'uninspired',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'inspiration', '-ation' means 'act or process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'inspire' means 'encourage; motivate'.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'inspiration' means 'something or someone that gives you exciting new ideas'.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'uninspired' means 'lacking creativity, energy, or new ideas'.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'inspire'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'inspire' means 'encourage; motivate'.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'inspiration' means 'something or someone that gives you exciting new ideas'.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'uninspired' means 'lacking creativity, energy, or new ideas'.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'inspire'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'inspire'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encourage; motivate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uninspired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'inspire'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840480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33088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133088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46904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358384" y="2569464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8384" y="2569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uninspired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3026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or someone that gives you exciting new ideas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uninspired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exciting new ideas or make them want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lacking creativity, energy, or new ideas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someone exciting new ideas or make them want to do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uninspired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lacking creativity, energy, or new ideas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something or someone that gives you exciting new ideas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'inspire'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'inspire'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teachers inspire their students to keep learning.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felt flat and uninspired, with a plot we'd seen many times before.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beautiful sunset gave the artist inspiration for her next painting.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swimming coach gave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talk before the school carnival.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encourage; motivate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'inspire'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'inspire' = encourage; motivate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inspirational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'inspire'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