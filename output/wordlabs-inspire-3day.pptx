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breathe life or ideas"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inspirare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'inspire' — to breathe life or ideas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'inspire' means 'to breathe life or ideas'.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'inspire' means 'to breathe life or ideas'.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'inspire' comes from a Latin word meaning to breathe into.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'uninspired' means feeling very excited and full of great ideas.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'inspirational' contains the root 'inspire'.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'inspirer' is someone who motivates and encourages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'-ation' turns the root 'inspire' into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breathe life or ideas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inspirare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back someone's excitement or motivation after it has faded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excited and want to do something great.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thing, or idea that gives you the urge to do something creative or amazing.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fills people with excitement and the desire to do their best.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bored or not at all motivated to be creative or try something new.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excited and ready to try hard.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full of great ideas or motivation to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told us that the famous scientist was an inspiration to young people all around the world.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watching the Olympic athletes compete, Mia felt truly inspired to train harder at swimming.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an inspiring speech before the game that made every player believe they could win.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mural in the school hall was painted by an artist who wanted to be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young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word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word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word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students after the holidays,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 produced their best work ever!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describing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describing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result of an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describing word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life or ideas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to breathe life or ideas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reinspire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'inspire' — 3-Day Teaching Deck</dc:title>
  <dc:subject>PptxGenJS Presentation</dc:subject>
  <dc:creator>Word Labs</dc:creator>
  <cp:lastModifiedBy>Word Labs</cp:lastModifiedBy>
  <cp:revision>1</cp:revision>
  <dcterms:created xsi:type="dcterms:W3CDTF">2026-03-25T03:14:14Z</dcterms:created>
  <dcterms:modified xsi:type="dcterms:W3CDTF">2026-03-25T03:14:14Z</dcterms:modified>
</cp:coreProperties>
</file>