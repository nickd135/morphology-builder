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'inspire'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"breathe life or feeling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inspirare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'inspire' — breathe life or feeling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'inspire' means 'breathe life or feeling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'inspire'.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'inspire'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'inspire'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'inspire' means 'breathe life or feeling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'inspire'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'inspire'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suffix '-ation' to 'inspire' makes the noun 'inspiration'.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'inspire' comes from a Latin word meaning to breathe into.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'uninspired' means feeling very excited and full of energy.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'inspirational' speech is one that encourages people to do their best.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'reinspire' means the opposite of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'inspire'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breathe life or feeling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inspirare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'inspire'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807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922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fresh burst of motivation or excitement again.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someone with excitement or a strong feeling to do something great.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person, idea, or thing that gives you the energy and desire to do something wonderful.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strongly encourages or motivates people to do their best.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dull, flat, or not at all excited or motivated.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makes you feel enthusiastic and ready to act.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very excited and motivated to create or do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'inspire'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'inspire'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athlete's determination was so inspiring that the whole crowd cheered loudly.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reading great books can spark inspiration for your own writing.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felt truly inspired after watching the documentary about wildlife conservation.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65760" y="4882896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4882896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" y="4882896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882896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60120" y="4928616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mural painted on the school wall was described as inspirational by everyone who saw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words left every player feeling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big match.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 /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 /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 /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speech gave the audience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everyone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reinspired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help the community.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/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/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/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 life or feeling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drops 'e'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breathe life or feeling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'inspire' — 3-Day Teaching Deck</dc:title>
  <dc:subject>PptxGenJS Presentation</dc:subject>
  <dc:creator>Word Labs</dc:creator>
  <cp:lastModifiedBy>Word Labs</cp:lastModifiedBy>
  <cp:revision>1</cp:revision>
  <dcterms:created xsi:type="dcterms:W3CDTF">2026-04-09T22:01:56Z</dcterms:created>
  <dcterms:modified xsi:type="dcterms:W3CDTF">2026-04-09T22:01:56Z</dcterms:modified>
</cp:coreProperties>
</file>