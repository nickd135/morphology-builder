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'play'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"engage in fun activity"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placere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'play' — engage in fun activity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'play' means 'engage in fun activity'.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'play'.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'play'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'play'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'play' means 'engage in fun activity'.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'play'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'play'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'playful' contains the root 'play' and the suffix '-ful'.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'display' has nothing to do with the root 'play'.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'playground' is a compound word that includes the root 'play'.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'playmate' is someone you play with.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'-ful' in 'playful' means 'without'.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'play'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 in fun activity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placere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playground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playmate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wordplay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'play'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-ground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takes part in a game or sport.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playground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something so others can see it clearly.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fun, lively, and likes to joke around.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friend you play games or activities with.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words in a clever or funny way, like puns or riddles.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playmate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play something again, like watching a sports moment a second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wordplay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outdoor area with equipment where children can play.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'play'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'play'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playful puppy chased its tail around the backyard all afternoon.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a replay of the winning goal at least five times after the match.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created a colourful display of their artwork in the hallway.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playful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 enjoyed a long session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wordplay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English lesson.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wordplay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language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language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language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playing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time,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players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playground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invented a brand new game together.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playground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in fun activity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of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engage in fun activity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-ground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playground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playmate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wordplay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'play' — 3-Day Teaching Deck</dc:title>
  <dc:subject>PptxGenJS Presentation</dc:subject>
  <dc:creator>Word Labs</dc:creator>
  <cp:lastModifiedBy>Word Labs</cp:lastModifiedBy>
  <cp:revision>1</cp:revision>
  <dcterms:created xsi:type="dcterms:W3CDTF">2026-04-03T03:21:22Z</dcterms:created>
  <dcterms:modified xsi:type="dcterms:W3CDTF">2026-04-03T03:21:22Z</dcterms:modified>
</cp:coreProperties>
</file>