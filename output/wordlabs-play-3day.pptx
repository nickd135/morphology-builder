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'play'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take part in a game; to have fun"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'play' — to take part in a game; to have fun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'play' means 'to take part in a game; to have fun'.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'play'.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'play'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'play'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'play' means 'to take part in a game; to have fun'.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'play'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'play'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'plays' means 'takes part in games or fun activities; also, theatrical performances'.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'play' means 'to take part in a game or enjoyable activity'.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'play' means 'to bake bread in an oven'.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'play' means 'to take part in a game; to have fun'.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'plays' means 'cooks meals in the kitchen'.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'play'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take part in a game; to have fun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'play'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834640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834640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10565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45312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45312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part in a game or activity in the past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something again, such as a recording or a match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 or enjoyable activity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something publicly, or an arrangement of things put out to be seen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a wrong or poor move in a game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takes part in a game or sport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part in games or fun activities; also, theatrical performances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'play'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'play'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like to play in the park after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plays the piano beautifully every evening.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played football together every lunchtime.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dog's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everyone smile. The news reporter tended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overplay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minor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rain stopped, the pitch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playable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again. The danger of the storm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overplayed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some newspapers. We spent the afternoon playing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video game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overplayed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multiplayer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part in a game; to have fun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ay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'play' = to take part in a game; to have fun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display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misplay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'play'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