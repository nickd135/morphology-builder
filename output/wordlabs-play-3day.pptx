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'multiplayer' really means 'involving several players at the same time'.
'replay' really means 'to play something again, such as a recording or a match'.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youngest player on our netball team is playful and always makes us laugh.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teacher stopped the horseplay so we could test the gameplay of Sam's board game. It turned out to be very playable!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'play'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take part in a game; to have fun"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'play' — to take part in a game; to have fun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'play' means 'to take part in a game; to have fun'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'play'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'play'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'play'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'play' means 'to take part in a game; to have fun'. You can find it in 'replay'.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'replay',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'multiplayer',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'play' means 'to take part in a game; to have fun'.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'misplay' means 'to make a wrong or poor move in a game'.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'multiplayer' means 'to play something again, such as a recording or a match'.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'outplay' means 'to play better than someone else'.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'replay' means 'involving several players at the same time'.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'play' means 'to take part in a game; to have fun'.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'misplay' means 'to make a wrong or poor move in a game'.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'multiplayer' means 'to play something again, such as a recording or a match'.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'outplay' means 'to play better than someone else'.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'replay' means 'involving several players at the same time'.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'play'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take part in a game; to have fun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misplay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outplay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'play'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63040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63040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64261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93522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93522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84048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13308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13308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94690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358384" y="3776472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58384" y="377647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a wrong or poor move in a game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take part in a game or enjoyable activity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misplay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involving several players at the same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outplay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play something again, such as a recording or a match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play better than someone else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take part in a game or enjoyable activity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play something again, such as a recording or a match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misplay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a wrong or poor move in a game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outplay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play better than someone else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multiplayer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involving several players at the same time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'play'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'play'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like to play in the park after school.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referee asked to see a replay of the disputed goal.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rush, you might misplay your final card.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youngest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our netball team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playful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always makes us laugh.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playful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stopped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horseplay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we could test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gameplay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Sam's board game. It turned out to be very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playable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gameplay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horseplay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playable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gameplay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gameplay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played for fun or sport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gameplay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played for fun or sport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gameplay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played for fun or sport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horseplay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horseplay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animal people ride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horseplay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animal people ride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horseplay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animal people ride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in a game; to have fun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'play' = to take part in a game; to have fun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playful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gameplay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'play'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