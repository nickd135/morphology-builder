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8 word families with 'friend' suit Years 3–7, so Day 3 has 1 dictation word instead of 3.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'friendship' really means 'a close relationship between friends'.
'friendly' really means 'kind, warm, and pleasant towards others'.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goose at the park seemed unfriendly, so we kept our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Visitors to our town often comment on the friendliness of the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'friend'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person you like and trust"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8 word families with 'friend' suit Years 3–7, so Day 3 has 1 dictation word instead of 3.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'friend' — a person you like and trust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'friend' means 'a person you like and trust'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'friend'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'friend'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'friend'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'friend' means 'a person you like and trust'. You can find it in 'friendly'.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'befriend', 'be-' means 'to make; cause to be'.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'friendly', '-ly' means 'like; having the qualities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'friend' means 'a person you like and trust'.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'befriend' means 'to become friends with someone'.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'friendship' means 'kind, warm, and pleasant towards others'.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'friendless' means 'having no friends'.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'friendly' means 'a close relationship between friends'.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'friend' means 'a person you like and trust'.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'befriend' means 'to become friends with someone'.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'friendship' means 'kind, warm, and pleasant towards others'.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'friendless' means 'having no friends'.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'friendly' means 'a close relationship between friends'.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'friend'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person you like and trust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friendship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friendless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befriend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'friend'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-ship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463040" y="2971800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463040" y="29718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64261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93522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93522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74904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4160520" y="2971800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60520" y="29718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friendly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become friends with someone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you know well and like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friendship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kind, warm, and pleasant towards others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friendless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close relationship between friends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befriend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having no friends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you know well and like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kind, warm, and pleasant towards others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friendship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close relationship between friends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friendless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having no friends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befriend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become friends with someone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'friend'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'friend'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best friend came over to play after school.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neighbour is always friendly and waves hello.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student felt friendless on his first day at school.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goose at the park seemed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unfriendly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we kept our distance.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unfriendly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unfriendly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unfriendly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you like and trust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unfriendly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you like and trust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unfriendly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you like and trust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to our town often comment on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friendliness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people.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friendliness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friendliness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friendliness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you like and trust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friendliness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you like and trust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friendliness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you like and trust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'friend'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'friend' = a person you like and trust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-ship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unfriendliness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unfriendly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18304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friendliness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'friend'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