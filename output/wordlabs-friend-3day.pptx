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'friend'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one likes and trusts"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amicus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'friend' — person one likes and trusts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'friend' means 'person one likes and trusts'.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'friend'.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'friend'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'friend'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'friend' means 'person one likes and trusts'.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'friend'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'friend'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'friend' comes from the Greek word for love.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'friendly' contains the root 'friend'.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'Friendship' uses the suffix '-ship' to show a state or condition.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'Friendless' means having too many friends.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'Unfriendly' uses the prefix 'un' to mean 'not friendly'.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'friend'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one likes and trusts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amicus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'friend'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girl-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in a kind and pleasant way toward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as a friend to someone; to become someone's friend.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friends; being alone without companions.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kind or welcoming; cold or rude toward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warm, kind, and easy to get along with.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you like and trust.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 relationship between people who care about each other.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'friend'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'friend'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showed great friendliness when she welcomed the new student and showed her around the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boys had a strong friendship that lasted all the way through primary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befriend someone who looks lonely in the playground.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girl,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stronger every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unfriendly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attitude surprised us; however,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friendliness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returned once he felt comfortable, and we became firm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girl-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'friend' — 3-Day Teaching Deck</dc:title>
  <dc:subject>PptxGenJS Presentation</dc:subject>
  <dc:creator>Word Labs</dc:creator>
  <cp:lastModifiedBy>Word Labs</cp:lastModifiedBy>
  <cp:revision>1</cp:revision>
  <dcterms:created xsi:type="dcterms:W3CDTF">2026-04-09T22:00:22Z</dcterms:created>
  <dcterms:modified xsi:type="dcterms:W3CDTF">2026-04-09T22:00:22Z</dcterms:modified>
</cp:coreProperties>
</file>