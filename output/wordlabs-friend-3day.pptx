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'friend'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person you like and trust"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'friend' — a person you like and trust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'friend' means 'a person you like and trust'.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'friend'.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'friend'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'friend'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'friend' means 'a person you like and trust'.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'friend'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'friend'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'friend' means 'a tool used for cutting wood'.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'friend' means 'a person you like and trust'.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'friends' means 'people you know well and like'.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'friends' means 'tools used for gardening'.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'friend' means 'a person you know well and like'.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'friend'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person you like and trust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'friend'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2702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61772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61772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5138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9253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9253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know well and like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friends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kind, warm, and pleasant towards others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 relationship between friends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kind and welcoming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friendly; cold or unwelcoming towards others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you know well and like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'friend'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'friend'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best friend came over to play after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invited all our friends to the birthday party.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neighbour is always friendly and waves hello.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unfriendliness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it hard for new students to feel welcome. The new student was nervous, so Maya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on the first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story, the lonely giant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small mouse. Last year, Tom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boy from another school at the sports carnival.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shy new student made a big difference to how welcome she felt.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a person you like and trust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'friend'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