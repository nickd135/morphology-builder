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'friend'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"person who is liked"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amicus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'friend' — person who is liked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'friend' means 'person who is liked'.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'friend'.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'friend'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'friend'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'friend' means 'person who is liked'.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'friend'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'friend'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'friendly' contains the root 'friend' plus the suffix '-ly'.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'friendship' means having no friends.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the prefix 'un-' to 'friendly' makes it mean the opposite.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'befriend' means to become a friend to someone.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'-less' in 'friendless' means full of friends.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'friend'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person who is liked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amicus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'friend'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girl-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7024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1772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61772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51383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92531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2531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kind and pleasant towards other people.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become someone's friend and be kind to them.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friends at all.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kind or welcoming towards other people.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person you like and enjoy spending time with.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Became a friend to someone and helped them feel welcome.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 relationship between people who care about each other.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'friend'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'friend'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new classmate was so friendly that everyone wanted to sit with her at lunch.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friendship between the two boys had lasted since they were in kindergarten.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feel lonely and difficult when someone is feeling friendless at a new school.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tried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befriend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new student, and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friendship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grew stronger every week.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is liked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is liked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is liked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is liked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is liked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is liked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friendly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kind helped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befriend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many people,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friendliness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everyone feel welcome.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is liked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is liked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is liked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/e/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is liked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is liked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cause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is liked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is liked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adding '-ness'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is liked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adding '-ness'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 is liked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'y' changes to 'i' before adding '-ness'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677363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'friend' = person who is liked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'friend'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boy-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girl-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friendship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unfriendly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befriended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friendliness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'friend' — 3-Day Teaching Deck</dc:title>
  <dc:subject>PptxGenJS Presentation</dc:subject>
  <dc:creator>Word Labs</dc:creator>
  <cp:lastModifiedBy>Word Labs</cp:lastModifiedBy>
  <cp:revision>1</cp:revision>
  <dcterms:created xsi:type="dcterms:W3CDTF">2026-03-25T03:12:47Z</dcterms:created>
  <dcterms:modified xsi:type="dcterms:W3CDTF">2026-03-25T03:12:47Z</dcterms:modified>
</cp:coreProperties>
</file>