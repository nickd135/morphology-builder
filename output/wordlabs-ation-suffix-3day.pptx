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'presentation' really means 'a talk or display given to explain or show something to an audience'.
'dictation' really means 'when someone reads words aloud and you write them down'.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had a conversation about how the koala population in our area is shrinking.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reorganisation of the class blog took determination, because we had to remove all the misinformation about sharks.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'-ation'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or process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'-ation' — act or process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'-ation' means 'act or process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'-ation'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'-ation'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'-ation'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'-ation' means 'act or process of'. In 'formation', it is added to 'form'.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'formation', the base is 'form' (shape; make).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'conversation', 'con-' means 'with or together'.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'-ation'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'inspiration' means 'something or someone that gives you exciting new ideas'.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'presentation' means 'when someone reads words aloud and you write them down'.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'formation' means 'the way something is arranged or the process of forming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'dictation' means 'a feeling experienced through the body, such as touch, heat or pain'.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'-ation'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'inspiration' means 'something or someone that gives you exciting new ideas'.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'presentation' means 'when someone reads words aloud and you write them down'.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'formation' means 'the way something is arranged or the process of forming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'dictation' means 'a feeling experienced through the body, such as touch, heat or pain'.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'-ation'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or process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'-ation'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6090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6090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8620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297680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or someone that gives you exciting new ideas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experienced through the body, such as touch, heat or pain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estimate of how much something is worth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talk or display given to explain or show something to an audience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way something is arranged or the process of forming something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when someone reads words aloud and you write them down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process of getting ready for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when someone reads words aloud and you write them 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way something is arranged or the process of forming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feeling experienced through the body, such as touch, heat or pain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estimate of how much something is worth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something or someone that gives you exciting new ideas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process of getting ready for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talk or display given to explain or show something to an audience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'-ation'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'-ation'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gave us a dictation of ten spelling words.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birds flew in a V-shaped formation.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a strange tingling sensation in her fingers after the cold walk.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how the koala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our area is shrinking.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reorganisation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class blog took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we had to remove all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sharks.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boundary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boundary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boundary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give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arrange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reorganisation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'-ation'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