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process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'-ation' — act or process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'-ation' means 'act or process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'-ation' means 'act or process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'activation', the root is the part before the suffix '-ation'.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'formations'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'activation' means 'the process of making something start working'.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'formations' means 'loud arguments between friends'.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'formations' means 'arrangements or ways that things are grouped together'.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'ation' means 'act or process of'.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'activation' means 'the process of falling completely asleep'.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process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returning something to its original condition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that show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beliefs about what should happen or how something should be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feeling experienced through the body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or accounts that make something clear or easy to understand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start working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arrangements or ways that things are grouped together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activation of the sprinkler system stopped the fire from spreading.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rock formations in the cave were amazing to see.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dentist warned that the injection might cause strange sensations in her jaw.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medicine was developed through years of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My grandparents'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up without mobile phones.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aspirations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to become a doctor and help people. Teachers write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 of each term. Scientists study how a starfish's arm can grow back through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activation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formations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indications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restoration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'-ation'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