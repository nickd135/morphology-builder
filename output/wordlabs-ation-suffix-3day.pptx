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process,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'-ation' — act, process,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'-ation' means 'act, process,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'-ation' means 'act, process,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'creation', the root is the part before the suffix '-ation'.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'information'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'-ation' turns verbs into nouns.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'-ation' means 'without' or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'celebration' ends with the suffix '-ation'.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'-ation' comes from Latin origins.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'-ation' to a word always keeps the base word exactly the same.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process,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arranged or shaped, like clouds or rocks.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learning and being taught at school or elsewhere.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travelling to discover new or unknown places.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doing something fun to mark a special occasion.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change in the way something looks or works.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new, like an artwork or invention.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or knowledge you find out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made an amazing creation in her laboratory.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more information before we can solve the problem.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formation of the rocks took millions of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cave required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caterpillar was a remarkable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teacher used it 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our art lesson.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spirit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spirit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spirit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'-ation' — 3-Day Teaching Deck</dc:title>
  <dc:subject>PptxGenJS Presentation</dc:subject>
  <dc:creator>Word Labs</dc:creator>
  <cp:lastModifiedBy>Word Labs</cp:lastModifiedBy>
  <cp:revision>1</cp:revision>
  <dcterms:created xsi:type="dcterms:W3CDTF">2026-04-03T03:23:44Z</dcterms:created>
  <dcterms:modified xsi:type="dcterms:W3CDTF">2026-04-03T03:23:44Z</dcterms:modified>
</cp:coreProperties>
</file>