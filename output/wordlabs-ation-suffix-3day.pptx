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"act, process, or result"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'-ation' — act, process, or result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'-ation' means 'act, process, or result'.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'-ation' means 'act, process, or result'.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'creation', the root is the part before the suffix '-ation'.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'information'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'-ation' to a base word changes it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'-ation' always means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'-ation' can turn a verb into a noun (e.g. create → creation).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'information' ends with the suffix '-ation'.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'-ation' comes from an Old English origin.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act, process, or result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learning and gaining knowledge, usually at school.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picture things in your mind that aren't real.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travelling to discover new places or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doing something special and fun to mark an occasion.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change where something becomes very different from what it was.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something new, like an artwork or invention.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or knowledge you learn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use our imagination when writing our stories.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more information before we can solve the problem.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celebration after the grand final was loud and exciting.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rainforest led to an amazing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travel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consideration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hall was a cause for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celebration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change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honour or praise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honour or praise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honour or praise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'-ation' = act, process, or result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'-ation'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imagination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'-ation' — 3-Day Teaching Deck</dc:title>
  <dc:subject>PptxGenJS Presentation</dc:subject>
  <dc:creator>Word Labs</dc:creator>
  <cp:lastModifiedBy>Word Labs</cp:lastModifiedBy>
  <cp:revision>1</cp:revision>
  <dcterms:created xsi:type="dcterms:W3CDTF">2026-04-10T01:15:26Z</dcterms:created>
  <dcterms:modified xsi:type="dcterms:W3CDTF">2026-04-10T01:15:26Z</dcterms:modified>
</cp:coreProperties>
</file>