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'-able'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"able 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'-able' — able 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'-able' means 'able 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'-able'.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'-able'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'-able'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'-able' means 'able 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'usable', the root is the part before the suffix '-able'.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'likable'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'likable' means 'difficult and unpleasant to be around'.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'likable' means 'pleasant and easy to like'.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'usable' means 'impossible to use'.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'usable' means 'able to be used'.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'able' means 'able to'.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'-able'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 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likable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'-able'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'-able'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68503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03250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03250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20293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61441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1441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disputed or questioned; open to debate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likable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paid, or required to be paid by a certain time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say that something can reasonably be argued or claimed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moved from one place to another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shaped or moulded into something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used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 and easy to like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'-able'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'-able'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repair, the old radio was usable again.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likable personality made her popular with everyone.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arranged the movable desks into a circle for group 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shifted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uncomfortably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her seat during the long assembly. Our trip to the museum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memorable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day out.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memory; remember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memory; remember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memory; remember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your homework in a day late is not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My grandmother is always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dependable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I need help. His rude comments were considered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objectionable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whole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take;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undo; remove;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hang; weigh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'-able'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able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'-able'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usable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likable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payable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arguable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arguably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'-able'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