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'usable' really means 'able to be used'.
'valuable' really means 'worth a lot of money or very useful and important'.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new puppy is very likeable, but his energy can be unmanageable at bath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Grandma's old quilt is irreplaceable, so Dad's disagreeable joke about throwing it out made everyone uncomfortable.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'-able'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"able to"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'-able' — able 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'-able' means 'able to'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'-able'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'-able'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'-able'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'-able' means 'able to'. In 'portable', it is added to 'port'.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'usable', the base is 'use' (do something with).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'unmanageable', 'un-' means 'not'.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'-able' means 'able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'readable' means 'easy or pleasant to read'.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'usable' means 'able to be moved from one place to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'enjoyable' means 'giving pleasure; pleasant'.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'valuable' means 'able to be used'.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'-able' means 'able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'readable' means 'easy or pleasant to read'.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'usable' means 'able to be moved from one place to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'enjoyable' means 'giving pleasure; pleasant'.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'valuable' means 'able to be used'.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'-able'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 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'-able'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66090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66090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74904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16052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giving pleasure; pleasant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be used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moved from one place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be easily carried or moved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easy or pleasant to read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able to be disputed or questioned; open to debate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worth a lot of money or very useful and important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able to be 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be moved from one place to another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easily carried or moved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easy or pleasant to read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able to be disputed or questioned; open to debate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worth a lot of money or very useful and important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giving pleasure; pleasant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'-able'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'-able'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repair, the old radio was usable again.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arranged the movable desks into a circle for group work.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portable speaker is small enough to fit in your bag.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new puppy is 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likeable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his energy can be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unmanageable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bath time.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enjoy; to prefer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enjoy; to prefer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enjoy; to prefer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-able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-able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keep the 'e' after 'g' before -able so the 'g'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control;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Grandma's old quilt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irreplaceable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Dad's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disagreeable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joke about throwing it out made everyone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uncomfortable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the same opinion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'r'; keep the 'e' after 'c' before -able so the 'c'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place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'r'; keep the 'e' after 'c' before -able so the 'c'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place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'r'; keep the 'e' after 'c' before -able so the 'c'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place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of ease; to soothe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of ease; to soothe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uncomfortable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comfort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of ease; to soothe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'-able' = able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agreeable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manageable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replaceable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unreadable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unmanageable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disagreeable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'-able'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