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'-able'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"able to be done"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habilis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'-able' — able to be done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'-able' means 'able to be done'.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'-able'.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'-able'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'-able'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'-able' means 'able to be done'.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'readable', the root is the part before the suffix '-able'.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'washable'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'-able' means 'able to be done' or 'capable of'.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'-able' comes from Old English.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You can add '-able' to a base word to make an adjective.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'un-' can be added to many '-able' words to mean 'not able to be done'.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Words ending in '-able' are always nouns.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'-able'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 to be done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habilis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washable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unbreakable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'-able'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'-able'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wash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relaxed and at ease, without pain or worry.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washable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to change or able to be changed.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unusual or impressive that it deserves to be noticed.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easily be broken.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to break, no matter how hard you try.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enough to read and understand.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unbreakable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washed without being damaged.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'-able'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'-able'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instructions were so clear that the task was very manageable for the whole class.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thought the new playground equipment was absolutely remarkable.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cups are washable, so we can use them again and again.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said the work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manageable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everyone found the activity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consonant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consonant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consonant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happiness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happiness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happiness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remarkable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how the team made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unbreakable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bond, and their performance was truly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unforgettable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unbreakable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unforgettable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notice or pay attention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notice or pay attention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notice or pay attention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unbreakable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unbreakable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split apart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unbreakable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split apart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unbreakable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split apart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unforgettable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unforgettable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forget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fail to remember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't'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unforgettable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forget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fail to remember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't'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unforgettable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forget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fail to remember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't'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done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'-able'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 be 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'-able'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wash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washable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breakable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unbreakable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'-able' — 3-Day Teaching Deck</dc:title>
  <dc:subject>PptxGenJS Presentation</dc:subject>
  <dc:creator>Word Labs</dc:creator>
  <cp:lastModifiedBy>Word Labs</cp:lastModifiedBy>
  <cp:revision>1</cp:revision>
  <dcterms:created xsi:type="dcterms:W3CDTF">2026-03-26T07:43:54Z</dcterms:created>
  <dcterms:modified xsi:type="dcterms:W3CDTF">2026-03-26T07:43:54Z</dcterms:modified>
</cp:coreProperties>
</file>