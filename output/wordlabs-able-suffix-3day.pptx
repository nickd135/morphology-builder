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be done; capable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habilis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'-able' — can be done; capable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'-able' means 'can be done; capable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'-able'.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'-able'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'-able'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'-able' means 'can be done; capable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'enjoyable', the root is the part before the suffix '-able'.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'remarkable'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'-able' means something can be done or is capable of happening.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'table' contains the suffix '-able'.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'-able' to a word makes it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can be added to many '-able' words to make their opposite, like 'uncomfortable'.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'-able'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'-able'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 be done; capable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habilis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'-able'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surprising or amazing that it is hard to believe.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washed without being damaged.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to change often, like the weather on a cloudy day.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relaxed and at ease, with no pain or discomfort.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and pleasant to read.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gives you pleasure or is fun to do.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special or unusual that people notice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'-able'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'-able'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 from the top of the mountain was absolutely remarkable.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bring a washable water bottle to school every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 was so readable that I finished it in one afternoon.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this week has been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changeable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we still had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picnic in the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alter or vary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'-able' here to preserve the /j/ sound of 'g'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alter or vary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'-able' here to preserve the /j/ sound of 'g'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alter or vary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before '-able' here to preserve the /j/ sound of 'g'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 keeper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make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remarkable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dependable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is,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handwriting makes marking so much easier.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pay attention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pay attention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notice or pay attention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or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hang; 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or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hang; 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or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hang; to rely 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written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'reade' before vowel suffix '-able'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written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'reade' before vowel suffix '-able'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written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done;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'reade' before vowel suffix '-able'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'-able' = can be done; capable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'-able'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enjoyable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remarkable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washable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changeable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'-able' — 3-Day Teaching Deck</dc:title>
  <dc:subject>PptxGenJS Presentation</dc:subject>
  <dc:creator>Word Labs</dc:creator>
  <cp:lastModifiedBy>Word Labs</cp:lastModifiedBy>
  <cp:revision>1</cp:revision>
  <dcterms:created xsi:type="dcterms:W3CDTF">2026-04-10T01:09:41Z</dcterms:created>
  <dcterms:modified xsi:type="dcterms:W3CDTF">2026-04-10T01:09:41Z</dcterms:modified>
</cp:coreProperties>
</file>