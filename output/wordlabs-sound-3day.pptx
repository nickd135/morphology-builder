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'sound'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"noise, healthy, or measure depth"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sonus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'sound' — noise, healthy, or measure depth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'sound' means 'noise, healthy, or measure depth'.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'sound'.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'sound'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'sound'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'sound' means 'noise, healthy, or measure depth'.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'sound'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'sound'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'unsound' means extremely loud and powerful.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'-ly' in 'soundly' turns the word into an adverb.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're' in 'resound' means again or back.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'sound' can mean both a noise and something healthy or strong.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'soundproof' means a room that makes very loud sounds.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'sound'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noise, healthy, or measure depth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sonus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'sound'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-proof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a noise or measuring how deep water is, like a ship sounding the ocean floor.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loud and impressive, like a resounding crash when something big falls over.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so that no noise can get in or out, like a soundproof recording studio.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strong, healthy, or sensible, like the soundness of a good plan.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safe, strong, or reliable, like an unsound old bridge that might collapse.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soundness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noise echoes or fills a place loudly, like cheering that resounds through a stadium.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or deeply, like sleeping soundly all night without waking up.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'sound'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'sound'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used ultrasound to measure how deep the ocean was near the reef.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winning the championship, a resounding cheer echoed through the entire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 said the old building was unsound and needed to be fixed before anyone could go inside.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music teacher booked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soundproof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room so the students could practise without disturbing anyone,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resounding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applause afterwards was wonderful.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against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against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against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ultrasound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the patient was perfectly healthy, the doctor spoke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soundly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importance of rest;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advice from the internet had caused unnecessary worry.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noise, sound waves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noise, sound waves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extreme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noise, sound waves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healthy,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healthy,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healthy, strong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healthy, reliable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healthy, reliable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healthy, reliable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'sound' = noise, healthy, or measure depth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'sound'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-proof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unsound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soundproof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resounding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soundness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sounding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ultrasound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'sound' — 3-Day Teaching Deck</dc:title>
  <dc:subject>PptxGenJS Presentation</dc:subject>
  <dc:creator>Word Labs</dc:creator>
  <cp:lastModifiedBy>Word Labs</cp:lastModifiedBy>
  <cp:revision>1</cp:revision>
  <dcterms:created xsi:type="dcterms:W3CDTF">2026-07-03T09:03:19Z</dcterms:created>
  <dcterms:modified xsi:type="dcterms:W3CDTF">2026-07-03T09:03:19Z</dcterms:modified>
</cp:coreProperties>
</file>