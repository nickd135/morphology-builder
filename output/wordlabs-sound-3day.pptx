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'sound'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you hear; noise"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'sound' — something you hear; noise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'sound' means 'something you hear; noise'.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'sound'.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'sound'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'sound'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'sound' means 'something you hear; noise'.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'sound'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'sound'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'sounds' means 'noises, or seems to be a certain way'.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'sounds' means 'tastes or flavours'.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'sound' means 'a type of food'.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'sound' means 'something you can hear; a noise'.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'sound' means 'something you hear; noise'.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'sound'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something you hear; noise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'sound'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127248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3127248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5445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8920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8920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78815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19963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9963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seeming to be, or making a noise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deeply and thoroughly, or in a firm and sensible 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solid, safe or sensible than something else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 or reliable; in poor condition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 noise, or seemed a certain way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can hear; a noise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noises, or seems to be a certain way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'sound'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'sound'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sound of thunder woke me up.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forest was full of strange sounds at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 sounded loudly through the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owl flew across the yard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flight.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argument convinced the judges.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shed had been built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unsoundly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creaked in the wind. The cat crept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roof. The doctor used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ultrasound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check the baby.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beyond;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beyond;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beyond;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hear; 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something you hear; noise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'sound'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