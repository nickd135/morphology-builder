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'sound'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"noise, healthy, or complete"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'sound' — noise, healthy, or complete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'sound' means 'noise, healthy, or complete'.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'sound'.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'sound'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'sound'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'sound' means 'noise, healthy, or complete'.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'sound'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'sound'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'unsound' uses the prefix 'un-' meaning 'not'.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'sound'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soundproof room is designed to stop sound from passing through.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'resound' means a noise echoes or fills a space.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'-ness' in 'soundness' means 'without'.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'sound'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noise, healthy, or complete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'sound'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-proof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waves with very high frequency used by doctors to see inside the body.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strong, healthy, and reliable.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safe, healthy, or reliable, like an unsound bridge that might collapse.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loud and clear, or a complete and impressive success.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so that sound cannot pass through, like soundproof walls in a recording studio.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complete or thorough way, like sleeping soundly without waking up.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loud noise echoes or fills a place, like cheering resounding through a stadium.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'sound'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'sound'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resounding crash of thunder made everyone jump out of their seats.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used an ultrasound machine to check that everything was healthy.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wooden bridge was declared unsound and too dangerous to cross.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resounding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applause filled the hall,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soundproof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walls kept the noise inside.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resistant to, protected against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resistant to, protected against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resistant to, protected against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ultrasound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results were reassuring,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resounding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relief was clear, and the doctor confirmed the patient was completely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noise, wave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noise, wave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noise, wave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complete, reliable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complete, reliable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complete, reliable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-proof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'sound' — 3-Day Teaching Deck</dc:title>
  <dc:subject>PptxGenJS Presentation</dc:subject>
  <dc:creator>Word Labs</dc:creator>
  <cp:lastModifiedBy>Word Labs</cp:lastModifiedBy>
  <cp:revision>1</cp:revision>
  <dcterms:created xsi:type="dcterms:W3CDTF">2026-03-25T03:41:10Z</dcterms:created>
  <dcterms:modified xsi:type="dcterms:W3CDTF">2026-03-25T03:41:10Z</dcterms:modified>
</cp:coreProperties>
</file>