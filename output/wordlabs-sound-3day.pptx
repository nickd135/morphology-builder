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'sound' has very few longer words built from it, so this deck practises adding the suffixes -s, -ing, -less, -ly and -ed to the base (Years 3–4). Only 6 words with 'sound' suit Years 3–7, so there is no Day 3 dictation. Day 3 is the word matrix lesson only. Day 2 has 1 dictation word instead of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-s really means 'more than one, or someone does it now'.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school bell sounded, and everyone raced out to the 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'sound'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"something you hear; noise"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'sound' has very few longer words built from it, so this deck practises adding the suffixes -s, -ing, -less, -ly and -ed to the base (Years 3–4). Only 6 words with 'sound' suit Years 3–7, so there is no Day 3 dictation. Day 3 is the word matrix lesson only. Day 2 has 1 dictation word instead of 2.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'sound' — something you hear; noise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'sound'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'sound' = something you hear; noise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to add the suffixes -s, -ing, -less, -ly and -ed to the base 'sound' and spell the new words correctly.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each suffix tells us (for example, -ed means it has already happened).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find the base 'sound' inside each longer word.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'sound'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'sound'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'sound' = something you hear; noise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'sound' means 'something you hear; noise'. You can find it in 'sounds'.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'soundless', '-less' means 'without'.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'soundlessly', '-ly' means 'in a way'.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'sound'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'sound' = something you hear; noise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'sounds',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'sounding', the suffix '-ing'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'sounded', the suffix '-ed' tells us it has already happened.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'sound'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'sound' = something you hear; noise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'sounds',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'sounding', the suffix '-ing'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'sounded', the suffix '-ed' tells us it has already happened.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'sound'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'sound'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'sound' = something you hear; noise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'sound'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something you hear; noise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sound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sounds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sounding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soundless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soundlessly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'sound'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'sound'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'sound' = something you hear; noise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sound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-less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463040" y="3374136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463040" y="337413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sound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50545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2798064" y="3374136"/>
            <a:ext cx="100584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798064" y="337413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-less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840480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133088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133088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946904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5358384" y="3374136"/>
            <a:ext cx="2167128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58384" y="3374136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soundlessly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'sound'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'sound'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'sound' = something you hear; noise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in a way that makes no sound at all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sounds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something you can hear; a noise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sounding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without any sound; silent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soundless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seeming to be, or making a noise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soundlessly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noises, or seems to be a certain way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'sound'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'sound'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'sound' = something you hear; noise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something you can hear; a noise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sounds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noises, or seems to be a certain way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sounding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seeming to be, or making a noise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soundless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without any sound; silent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soundlessly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in a way that makes no sound at all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'sound'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'sound'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'sound' = something you hear; noise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'sound'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sound of thunder woke me up.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forest was full of strange sounds at night.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plan is sounding better every time we discuss it.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'sound'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'sound' = something you hear; noise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'sound'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'sound' = something you hear; noise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school bell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sounded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everyone raced out to the oval.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sounded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'sound'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'sound' = something you hear; noise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sounded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'sound'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'sound' = something you hear; noise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sounded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you hear; noise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'sound'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'sound' = something you hear; noise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sounded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you hear; noise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sound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'sound'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'sound' = something you hear; noise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sounded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you hear; noise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sound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'sound'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'sound' = something you hear; noise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'sound'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'sound' = something you hear; noise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sound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-less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0" y="2734056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734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9788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sounded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'sound' — Teaching Deck</dc:title>
  <dc:subject>PptxGenJS Presentation</dc:subject>
  <dc:creator>Word Labs</dc:creator>
  <cp:lastModifiedBy>Word Labs</cp:lastModifiedBy>
  <cp:revision>1</cp:revision>
  <dcterms:created xsi:type="dcterms:W3CDTF">2026-10-22T10:14:33Z</dcterms:created>
  <dcterms:modified xsi:type="dcterms:W3CDTF">2026-10-22T10:14:33Z</dcterms:modified>
</cp:coreProperties>
</file>