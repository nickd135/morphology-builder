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'create'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"make"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'create' — make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'create' means 'make'.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'create'.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'create'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'create'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'create' means 'make'.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'create'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'create'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make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'created' means 'made something new (past tense of create)'.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'create' means 'make'.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'created' means 'destroyed something on purpose'.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'create' means 'to destroy something completely'.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'create' means 'to make something new that didn't exist before'.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'create'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creator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creators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recreate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'create'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make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1508760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1508760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235915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2706624" y="46360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2706624" y="46360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4270248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4617720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4617720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5513832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4" name="Shape 52"/>
          <p:cNvSpPr/>
          <p:nvPr/>
        </p:nvSpPr>
        <p:spPr>
          <a:xfrm>
            <a:off x="5925312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925312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make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something happen again or build a copy of something that existed before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makes or invents something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who make or invent things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creator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process of making something new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creating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something new that didn't exist before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creators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makes something new (used with he/she/it)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recreate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something new (past tense of create)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'create'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make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'create'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artist used clay to create a beautiful sculpture.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created a new vaccine after years of research.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chef creates amazing desserts every weekend.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make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park has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recreational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area with swings and a skate ramp. She wrote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creative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story about a dragon who loved to bake.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recreational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recreational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recreational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recreational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recreational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make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solved the puzzle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creatively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by using pieces from two different boxes. Art class gives students a chance to show their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creativity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The teacher said the poster design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uncreative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asked for a fresh idea.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creatively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creativity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uncreative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uncreative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uncreative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uncreative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uncreative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i_e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make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make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created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creates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creator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creating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creators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recreate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'create' — 3-Day Teaching Deck</dc:title>
  <dc:subject>PptxGenJS Presentation</dc:subject>
  <dc:creator>Word Labs</dc:creator>
  <cp:lastModifiedBy>Word Labs</cp:lastModifiedBy>
  <cp:revision>1</cp:revision>
  <dcterms:created xsi:type="dcterms:W3CDTF">2026-07-07T10:22:33Z</dcterms:created>
  <dcterms:modified xsi:type="dcterms:W3CDTF">2026-07-07T10:22:33Z</dcterms:modified>
</cp:coreProperties>
</file>