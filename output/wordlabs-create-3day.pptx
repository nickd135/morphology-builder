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10 word families with 'create'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'recreate' really means 'to make something happen again or build a copy of something that existed before'.
'creature' really means 'a living being, especially an animal'.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creator of the comic book visited our school. She told us that creativity grows with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new recreational park has a skate ramp, a playground and a path for bike riding.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'create'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10 word families with 'create'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'create' — make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'create' means 'make'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'create'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'create'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'create'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'create' means 'make'. You can find it in 'recreate'.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'recreate',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'creature', '-ure' means 'result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'create' means 'make'.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'creative' means 'having original ideas and imagination'.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'recreate' means 'a living being, especially an animal'.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'creation' means 'something that has been made, or the act of making it'.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'creature' means 'to make something happen again or build a copy of something that existed before'.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'create' means 'make'.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'creative' means 'having original ideas and imagination'.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'recreate' means 'a living being, especially an animal'.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'creation' means 'something that has been made, or the act of making it'.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'creature' means 'to make something happen again or build a copy of something that existed before'.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'create'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'create'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523744" y="3374136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23744" y="337413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74904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160520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0520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original ideas and imagination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new that didn't exist before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make something happen again or build a copy of something that existed before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living being, especially an animal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something that has been made, or the act of making 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new that didn't exist before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make something happen again or build a copy of something that existed before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living being, especially an animal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something that has been made, or the act of making 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having original ideas and imagination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'create'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'create'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artist used clay to create a beautiful sculpture.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used old photos to recreate what the village looked like 100 years ago.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 creature crept out from beneath the rocks.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comic book visited our school. She told us that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grows with practice.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-ive; drop the final 'e' before -ity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-ive; drop the final 'e' before -ity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-ive; drop the final 'e' before -ity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recreational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park has a skate ramp, a playground and a path for bike riding.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again; back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'create'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'create' = make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-ity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creativity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recreational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'create' — Teaching Deck</dc:title>
  <dc:subject>PptxGenJS Presentation</dc:subject>
  <dc:creator>Word Labs</dc:creator>
  <cp:lastModifiedBy>Word Labs</cp:lastModifiedBy>
  <cp:revision>1</cp:revision>
  <dcterms:created xsi:type="dcterms:W3CDTF">2026-10-22T10:14:31Z</dcterms:created>
  <dcterms:modified xsi:type="dcterms:W3CDTF">2026-10-22T10:14:31Z</dcterms:modified>
</cp:coreProperties>
</file>