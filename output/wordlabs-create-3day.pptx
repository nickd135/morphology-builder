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'create'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or bring into existence"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'create' — make or bring into existence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'create' means 'make or bring into existence'.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'create'.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'create'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'create'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'create' means 'make or bring into existence'.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'create'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'create'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'-ive' in 'creative' makes the word into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prefix 're-' to 'create' makes the word 'recreate', meaning to make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'creature' has nothing to do with the root 'create'.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'creator' is someone who makes or brings something new into existence.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'create' comes from the Latin word 'creare'.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'create'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or bring into existence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'create'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 activity you do in your spare time to relax and enjoy yourself.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 something again, or to enjoy a fun activity in your free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use your imagination to come up with new ideas or make new things.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animal or being that has been brought into existence.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been made or brought into existence for the first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makes something new.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ability to use imagination to make new and interesting things.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'create'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'create'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given time to be creative and design their own inventions using recycled materials.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artist felt a rush of excitement as she saw her latest creation come to life on the canvas.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encouraged us to use our creativity when writing our imaginative stories this term.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won an award for her amazing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school art show.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talented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spent weeks on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recreation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famous painting, showing incredible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existence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 or bring into existence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uncreative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'create' — 3-Day Teaching Deck</dc:title>
  <dc:subject>PptxGenJS Presentation</dc:subject>
  <dc:creator>Word Labs</dc:creator>
  <cp:lastModifiedBy>Word Labs</cp:lastModifiedBy>
  <cp:revision>1</cp:revision>
  <dcterms:created xsi:type="dcterms:W3CDTF">2026-04-09T21:55:53Z</dcterms:created>
  <dcterms:modified xsi:type="dcterms:W3CDTF">2026-04-09T21:55:53Z</dcterms:modified>
</cp:coreProperties>
</file>