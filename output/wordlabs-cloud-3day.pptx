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'cloud'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mass of water droplets in the sky"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'cloud' — a mass of water droplets in the sky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'cloud' means 'a mass of water droplets in the sky'.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'cloud'.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'cloud'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'cloud'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'cloud' means 'a mass of water droplets in the sky'.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'cloud'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'cloud'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'clouds' means 'more than one visible mass of water vapour in the sky'.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'clouds' means 'bright stars at night'.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'cloud' means 'a mass of water droplets in the sky'.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'cloud' means 'a visible mass of water vapour floating in the sky'.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'cloud' means 'a bright light in the night sky'.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'cloud'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mass of water droplets in the sky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'cloud'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27355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27355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1696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5811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811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visible mass of water vapour in the sky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or made unclear, as if by cloud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with clouds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mass of water vapour floating in the sky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'cloud'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'cloud'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grey cloud drifted across the sky.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clouds gathered before the storm.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cloudy afternoon with no sign of the sun.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cloudier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yesterday. The mirror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with steam from the shower.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is often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cloudiest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season here. It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summer sky.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the afternoon feel dull and grey.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 of water droplets in the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a mass of water droplets in the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'cloud'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