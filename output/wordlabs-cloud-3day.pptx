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'cloud'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"mass of water vapour"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cloudus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'cloud' — mass of water vapour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'cloud' means 'mass of water vapour'.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'cloud'.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'cloud'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'cloud'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'cloud' means 'mass of water vapour'.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'cloud'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'cloud'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'thundercloud' contains the root 'cloud'.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'cloudless' uses a suffix that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'-ed' in 'clouded' means 'able to'.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'cloudburst' is a type of sudden, heavy rainstorm.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'cloud'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'cloud'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 of water vapour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cloudus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raincloud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'cloud'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-burst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cloud that is full of water and ready to rain.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sudden, very heavy shower of rain that happens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dark cloud that brings thunder and lightning.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clouds spread across and cover the whole sky.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sky is covered with lots of clouds and not much sun can be seen.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sky with no clouds at all — perfectly clear and blue.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raincloud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become covered or hidden, like a sky filled with clouds.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'cloud'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'cloud'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became very cloudy this afternoon, so we moved our lunch inside.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huge thundercloud rolled in over the mountains just before the storm began.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cloudburst, the streets were covered in puddles.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sky turned dark 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thundercloud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moved slowly over our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rumbling sound in a storm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rumbling sound in a storm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rumbling sound in a storm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cloudburst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sky returned, but the ground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puddles.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breaking out or release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breaking out or release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breaking out or release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something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something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something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-burst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cloudburst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thundercloud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raincloud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cloudlike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'cloud' — 3-Day Teaching Deck</dc:title>
  <dc:subject>PptxGenJS Presentation</dc:subject>
  <dc:creator>Word Labs</dc:creator>
  <cp:lastModifiedBy>Word Labs</cp:lastModifiedBy>
  <cp:revision>1</cp:revision>
  <dcterms:created xsi:type="dcterms:W3CDTF">2026-04-09T22:29:35Z</dcterms:created>
  <dcterms:modified xsi:type="dcterms:W3CDTF">2026-04-09T22:29:35Z</dcterms:modified>
</cp:coreProperties>
</file>