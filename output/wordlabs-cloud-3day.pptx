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'cloud'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'cloud' really means 'a mass of water droplets in the sky'.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cloudiness of the sky meant we could not see the stars on our camping 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'cloud'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mass of water droplets in the sky"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'cloud'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'cloud' — a mass of water droplets in the sky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'cloud' means 'a mass of water droplets in the sky'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'cloud'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'cloud'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'cloud'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'cloud' means 'a mass of water droplets in the sky'. You can find it in 'cloudy'.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'cloudy', '-y' means 'characterised by'.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'cloudless', '-less' means 'without'.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'cloud' means 'a mass of water droplets in the sky'.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'cloudy' means 'covered with clouds'.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'cloudless' means 'without any clouds'.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'cloud'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'cloud' means 'a mass of water droplets in the sky'.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'cloudy' means 'covered with clouds'.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'cloudless' means 'without any clouds'.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'cloud'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'cloud'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mass of water droplets in the sky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'cloud'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0545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9806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9806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1188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2336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without any clouds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visible mass of water vapour floating in the sky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covered with clouds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visible mass of water vapour floating in the sky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covered with clouds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without any clouds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'cloud'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'cloud'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grey cloud drifted across the sky.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cloudy afternoon with no sign of the sun.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cloudiness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sky meant we could not see the stars on our camping trip.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 of water droplets in the sky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 of water droplets in the sky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 of water droplets in the sky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'cloud'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'cloud' = a mass of water droplets in the sky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'cloud'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