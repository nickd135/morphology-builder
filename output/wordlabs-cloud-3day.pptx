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'cloud'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"mass of water vapour"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clud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'cloud' — mass of water vapour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'cloud' means 'mass of water vapour'.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'cloud'.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'cloud'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'cloud'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'cloud' means 'mass of water vapour'.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'cloud'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'cloud'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'cloudless' means having no clouds at all.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'cloudy' uses the suffix '-ing'.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'-ed' to 'cloud' makes the word 'clouded'.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'over-' can be added to 'cloud' to make a real English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'cloud' comes from the Latin word for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'cloud'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 of water vapour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clud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'cloud'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cloudy — having the greatest amount of clouds.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the sky with clouds, making it darker.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cloudy than something else — having more clouds.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sky has become completely covered with clouds.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sky is full of clouds and not very sunny.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sky with no clouds at all — completely clear and blue.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or hidden by clouds, or made unclear.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'cloud'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'cloud'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sky was so cloudy this morning that we could not see the sun at 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cloudless sky was a beautiful shade of bright blue.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forecaster said the hills would be overclouded by afternoon.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weather made our picnic feel gloomy,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afternoon was perfect!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overclouded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hills looked dramatic, but by noon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cleared and we spotted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cloudless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peak!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completed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completed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completed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water vapour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'cloud' = mass of water vapour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'cloud'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overclouded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cloudiest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'cloud' — 3-Day Teaching Deck</dc:title>
  <dc:subject>PptxGenJS Presentation</dc:subject>
  <dc:creator>Word Labs</dc:creator>
  <cp:lastModifiedBy>Word Labs</cp:lastModifiedBy>
  <cp:revision>1</cp:revision>
  <dcterms:created xsi:type="dcterms:W3CDTF">2026-03-25T03:40:01Z</dcterms:created>
  <dcterms:modified xsi:type="dcterms:W3CDTF">2026-03-25T03:40:01Z</dcterms:modified>
</cp:coreProperties>
</file>