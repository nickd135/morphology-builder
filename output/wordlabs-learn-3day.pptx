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'learn'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'learn' really means 'gain knowledge'.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took me weeks to unlearn the habit of holding my pencil too tightly.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'learn'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"gain knowledge"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'learn'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'learn' — gain knowledge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'learn' means 'gain knowledge'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'learn'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'learn'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'learn'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'learn' means 'gain knowledge'. You can find it in 'learner'.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'relearn',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'learner',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'learn' means 'gain knowledge'.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'relearn' means 'to learn something again after forgetting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'learner' means 'a person who is in the process of learning something new'.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'learn'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'learn' means 'gain knowledge'.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'relearn' means 'to learn something again after forgetting it'.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'learner' means 'a person who is in the process of learning something new'.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'learn'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'learn'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 knowledge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relearn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'learn'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is in the process of learning something new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learn something again after forgetting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gain new knowledge or a new skill through study or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gain new knowledge or a new skill through study or experience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is in the process of learning something new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learn something again after forgetting it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'learn'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'learn'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learn how to play the guitar this year.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learner driver, she practised in the empty car park.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holidays, I had to relearn my times tables.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me weeks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unlearn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habit of holding my pencil too tightly.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'learn'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'learn' = gain knowledge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'learn'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