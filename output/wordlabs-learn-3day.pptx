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'learn'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"gain knowledge"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'learn' — gain knowledge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'learn' means 'gain knowledge'.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'learn'.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'learn'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'learn'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'learn' means 'gain knowledge'.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'learn'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'learn'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'learns' means 'throws something far into the distance'.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'learn' means 'to throw something a long distance'.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'learns' means 'gains new knowledge or a skill (he learns quickly)'.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'learn' means 'to gain new knowledge or a new skill through study or experience'.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'learn' means 'gain knowledge'.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'learn'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gain knowledge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'learn'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471416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471416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36752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77900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7900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gain new knowledge or a new skill through study or experience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new knowledge or a skill (he learns quickly)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knowledge or a skill through study or experience (past tense of learn)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the process of learning something new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'learn'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'learn'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want to learn how to play the guitar this year.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learns something new every time he reads.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learned to ride a bike last summer.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holidays, I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relearn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 times tables. It can be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unlearn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bad habit once it has formed.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practised their spelling words every afternoon.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new language takes plenty of practice. The bad habit was slowly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unlearned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months of practice.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unlearned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knowledge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'learn' = gain knowledge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'learn'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'learn' — 3-Day Teaching Deck</dc:title>
  <dc:subject>PptxGenJS Presentation</dc:subject>
  <dc:creator>Word Labs</dc:creator>
  <cp:lastModifiedBy>Word Labs</cp:lastModifiedBy>
  <cp:revision>1</cp:revision>
  <dcterms:created xsi:type="dcterms:W3CDTF">2026-07-07T10:22:35Z</dcterms:created>
  <dcterms:modified xsi:type="dcterms:W3CDTF">2026-07-07T10:22:35Z</dcterms:modified>
</cp:coreProperties>
</file>