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'learn'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gain knowledge or skill"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lira (furrow, track)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'learn' — to gain knowledge or skill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'learn' means 'to gain knowledge or skill'.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'learn'.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'learn'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'learn'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'learn' means 'to gain knowledge or skill'.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'learn'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'learn'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'learner' contains the root 'learn' plus a suffix.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're' in 'relearning' means 'before'.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'learn' comes from ancient Greek.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'Unlearned' means something has not been taught or studied.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'-ing' to 'learn' makes the word 'learning'.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'learn'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gain knowledge or skill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lira (furrow, track)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'learn'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gaining new knowledge or skills.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are all gaining new knowledge or skills.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gained a lot of knowledge through study.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taught or not having gained knowledge about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way of saying you have already gained knowledge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back to study and gain knowledge about something again.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gaining new knowledge or skills.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'learn'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'learn'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is relearning the times tables because we need more practice.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learner in the school worked hard during the science project.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found self-learning a new song on the guitar really exciting.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learner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our class enjoyed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relearning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steps to the dance.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learners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excited;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self-learning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projects showed how much they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do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do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people who do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oneself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to gain knowledge or skill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self-learning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'learn' — 3-Day Teaching Deck</dc:title>
  <dc:subject>PptxGenJS Presentation</dc:subject>
  <dc:creator>Word Labs</dc:creator>
  <cp:lastModifiedBy>Word Labs</cp:lastModifiedBy>
  <cp:revision>1</cp:revision>
  <dcterms:created xsi:type="dcterms:W3CDTF">2026-04-09T22:03:30Z</dcterms:created>
  <dcterms:modified xsi:type="dcterms:W3CDTF">2026-04-09T22:03:30Z</dcterms:modified>
</cp:coreProperties>
</file>