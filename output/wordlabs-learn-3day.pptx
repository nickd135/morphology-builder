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'learn'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gain knowledge or skill"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leornian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'learn' — to gain knowledge or skill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'learn' means 'to gain knowledge or skill'.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'learn'.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'learn'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'learn'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'learn' means 'to gain knowledge or skill'.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'learn'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'learn'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'learner' contains the root 'learn' plus the suffix '-er', meaning a person who learns.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're-' in 'relearned' means 'not' or 'opposite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'learning' is formed by adding the suffix '-ing' to the root 'learn'.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prefix 'un-' to 'learned' creates a word meaning not yet learned or without learning.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'learn' comes from ancient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'learn'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gain knowledge or skill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leornian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mislearned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'learn'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gained a lot of knowledge through study or experience.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learned something incorrectly or in the wrong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gaining new knowledge or skills.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learned, or describing someone who has not gained much knowledge.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 is gaining new knowledge or skills.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learned something again after forgetting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mislearned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gaining new knowledge or skills.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'learn'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'learn'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learner practised her spelling every morning before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relearned the multiplication tables after the school holidays to refresh our memory.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new things every day helps your brain grow stronger and smarter.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eager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discovered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relearning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times tables made maths much easier.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relearned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topic carefully became the most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in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 or describing a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 or describing a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quality or describing a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mislearned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'learn' — 3-Day Teaching Deck</dc:title>
  <dc:subject>PptxGenJS Presentation</dc:subject>
  <dc:creator>Word Labs</dc:creator>
  <cp:lastModifiedBy>Word Labs</cp:lastModifiedBy>
  <cp:revision>1</cp:revision>
  <dcterms:created xsi:type="dcterms:W3CDTF">2026-03-25T03:15:45Z</dcterms:created>
  <dcterms:modified xsi:type="dcterms:W3CDTF">2026-03-25T03:15:45Z</dcterms:modified>
</cp:coreProperties>
</file>