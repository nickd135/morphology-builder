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'fair'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"treating people equally; just"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'fair' — treating people equally; just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treating people equally; just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'fair' means 'treating people equally; just'.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'fair'.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'fair'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'fair'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treating people equally; just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'fair' means 'treating people equally; just'.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'fair'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'fair'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treating people equally; just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'fairs' means 'small magical winged creatures'.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'fairs' means 'events with rides, games and stalls, often held outdoors'.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'fair' means 'just and reasonable in treatment of everyone'.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'fair' means 'treating people equally; just'.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'fair' means 'extremely large in size'.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'fair'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treating people equally; just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treating people equally; just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fairly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fairest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'fair'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treating people equally; just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2706624" y="46360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2706624" y="4636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3977640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4325112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4325112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221224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5632704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632704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treating people equally; just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and reasonable in treatment of everyone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just or more reasonable than something else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magical creature with wings, found in stories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 moderate extent; quite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fairly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just or most reasonable of all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fair or right; treating someone worse than others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fairest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with rides, games and stalls, often held outdoors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'fair'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treating people equally; just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'fair'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made sure the game was fair for everyone.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town holds two fairs every summer.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fairy waved her wand and granted a wish.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treating people equally; just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treating people equally; just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judge was known for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fairness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every decision. He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unfairly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blamed for something he didn't do.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treating people equally; just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treating people equally; just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treating people equally; just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treating people equally; just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treating people equally; just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treating people equally; just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treating people equally; just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treating people equally; just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treating people equally; just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treating people equally; just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treating people equally; just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treating people equally; just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treating people equally; just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treating people equally; just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treating people equally; just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treating people equally; just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unfairness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decision upset the whole class. The school fete was a lively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affair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games and stalls. The minister is in charge of foreign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affairs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country.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affair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affairs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treating people equally; just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treating people equally; just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treating people equally; just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treating people equally; just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treating people equally; just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treating people equally; just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treating people equally; just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treating people equally; just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affair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treating people equally; just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affair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treating people equally; just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treating people equally; just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affair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treating people equally; just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treating people equally; just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affair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treating people equally; just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ff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treating people equally; just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affairs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treating people equally; just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affairs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treating people equally; just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treating people equally; just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affairs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treating people equally; just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treating people equally; just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affairs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treating people equally; just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ff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treating people equally; just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treating people equally; just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fairs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fairer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fairly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fairest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'fair' — 3-Day Teaching Deck</dc:title>
  <dc:subject>PptxGenJS Presentation</dc:subject>
  <dc:creator>Word Labs</dc:creator>
  <cp:lastModifiedBy>Word Labs</cp:lastModifiedBy>
  <cp:revision>1</cp:revision>
  <dcterms:created xsi:type="dcterms:W3CDTF">2026-07-07T10:22:40Z</dcterms:created>
  <dcterms:modified xsi:type="dcterms:W3CDTF">2026-07-07T10:22:40Z</dcterms:modified>
</cp:coreProperties>
</file>