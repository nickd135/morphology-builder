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'fair'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"just, equal, or pleasing"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fair (Old English: fæger)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'fair' — just, equal, or pleasing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'fair' means 'just, equal, or pleasing'.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'fair'.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'fair'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'fair'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'fair' means 'just, equal, or pleasing'.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'fair'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'fair'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'unfair' contains the prefix 'un-' meaning 'not'.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'fair' comes from a Greek word meaning 'light'.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'fair' makes the noun 'fairness'.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'fairly' means doing something in a just and equal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'fairground' means a place where animals are judged.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'fair'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just, equal, or pleasing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fair (Old English: fæger)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'fair'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-ground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everyone equally and with respect.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treating people equally and without favouritism.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just and equal to everyone.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beautiful or most just of 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outdoor area where fairs with rides and games are held.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equal or more just than something else.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treating everyone equally; one-sided or unjust.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'fair'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'fair'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made sure the game rules were fair so that every student had an equal chance of winning.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thought it was unfair that her brother got a bigger slice of cake than she did.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judge decided fairly, making sure both sides of the argument were carefully heard.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fairground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closed before we had a chance to go on the rides!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or area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competition was questioned when the judges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unfairly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scored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fairly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talented younger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or equal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'fair' = just, equal, or pleasing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'fair'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-ground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fairground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'fair' — 3-Day Teaching Deck</dc:title>
  <dc:subject>PptxGenJS Presentation</dc:subject>
  <dc:creator>Word Labs</dc:creator>
  <cp:lastModifiedBy>Word Labs</cp:lastModifiedBy>
  <cp:revision>1</cp:revision>
  <dcterms:created xsi:type="dcterms:W3CDTF">2026-04-03T03:23:29Z</dcterms:created>
  <dcterms:modified xsi:type="dcterms:W3CDTF">2026-04-03T03:23:29Z</dcterms:modified>
</cp:coreProperties>
</file>