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'fair'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'fairness' really means 'the quality of treating people justly and equally'.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Sam thought it was unfair that his big sister got to stay up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'fair'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"treating people equally; just"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'fair'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'fair' — treating people equally; just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'fair' = treating people equally; just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'fair' means 'treating people equally; just'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'fair'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'fair'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'fair'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'fair' = treating people equally; just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'fair' means 'treating people equally; just'. You can find it in 'fairer'.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'unfair',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'fairer', '-er' means 'more'.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'fair' = treating people equally; just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'fair' means 'treating people equally; just'.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'fairly' means 'in a fair way, treating everyone the same'.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'fairness' means 'more just or more reasonable than something else'.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'fairer' means 'more just or more reasonable than something else'.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'fair' = treating people equally; just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'fair' means 'treating people equally; just'.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'fairly' means 'in a fair way, treating everyone the same'.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'fairness' means 'more just or more reasonable than something else'.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'fairer' means 'more just or more reasonable than something else'.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'fair'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'fair' = treating people equally; just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treating people equally; just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fairness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'fair'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'fair' = treating people equally; just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886200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'fair' = treating people equally; just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more just or more reasonable than something else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just and reasonable in treatment of everyone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quality of treating people justly and equally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in a fair way, treating everyone the same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'fair' = treating people equally; just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just and reasonable in treatment of everyone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more just or more reasonable than something else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in a fair way, treating everyone the same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quality of treating people justly and equally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'fair'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'fair' = treating people equally; just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'fair'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made sure the game was fair for everyone.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new rule is fairer than the old one.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teacher shared out the jobs fairly so everyone had a turn.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'fair' = treating people equally; just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'fair' = treating people equally; just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thought it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unfair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his big sister got to stay up later.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'fair' = treating people equally; just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'fair' = treating people equally; just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people equally; just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'fair' = treating people equally; just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people equally; just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'fair' = treating people equally; just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people equally; just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'fair' = treating people equally; just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'fair'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'fair' = treating people equally; just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unfairness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18304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'fair'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