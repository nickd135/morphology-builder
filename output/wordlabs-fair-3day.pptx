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'fair'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"just, equal, or pleasing"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fair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'fair' — just, equal, or pleasing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'fair' means 'just, equal, or pleasing'.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'fair'.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'fair'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'fair'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'fair' means 'just, equal, or pleasing'.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'fair'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'fair'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in 'unfair' means 'again'.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'-ness' to 'fair' makes the word 'fairness', meaning the quality of being just.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'fair'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'unfair' contains the root 'fair'.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'fairground' is made up of two parts: 'fair' and 'ground'.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'fair'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just, equal, or pleasing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fair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'fair'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--ground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everyone equally and in the right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treating people equally or in the right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treating people equally and without favouritism.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does not treat people equally.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equal or just than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outdoor area where a travelling fair with rides and games is held.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just and equal to everyone.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'fair'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'fair'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made sure the class rules were fair so that every student was treated equally.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felt unfair when only some students were chosen to go on the excursion.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visited the fairground on the weekend and went on the Ferris wheel three times!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acting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unfairly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would not be tolerated, because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matters to everyone in our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everyone agreed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system of choosing teams made the competition more enjoyable;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outcome pleased the whole group.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equal; also a travelling event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or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equal; also a travelling event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or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equal; also a travelling event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or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--ground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'fair' — 3-Day Teaching Deck</dc:title>
  <dc:subject>PptxGenJS Presentation</dc:subject>
  <dc:creator>Word Labs</dc:creator>
  <cp:lastModifiedBy>Word Labs</cp:lastModifiedBy>
  <cp:revision>1</cp:revision>
  <dcterms:created xsi:type="dcterms:W3CDTF">2026-04-10T00:48:03Z</dcterms:created>
  <dcterms:modified xsi:type="dcterms:W3CDTF">2026-04-10T00:48:03Z</dcterms:modified>
</cp:coreProperties>
</file>