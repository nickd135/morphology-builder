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'quick'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'quicken' really means 'to become or make something faster'.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packed up quickly when the storm clouds rolled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'quick'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"moving fast; done in a short time"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'quick'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'quick' — moving fast; done in a short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'quick' means 'moving fast; done in a short time'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'quick'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'quick'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'quick'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'quick' means 'moving fast; done in a short time'. You can find it in 'quicken'.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'quicker',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'quickness',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'quick' means 'moving fast; done in a short time'.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'quicker' means 'faster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'quicken' means 'the quality of being fast'.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'quickness' means 'the quality of being fast'.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'quick' means 'moving fast; done in a short time'.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'quicker' means 'faster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'quicken' means 'the quality of being fast'.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'quickness' means 'the quality of being fast'.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'quick'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fast; done in a short 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'quick'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fast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faster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moving or happening fast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become or make something faster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moving or happening fast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become or make something faster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faster than something else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fast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'quick'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'quick'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gave a quick answer to the question.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heartbeat began to quicken as she ran.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route is quicker than the one we took yesterday.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packed up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storm clouds rolled 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fast; done in a short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fast; done in a short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fast; done in a short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'quick'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'quick' = moving fast; done in a short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'quick'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