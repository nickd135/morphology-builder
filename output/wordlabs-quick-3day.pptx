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'quick'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"fast, speedy, done rapidly"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vivus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'quick' — fast, speedy, done rapidly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'quick' means 'fast, speedy, done rapidly'.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'quick'.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'quick'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'quick'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'quick' means 'fast, speedy, done rapidly'.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'quick'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'quick'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'quicken' means to make something go faster.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'-ness' to 'quick' makes the word 'quickness', which is a noun.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'quickly' is made by adding the suffix '-ly' to 'quick'.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morpheme 'quick' means slow and careful.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'quickest' means slightly faster than usual.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'quick'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fast, speedy, done rapidly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vivus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quickest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quickness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quicksand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quick-witted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'quick'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Wet, loose sand that can suck things down if they stand on it.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a fast way, without taking much time.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think of clever answers or ideas very fast.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fast of all — faster than everything else.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quickness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go faster or speed up.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quicksand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fast or speedy.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quick-witted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fast than something else.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'quick'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'quick'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ran quickly to the classroom so she would not be late for the lesson.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firefighters needed to quicken their pace when they heard the alarm ringing.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the students in the race, Maya was the quickest runner on the oval.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quickest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route through the bush was chosen because we needed to move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quickly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the storm arrived.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speedy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speedy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speedy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/kw/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speedy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speedy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speedy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4277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/kw/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quickness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quick-witted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boy found a solution, and his ability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quicken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his thinking impressed everyone.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quick-witted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speedy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speedy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speedy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/kw/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quick-witted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quick-witted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speedy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clever thought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quick-witted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speedy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clever thought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quick-wit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quick-witted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speedy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clever thought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quick-wit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513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/kw/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403397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speedy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speedy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speedy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4277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/kw/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done rapidly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quickest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quickness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quicksand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quick-witted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quicksilver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'quick' — 3-Day Teaching Deck</dc:title>
  <dc:subject>PptxGenJS Presentation</dc:subject>
  <dc:creator>Word Labs</dc:creator>
  <cp:lastModifiedBy>Word Labs</cp:lastModifiedBy>
  <cp:revision>1</cp:revision>
  <dcterms:created xsi:type="dcterms:W3CDTF">2026-04-10T00:50:10Z</dcterms:created>
  <dcterms:modified xsi:type="dcterms:W3CDTF">2026-04-10T00:50:10Z</dcterms:modified>
</cp:coreProperties>
</file>