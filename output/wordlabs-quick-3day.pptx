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'quick'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"fast, speedy, swift"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cwic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'quick' — fast, speedy, swift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'quick' means 'fast, speedy, swift'.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'quick'.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'quick'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'quick'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'quick' means 'fast, speedy, swift'.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'quick'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'quick'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'quickly' is made by adding the suffix '-ly' to the root 'quick'.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'quick'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'quicken' means to make something go faster.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'-ness' to 'quick' gives us the word 'quickness', which is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'quicker' means the same as 'quickest'.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'quick'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fast, speedy, swift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cwic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quicksand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'quick'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wet, loose sand that can swallow things that step on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fast way, without wasting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think of clever ideas or answers very fast.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fast than something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fast of all — faster than everything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quicksand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go faster or speed up.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fast or speedy.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'quick'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'quick'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ran quickly to the other end of the oval before the bell rang.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quickness of the magician's hands made it impossible to see how the trick worked.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quicken our pace so we could finish the activity before lunch.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finished her work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surprised the whole class!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runner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pace, and she finished more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anyone expected!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speedy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'quick' = fast, speedy, swift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'quick'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quicken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quicksand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quick-witted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quickfire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'quick' — 3-Day Teaching Deck</dc:title>
  <dc:subject>PptxGenJS Presentation</dc:subject>
  <dc:creator>Word Labs</dc:creator>
  <cp:lastModifiedBy>Word Labs</cp:lastModifiedBy>
  <cp:revision>1</cp:revision>
  <dcterms:created xsi:type="dcterms:W3CDTF">2026-04-03T03:25:34Z</dcterms:created>
  <dcterms:modified xsi:type="dcterms:W3CDTF">2026-04-03T03:25:34Z</dcterms:modified>
</cp:coreProperties>
</file>