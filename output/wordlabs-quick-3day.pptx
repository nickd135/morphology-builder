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'quick'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"moving fast; done in a short time"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'quick' — moving fast; done in a short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'quick' means 'moving fast; done in a short time'.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'quick'.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'quick'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'quick'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'quick' means 'moving fast; done in a short time'.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'quick'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'quick'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'quick' means 'moving fast; done in a short time'.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'quick' means 'moving or happening fast'.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'quick' means 'very quiet and still'.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'quicken' means 'to make something quieter'.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'quicken' means 'to become or make something faster'.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'quick'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 fast; done in a short time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'quick'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27355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7355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1696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5811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811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something else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happening fast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or make something faster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'quick'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'quick'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gave a quick answer to the question.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heartbeat began to quicken as she ran.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route is quicker than the one we took yesterday.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finished his homework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 is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runner in our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pace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 race neared its end. The cat's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it catch the mouse.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pace of the drums made everyone excited.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fast; done in a short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moving fast; done in a short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'quick'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