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'pens'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"weigh; think"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'pens' — weigh; think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'pens' means 'weigh; think'.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'pens'.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'pens'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'pens'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'pens' means 'weigh; think'.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'pens'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'pens'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'pension' means 'a regular payment made to someone after they retire from work'.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'expenses' means 'feelings of happiness after good news'.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'pension' means 'a large decorated tent'.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'pens' means 'weigh; think'.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'expenses' means 'amounts of money spent on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'pens'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weigh; think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'pens'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65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508760" y="46360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508760" y="4636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487168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834640" y="46360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834640" y="46360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105656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453128" y="46360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453128" y="4636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77256" y="4636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888736" y="4636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88736" y="4636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payments made to people after they retire from 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of money spent on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payment made to someone after they retire from work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or container that gives out a fixed amount of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'pens'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'pens'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Grandad receives a pension every month now that he has retired.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covered all the expenses for the trip.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workers pay into their pensions throughout their careers.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new phone looks 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company agreed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compensate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workers for the delay.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pharmacist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dispensing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medicine to the waiting patients. The airline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compensated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passengers for the cancelled flight. The family received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the flood damaged their home.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think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'pens' = weigh; think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'pens'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'pens'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