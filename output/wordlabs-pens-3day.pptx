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'pens'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hang, weigh, pay"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pendere/pensare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'pens' — to hang, weigh, pay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'pens' means 'to hang, weigh, pay'.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'pens'.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'pens'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'pens'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'pens' means 'to hang, weigh, pay'.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'pens'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'pens'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'pens' comes from Latin and relates to the idea of weighing or paying.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'expensive' means something that is very easy to find.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dispensary is a place where medicines are given out to people.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'com' in 'compensate' means 'together' or 'with'.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'pens' comes from Greek and means 'to write'.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'pens'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hang, weigh, pay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pendere/pensare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'pens'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costs a lot of money to buy.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 something up, or to stop something for a period of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 for something bad by giving something good in return.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given to make up for a loss or harm.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medicines are prepared and given out to people.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paid regularly to someone who has stopped working because they are old.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out or hand out something, like medicine or supplies.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'pens'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'pens'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decided to suspend the excursion because of the heavy rain forecast for that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said the new gaming console was far too expensive for a birthday present this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pharmacist worked in the dispensary carefully measuring out each patient's medicine.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repairs were meant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compensate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family for all the damage done to their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suspend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costly project; she hoped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recompense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workers with extra pay,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kept rising.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'pens' — 3-Day Teaching Deck</dc:title>
  <dc:subject>PptxGenJS Presentation</dc:subject>
  <dc:creator>Word Labs</dc:creator>
  <cp:lastModifiedBy>Word Labs</cp:lastModifiedBy>
  <cp:revision>1</cp:revision>
  <dcterms:created xsi:type="dcterms:W3CDTF">2026-03-25T03:49:16Z</dcterms:created>
  <dcterms:modified xsi:type="dcterms:W3CDTF">2026-03-25T03:49:16Z</dcterms:modified>
</cp:coreProperties>
</file>