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'pens'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hang, weigh, pay"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pendere/pensare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'pens' — to hang, weigh, pay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'pens' means 'to hang, weigh, pay'.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'pens'.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'pens'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'pens'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'pens' means 'to hang, weigh, pay'.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'pens'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'pens'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'com' in 'compensate' means 'together' or 'with'.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'suspense' has nothing to do with the root 'pens'.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'pens' only ever appears at the start of a word.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'pens' comes from a Latin word meaning to hang, weigh, or pay.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dispensary is a place where medicines are given out.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'pens'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hang, weigh, pay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pendere/pensare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compensate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dispense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expensive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suspense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recompense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dispensary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'pens'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-ary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compensate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compensate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costs a lot of money to buy.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dispense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regular payment given to someone who has stopped working because they are old.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expensive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up for something bad by giving something good in return.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suspense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pay someone back or reward them for their effort or loss.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where medicines are prepared and given out to people.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recompense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excitement and uncertainty while waiting to find out what happens.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dispensary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out or distribute something, like medicine from a machine.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'pens'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'pens'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 had to compensate the customer after selling her a broken toy.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was so much suspense in the story that nobody wanted to stop reading.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nurse went to the dispensary to collect the correct medicine for the patient.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visited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dispensary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explained how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expensive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treatment would help.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dispensary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expensive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dispensary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dispensary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hang, weigh, pay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connected with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dispensary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hang, weigh, pay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connected with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dispensary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hang, weigh, pay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connected with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expensive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expensive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hang, weigh, pay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expensive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hang, weigh, pay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expensive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hang, weigh, pay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received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compensation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her loss;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recompense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helped her feel better,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suspense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finally ended.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compensation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recompense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suspense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compensation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compensation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hang, weigh, pay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→ /sh/ before on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compensation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hang, weigh, pay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→ /sh/ before on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compensation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hang, weigh, pay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→ /sh/ before on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6703799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recompense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recompense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hang, weigh, pay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recompense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hang, weigh, pay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recompense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hang, weigh, pay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suspense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suspense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up from below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→ sus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hang, weigh, pay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suspense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up from below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→ sus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hang, weigh, pay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suspense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up from below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→ sus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hang, weigh, pay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'pens' = to hang, weigh, pay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'pens'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-ary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compensate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dispense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expensive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suspense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pension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recompense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dispensary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compensation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'pens' — 3-Day Teaching Deck</dc:title>
  <dc:subject>PptxGenJS Presentation</dc:subject>
  <dc:creator>Word Labs</dc:creator>
  <cp:lastModifiedBy>Word Labs</cp:lastModifiedBy>
  <cp:revision>1</cp:revision>
  <dcterms:created xsi:type="dcterms:W3CDTF">2026-04-09T22:40:17Z</dcterms:created>
  <dcterms:modified xsi:type="dcterms:W3CDTF">2026-04-09T22:40:17Z</dcterms:modified>
</cp:coreProperties>
</file>