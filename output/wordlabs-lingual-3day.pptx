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'lingual'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"relating to tongue or language"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lingua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'lingual' — relating to tongue or language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'lingual' means 'relating to tongue or language'.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'lingual'.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'lingual'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'lingual'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'lingual' means 'relating to tongue or language'.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'lingual'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'lingual'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'lingual' has nothing to do with language or the tongue.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root 'lingual' comes from the Latin word for tongue.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'bilingual' contains the root 'lingual'.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monolingual person can speak three or more languages.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Someone who is multilingual can communicate in many languages.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'lingual'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relating to tongue or language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lingua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sublingual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bilingualism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'lingual'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68249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4165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764024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64024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60136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071616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71616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speak two languages fluently.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involves many languages.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able to speak one language.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or happening under the tongue.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sublingual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speak three languages fluently.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bilingualism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use two languages equally well.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speak many different languages.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'lingual'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'lingual'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is bilingual because she speaks both English and Spanish at home.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has several multilingual students who can speak more than two languages.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placed the tablet sublingual, which means it dissolves under the tongue.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she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Sara can help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monolingual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grandmother understand the English signs.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trilingual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guide spoke English, French, and Japanese;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multilingualism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amazed the tourists, who wished they could speak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multilingualism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multilingualism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multilingualism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practice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multilingualism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practice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multilingualism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practice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3158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3158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19764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19764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886369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6369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352974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52974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19579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19579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86185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86185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2790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2790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9395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9395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686000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86000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52606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52606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19211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9211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085816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85816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552421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52421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019027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19027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or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89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89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55415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5415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57933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7933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60451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60451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62969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2969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6548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548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6800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800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052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7052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73042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73042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75560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5560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78078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8078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8059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059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8311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311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'lingual' = relating to tongue or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'lingual'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monolingual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trilingual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sublingual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bilingualism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multilingually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'lingual' — 3-Day Teaching Deck</dc:title>
  <dc:subject>PptxGenJS Presentation</dc:subject>
  <dc:creator>Word Labs</dc:creator>
  <cp:lastModifiedBy>Word Labs</cp:lastModifiedBy>
  <cp:revision>1</cp:revision>
  <dcterms:created xsi:type="dcterms:W3CDTF">2026-07-03T09:15:14Z</dcterms:created>
  <dcterms:modified xsi:type="dcterms:W3CDTF">2026-07-03T09:15:14Z</dcterms:modified>
</cp:coreProperties>
</file>