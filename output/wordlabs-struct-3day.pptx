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'struct'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build or arrange"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struere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'struct' — to build or arrange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'struct' means 'to build or arrange'.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'struct'.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'struct'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'struct'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'struct' means 'to build or arrange'.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'struct'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'struct'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'struct' comes from a Latin word meaning to build.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'instruct' means to knock something down.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'construction' contains the root 'struct'.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're' in 'reconstruct' means again or back.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'struct' is found in the word 'struggle'.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'struct'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build or arrange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struere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'struct'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6986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8134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8134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is completely broken down or ruined.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set of steps or directions that tell you how to do something.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something is built or organised, like the frame of a building.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building something, like a new school or bridge.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teach or show someone how to do something.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or put something together, like building a model or a house.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break something apart or cause it to be destroyed.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'struct'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'struct'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builders will construct a new library at our school next year.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gave us clear instructions on how to complete the science experiment.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structure in the park was carefully rebuilt after the storm damaged it.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will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construct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model bridge, following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sheet carefully.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or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or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or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or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27355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or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or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27355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51330" y="4096512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951330" y="4096512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677363" y="4096512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77363" y="4096512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403397" y="4096512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03397" y="4096512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129430" y="4096512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129430" y="4096512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855464" y="4096512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55464" y="4096512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581498" y="4096512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581498" y="4096512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307531" y="4096512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307531" y="4096512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033565" y="4096512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033565" y="4096512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759598" y="4096512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759598" y="4096512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or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or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or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or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27355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27355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or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or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27355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27355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096512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096512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096512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096512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096512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096512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096512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096512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096512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096512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096512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096512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096512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096512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096512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096512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096512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096512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destruction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old hall was sad, but we plan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 and the new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will be amazing!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or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or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or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or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27355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27355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or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or arrange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27355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27355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096512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096512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096512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096512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096512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096512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096512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096512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096512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096512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096512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096512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096512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096512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096512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096512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096512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096512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or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or arrange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or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or arrange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27355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27355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or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or arrange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27355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27355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2244" y="409651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2244" y="409651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546188" y="409651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6188" y="409651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140133" y="409651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140133" y="409651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734077" y="409651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734077" y="409651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328021" y="409651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28021" y="409651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921966" y="409651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21966" y="409651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515910" y="409651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15910" y="409651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109855" y="409651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09855" y="409651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703799" y="409651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03799" y="409651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297743" y="409651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297743" y="409651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891688" y="4096512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891688" y="4096512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or arrange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or 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18211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or arrange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or 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27355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0507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or arrange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347472"/>
          </a:xfrm>
          <a:prstGeom prst="rect">
            <a:avLst>
              <a:gd name="adj" fmla="val 21053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6243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or 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18211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18211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18211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27355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27355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27355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0507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0507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0507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096512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09651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'struct' = to build or arrange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'struct'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instruction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construction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destruction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reconstruct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'struct' — 3-Day Teaching Deck</dc:title>
  <dc:subject>PptxGenJS Presentation</dc:subject>
  <dc:creator>Word Labs</dc:creator>
  <cp:lastModifiedBy>Word Labs</cp:lastModifiedBy>
  <cp:revision>1</cp:revision>
  <dcterms:created xsi:type="dcterms:W3CDTF">2026-03-24T22:11:32Z</dcterms:created>
  <dcterms:modified xsi:type="dcterms:W3CDTF">2026-03-24T22:11:32Z</dcterms:modified>
</cp:coreProperties>
</file>