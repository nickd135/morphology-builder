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'struct'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build or arrange"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struere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'struct' — to build or arrange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'struct' means 'to build or arrange'.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'struct'.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'struct'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'struct'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'struct' means 'to build or arrange'.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'struct'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'struct'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'struct' comes from a Latin word meaning to build.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'instruct' means to knock something down.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'obstruct' contains the root 'struct'.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structure is something that has been built or arranged in a particular way.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'struct' originally came from Greek.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'struct'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build or arrange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struere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'struct'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something again after it has been damaged or taken apart.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 of steps or directions that tell you how to do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breaking something down or ruining it completely.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block something or get in the way so it cannot move freely.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give someone directions on how to do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put something together, like a model or a building.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something is built or organised, like the frame of a house.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'struct'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'struct'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 had to construct a new bridge across the river after the old one was damaged.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will instruct us on how to complete the science experiment safely.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fallen tree began to obstruct the path through the national park.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builder used careful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construct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new school hall.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destruction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hall, they needed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using a solid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constructor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'struct' — 3-Day Teaching Deck</dc:title>
  <dc:subject>PptxGenJS Presentation</dc:subject>
  <dc:creator>Word Labs</dc:creator>
  <cp:lastModifiedBy>Word Labs</cp:lastModifiedBy>
  <cp:revision>1</cp:revision>
  <dcterms:created xsi:type="dcterms:W3CDTF">2026-03-25T02:19:32Z</dcterms:created>
  <dcterms:modified xsi:type="dcterms:W3CDTF">2026-03-25T02:19:32Z</dcterms:modified>
</cp:coreProperties>
</file>