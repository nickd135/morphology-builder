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'restructure' really means 'to organise or arrange something in a new way'.
'constructive' really means 'helpful and useful, especially feedback that helps you improve'.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climbing instructor checked the wall for structural damage before anyone went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the destructive cyclone, the town worked constructively on the reconstruction of the surf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'struct'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'struct' —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'struct' means 'build'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'struct'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'struct'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'struct'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'struct' means 'build'. You can find it in 'instruct'.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'instruct', 'in-' means 'in; into'.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'structure', '-ure' means 'result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'struct' means 'build'.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'destruction' means 'the act of destroying something completely'.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'restructure' means 'to tell someone clearly how to do something or what to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'instruct' means 'to tell someone clearly how to do something or what to do'.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'constructive' means 'the way parts of something are arranged and built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'struct' means 'build'.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'destruction' means 'the act of destroying something completely'.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'restructure' means 'to tell someone clearly how to do something or what to do'.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'instruct' means 'to tell someone clearly how to do something or what to do'.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'constructive' means 'the way parts of something are arranged and built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'struct'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'struct'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523744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523744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70332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995928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995928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helpful and useful, especially feedback that helps you improve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tell someone clearly how to do something or what to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way parts of something are arranged and built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destroying something completely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organise or arrange something in a new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tell someone clearly how to do something or what to 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way parts of something are arranged and built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destroying something completely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organise or arrange something in a new 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helpful and useful, especially feedback that helps you improve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'struct'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'struct'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will instruct the players on the new tactics before the game.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bridge is an impressive structure made of iron and stone.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storm left a trail of destruction through the town.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climbing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checked the wall for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damage before anyone went up.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cyclone, the town worked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surf club.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instructional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542032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18304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18304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894576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constructively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'struct'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