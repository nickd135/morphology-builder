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'struct' —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'struct' means 'build'.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'struct' means 'build'.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'instructed' means 'hid something so nobody could find 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'instructed' means 'told someone clearly how to do something or what to do'.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'instruct' means 'to hide something so nobody can find it'.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'struct' means 'build'.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'instruct' means 'to tell someone clearly how to do something or what to do'.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706624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706624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7024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61772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61772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64184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05332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someone clearly how to do something or what to 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people a skill, especially a practical 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destroying something completely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clearly how to do something or what to do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will instruct the players on the new tactics before the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instructed the students to line up quietly.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swimming instructor showed the children how to kick their legs.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before you switch on the machine. The ski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beginners stand up on their skis.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to build the model correctly. The gym has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video showing how to use each machine safely. The hurricane was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whole streets were flattened.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