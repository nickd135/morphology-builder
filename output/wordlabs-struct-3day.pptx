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'struct'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build or arrange"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struere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'struct' — to build or arrange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'struct' means 'to build or arrange'.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'struct'.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'struct'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'struct'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'struct' means 'to build or arrange'.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'struct'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'struct'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'struct' comes from a Latin word meaning to build.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'obstruct' means to help people move forward easily.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instructor is a person who teaches or shows others how to do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'destruction' means to carefully build something new.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'de' in 'destruction' means to undo or take apart.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'struct'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build or arrange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struere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'struct'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teaches or shows others how to do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or putting something back together after it has been damaged.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is built or organised, like the frame of a building.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block something so that people or things cannot get through.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that tell you how to do something step by step.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put something together, like building a model or a house.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completely broken apart or ruined.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'struct'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'struct'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given clear instructions before starting the science experiment.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rain caused the destruction of the sandcastles on the beach.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designed a strong structure that could survive an earthquake.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swimming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feedback to help the young athletes improve their technique.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or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or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or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891688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bridge, workers began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 stronger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or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or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or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3158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3158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1976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1976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88636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88636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35297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5297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81957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1957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28618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8618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75279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5279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21939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1939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68600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68600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15260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5260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61921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1921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08581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8581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55242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55242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019027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019027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'struct' — 3-Day Teaching Deck</dc:title>
  <dc:subject>PptxGenJS Presentation</dc:subject>
  <dc:creator>Word Labs</dc:creator>
  <cp:lastModifiedBy>Word Labs</cp:lastModifiedBy>
  <cp:revision>1</cp:revision>
  <dcterms:created xsi:type="dcterms:W3CDTF">2026-04-09T22:35:23Z</dcterms:created>
  <dcterms:modified xsi:type="dcterms:W3CDTF">2026-04-09T22:35:23Z</dcterms:modified>
</cp:coreProperties>
</file>