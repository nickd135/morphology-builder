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build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'struct' — to build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'struct' means 'to build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'struct' means 'to build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'struct' comes from a Latin word meaning to build.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'instruct' means to tear something down.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structure is something that has been built or arranged in a particular way.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'reconstruct' contains the prefix 're-', meaning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'struct' is found in the word 'street' because streets are long.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build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destroyed.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teaches or shows others how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give directions to someone about how to do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block something or get in the way so it cannot move freely.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apart or destroy something that has been built.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together, like a model or a building.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built or organised, like the framework of a building.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engineers worked hard to construct a new bridge over the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will instruct us on how to complete the science experiment safely.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fallen tree began to obstruct the path through the national park.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model of the solar system.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18795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18795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flood, the town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bridge, and the whole community helped with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away, undo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87952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87952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before 'ion' makes a 'sh'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before 'ion' makes a 'sh'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't' before 'ion' makes a 'sh' sound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2244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46188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140133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40133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734077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734077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328021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28021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921966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21966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15910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15910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109855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09855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703799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03799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297743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97743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91688" y="418795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91688" y="418795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obstruct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'struct' — 3-Day Teaching Deck</dc:title>
  <dc:subject>PptxGenJS Presentation</dc:subject>
  <dc:creator>Word Labs</dc:creator>
  <cp:lastModifiedBy>Word Labs</cp:lastModifiedBy>
  <cp:revision>1</cp:revision>
  <dcterms:created xsi:type="dcterms:W3CDTF">2026-03-25T00:36:19Z</dcterms:created>
  <dcterms:modified xsi:type="dcterms:W3CDTF">2026-03-25T00:36:19Z</dcterms:modified>
</cp:coreProperties>
</file>