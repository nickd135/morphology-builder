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'-ness'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 or quality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-nes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'-ness' — state or quality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'-ness' means 'state or quality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'-ness'.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'-ness'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'-ness'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'-ness' means 'state or quality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'happiness', the root is the part before the suffix '-ness'.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'kindness'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'-ness' turns adjectives into nouns.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'-ness' comes from Latin.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'-ness' to 'kind' makes the word 'kindness'.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ending in '-ness' describe a state or quality.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'-ness' makes a word mean 'without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'-ness'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or quality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-nes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illness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'-ness'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'-ness'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sick-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very happy and joyful.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giving off or reflecting a lot of light.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gentle or smooth to touch.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unhappy or upset.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having no light; being dark.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of being sick or unwell.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illness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caring and generous to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'-ness'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'-ness'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kindness she showed her classmates made everyone feel welcome.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storm, a strange darkness covered the whole sky.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softness of the puppy's fur made it lovely to cuddle.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brightness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sun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stillness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lake made the morning feel magical.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strong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strong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out strong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igh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/ie/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moving or quiet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moving or quiet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moving or quiet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boldness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explorer,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darkness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cave,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calmness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her find the way out.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boldness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boldness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boldness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 and confident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boldness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 and confident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boldness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bold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 and confident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bold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peaceful and not worried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peaceful and not worried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peaceful and not worried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94220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'-ness'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'ness'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'-ness' = state or quality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'-ness'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sick-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happiness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kindness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darkness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brightness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sadness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illness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boldness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'-ness' — 3-Day Teaching Deck</dc:title>
  <dc:subject>PptxGenJS Presentation</dc:subject>
  <dc:creator>Word Labs</dc:creator>
  <cp:lastModifiedBy>Word Labs</cp:lastModifiedBy>
  <cp:revision>1</cp:revision>
  <dcterms:created xsi:type="dcterms:W3CDTF">2026-03-26T07:43:20Z</dcterms:created>
  <dcterms:modified xsi:type="dcterms:W3CDTF">2026-03-26T07:43:20Z</dcterms:modified>
</cp:coreProperties>
</file>