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'weakness' really means 'a lack of strength, or a fault or flaw in someone or something'.
'kindness' really means 'the quality of being caring and gentle towards others'.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Sam spoke up about the unfairness of the game, and the teacher praised his helpfulness in fixing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Mia's unhappiness at her new school came from the unfriendliness of some classmates, not from any carelessness of her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'-ness'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"state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'-ness' — state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'-ness' means 'state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'-ness'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'-ness'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'-ness'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'-ness' means 'state of'. In 'sadness', it is added to 'sad'.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'sadness', the base is 'sad' (unhappy; feeling sorrow).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'unfairness', 'un-' means 'not'.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'-ness' means 'state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'sadness' means 'the feeling of being unhappy'.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'weakness' means 'the absence of light'.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'hardness' means 'the quality of being firm, stiff, or difficult'.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'kindness' means 'the quality of being soft'.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'-ness' means 'state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'sadness' means 'the feeling of being unhappy'.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'weakness' means 'the absence of light'.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'hardness' means 'the quality of being firm, stiff, or difficult'.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'kindness' means 'the quality of being soft'.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'-ness'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hardness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kindness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softness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'-ness'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being caring and gentle towards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feeling of being unhappy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absence of light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new, clean, or lively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quality of being firm, stiff, or difficult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the quality of being soft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lack of strength, or a fault or flaw in someone 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feeling of being unhappy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absence of light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quality of being firm, stiff, or difficult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caring and gentle towards others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quality of being soft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lack of strength, or a fault or flaw in someone or something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the quality of being new, clean, or lively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'-ness'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'-ness'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of sadness came over her when she said goodbye.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cut left the whole street in darkness.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hardness of the rock made it difficult to carve.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spoke up about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unfairness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game, and the teacher praised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helpfulness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fixing the rules.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unhappiness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her new school came from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unfriendliness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some classmates, not from any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carelessness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her own.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unfriendliness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'-ness'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'-ness'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friendliness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happiness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unkindness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unfairness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unhappiness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'-ness'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