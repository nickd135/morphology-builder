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'-ness'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 or quality of being"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-nes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'-ness' — state or quality of being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'-ness' means 'state or quality of being'.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'-ness'.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'-ness'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'-ness'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'-ness' means 'state or quality of being'.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'kindness', the root is the part before the suffix '-ness'.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'darkness'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'-ness' can turn adjectives into nouns.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'-ness' changes the meaning of a word to mean 'without'.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'darkness' contains the suffix '-ness'.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'-ness' to a word always makes it a verb.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'Ness' comes from Old English.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'-ness'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or quality of being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-nes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sickness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loudness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'-ness'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'-ness'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sick-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sick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friendly, generous, and caring towards others.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 of being unwell or ill.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feeling unhappy or sorrowful.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gentle or easy to touch.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sickness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very glad or joyful.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making a lot of noise or sound.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loudness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having no light or very little light.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'-ness'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'-ness'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kindness of the teacher made all the students feel welcome on their first 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great stillness fell over the classroom as everyone concentrated on the test.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darkness of the cave made it hard to see without a torch.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softness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puppy's fur and its general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loudness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it a funny pet.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 lot of 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 lot of 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 lot of 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kindness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stillness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storm helped calm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everyone felt.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moving, quiet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moving, quiet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moving, quiet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unhappy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'-ness'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 being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'-ness'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sick-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sick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sickness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loudness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'-ness' — 3-Day Teaching Deck</dc:title>
  <dc:subject>PptxGenJS Presentation</dc:subject>
  <dc:creator>Word Labs</dc:creator>
  <cp:lastModifiedBy>Word Labs</cp:lastModifiedBy>
  <cp:revision>1</cp:revision>
  <dcterms:created xsi:type="dcterms:W3CDTF">2026-04-10T01:09:03Z</dcterms:created>
  <dcterms:modified xsi:type="dcterms:W3CDTF">2026-04-10T01:09:03Z</dcterms:modified>
</cp:coreProperties>
</file>