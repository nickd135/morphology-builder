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'-ness'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"state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'-ness' — state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'-ness' means 'state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'-ness'.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'-ness'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'-ness'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'-ness' means 'state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'badness', the root is the part before the suffix '-ness'.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'sadness'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'badness' means 'a type of weather'.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'ness' means 'state of'.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'sadness' means 'the feeling of being unhappy'.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'badness' means 'the quality of being bad or wicked'.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'sadness' means 'the feeling of being extremely hungry'.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'-ness'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hardness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'-ness'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'-ness'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83464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83464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368503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403250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403250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20293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561441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1441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bad or wicked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deep; depth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absence of light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treating people justly and equally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organisation that makes or sells goods or services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firm, stiff, or difficult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hardness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being unhappy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'-ness'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'-ness'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explored the badness hidden beneath the villain's charming smile.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wave of sadness came over her when she said goodbye.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aunt runs a small business selling handmade candles.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pointed out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incorrectness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his working out.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unfriendliness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it hard for new students to feel welcome.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unfriendliness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right; accurate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right; accurate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right; accurate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unpreparedness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storm led to serious damage. I admired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directness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her feedback. He slowly regained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consciousness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fainting.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scious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scious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'-ness'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'-ness'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deepness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'-ness'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