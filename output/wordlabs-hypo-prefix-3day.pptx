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"under; below; less than normal"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'hypo-' — under; below; less than normal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'hypo-' means 'under; below; less than normal'.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'hypo-'.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'hypo-'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'hypo-'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'hypo-' means 'under; below; less than normal'.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'hypothermic', the root is the part after the prefix 'hypo-'.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'hypocrite' means 'someone who tells the truth at all times'.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'hypothermic' means 'suffering from dangerously low body temperature'.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'hypocrite' means 'someone who pretends to have beliefs or standards they do not really follow'.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'hypothermic' means 'suffering from a very high fever'.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'hypo' means 'under; below; less than normal'.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'hypo-'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under; below; less than normal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'hypo-'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thermia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thetical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allergenic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hypothermic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suffering from dangerously low body temperature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pretends to have beliefs or standards they do not really follow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'hypo-'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'hypo-'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hikers became hypothermic after being caught in the freezing storm.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is a hypocrite for telling us to share while keeping every sweet himself.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 hypodermic needle to give the injection.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hypodermic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needle to give the injection.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that the plant would grow taller in sunlight.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below; less than normal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below; less than normal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below; less than normal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underlying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put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underlying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put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underlying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put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hikers risked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a night in the freezing snow. Let us look at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hypothetical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 where the class won a million dollars. The soap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hypoallergenic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is gentle on sensitive skin.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hypothetical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hypoallergenic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(from thermos)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(from thermos)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(from thermos)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hypothetical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hypothetical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underlying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thetical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an idea or guess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hypothetical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underlying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thetical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an idea or guess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hypothetical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underlying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thetical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an idea or guess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hypoallergenic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hypoallergenic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less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allergenic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to cause an allergy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hypoallergenic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less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allergenic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to cause an allergy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hypoallergenic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less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allergenic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to cause an allergy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under; below; less than normal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thermia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thetical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allergenic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hypothermic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'hypo-' — 3-Day Teaching Deck</dc:title>
  <dc:subject>PptxGenJS Presentation</dc:subject>
  <dc:creator>Word Labs</dc:creator>
  <cp:lastModifiedBy>Word Labs</cp:lastModifiedBy>
  <cp:revision>1</cp:revision>
  <dcterms:created xsi:type="dcterms:W3CDTF">2026-07-07T10:53:35Z</dcterms:created>
  <dcterms:modified xsi:type="dcterms:W3CDTF">2026-07-07T10:53:35Z</dcterms:modified>
</cp:coreProperties>
</file>