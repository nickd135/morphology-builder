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'hypo-'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'hypothermia' really means 'a dangerous condition where the body becomes far too cold'.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teacher asked a hypothetical question: what would you do if you found a lost puppy?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'hypo-'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"under; below; less than normal"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'hypo-'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'hypo-' — under; below; less than normal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'hypo-' means 'under; below; less than normal'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'hypo-'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'hypo-'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'hypo-'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'hypo-' means 'under; below; less than normal'. In 'hypothesis', it is added to 'thesis'.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'hypothesis', the base is 'thesis' (an idea put forward).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'hypo-' means 'under; below; less than normal'.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'hypocrite' means 'someone who pretends to have beliefs or standards they do not really follow'.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'hypothermia' means 'an idea or careful guess that you test to see if it is true'.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'hypothesis' means 'an idea or careful guess that you test to see if it is true'.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'hypo-' means 'under; below; less than normal'.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'hypocrite' means 'someone who pretends to have beliefs or standards they do not really follow'.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'hypothermia' means 'an idea or careful guess that you test to see if it is true'.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'hypothesis' means 'an idea or careful guess that you test to see if it is true'.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'hypo-'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under; below; less than normal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hypocrite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hypothermia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'hypo-'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thetical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97680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hypocrite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hypocrite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dangerous condition where the body becomes far too cold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someone who pretends to have beliefs or standards they do not really follow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hypothermia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idea or careful guess that you test to see if it is true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hypocrite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someone who pretends to have beliefs or standards they do not really follow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idea or careful guess that you test to see if it is 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hypothermia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dangerous condition where the body becomes far too cold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'hypo-'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'hypo-'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a hypocrite for telling us to share while keeping every lolly himself.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 was that the plant would grow taller in sunlight.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hikers risked hypothermia after a night in the freezing snow.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asked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question: what would you do if you found a lost puppy?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underlying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 idea or guess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underlying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 idea or guess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underlying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 idea or guess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'hypo-' = under; below; less than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thetical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'hypo-'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