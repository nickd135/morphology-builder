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"under, below, less than"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'hypo-' — under, below, less than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'hypo-' means 'under, below, less than'.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'hypo-'.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'hypo-'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'hypo-'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'hypo-' means 'under, below, less than'.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'hypothermia', the root is the part after the prefix 'hypo-'.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'hypo-' comes from Greek and means under or below.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Hypothermia means having a body temperature that is too high.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hypodermic needle goes under the skin.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hypothesis is an idea you test in a science experiment.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'hypo-' means the same thing as the prefix 'hyper-'.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'hypo-'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under, below, less than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'hypo-'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-emia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glyc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level of sugar in your blood drops too low, making you feel dizzy or weak.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or guess that you test to see if it is true, often used in science experiments.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says one thing but does the opposite — they pretend to be something they are not.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blood pressure is lower than normal.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where your body temperature drops too low, making you very cold inside.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less likely to cause an allergic reaction, like certain soaps or pet breeds.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under the skin — a hypodermic needle is used to inject medicine beneath the skin.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'hypo-'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'hypo-'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wrote down her hypothesis before starting the experiment.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swimmer was treated for hypothermia after spending too long in the icy water.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 hypodermic needle to give the patient their vaccination.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occurs when the body drops below its normal temperature.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hypoglycaemia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was causing the patient's symptoms.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proposition or placing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proposition or placing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proposition or placing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sugar, sweet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aemia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 the blood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sugar, sweet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aemia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 the blood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sugar, sweet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aemia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 the blood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-emia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glyc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'hypo-' — 3-Day Teaching Deck</dc:title>
  <dc:subject>PptxGenJS Presentation</dc:subject>
  <dc:creator>Word Labs</dc:creator>
  <cp:lastModifiedBy>Word Labs</cp:lastModifiedBy>
  <cp:revision>1</cp:revision>
  <dcterms:created xsi:type="dcterms:W3CDTF">2026-04-03T03:20:12Z</dcterms:created>
  <dcterms:modified xsi:type="dcterms:W3CDTF">2026-04-03T03:20:12Z</dcterms:modified>
</cp:coreProperties>
</file>