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"under, below, less than"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hypo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'hypo-' — under, below, less than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'hypo-' means 'under, below, less than'.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'hypo-'.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'hypo-'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'hypo-'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'hypo-' means 'under, below, less than'.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'hypothermia', the root is the part after the prefix 'hypo-'.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hypothesis is a guess or prediction you make before testing an idea.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hypocrite always does exactly what they say they will do.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'hypo-' means above or over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Hypothermia happens when your body temperature falls dangerously low.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hypodermic needle goes underneath the skin.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'hypo-'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under, below, less than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hypo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hypoglycaemia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'hypo-'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glyc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says one thing but does the opposite, pretending to be something they are not.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layer of skin that sits underneath the other layers of your skin.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 where the amount of sugar in your blood drops too low, making you feel dizzy or weak.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pressure of blood moving through your body is lower than it should be.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condition where your body temperature drops too low, making you very cold inside.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hypoglycaemia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goes under the skin, like a needle used by a doctor to give you medicine.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or guess you make before doing an experiment to see if it is true.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'hypo-'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'hypo-'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started the experiment, our teacher asked us to write a hypothesis about what we thought would happen.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bushwalker was rushed to hospital suffering from hypothermia after getting lost in the cold, wet mountains overnight.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used a hypodermic needle to give the patient the medicine they needed.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science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that plants grow faster in sunlight, and the experiment proved I was right.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proposition or idea placed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proposition or idea placed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proposition or idea placed forward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poth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hiker showed signs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nurse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hypotension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hypocrite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 bad advice had made the situation worse.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or pressure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or pressure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or pressure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or decide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or decide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or decide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'hypo-'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'hypo-'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glyc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hypocrite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hypoglycaemia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hypodermic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hypotenuse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'hypo-' — 3-Day Teaching Deck</dc:title>
  <dc:subject>PptxGenJS Presentation</dc:subject>
  <dc:creator>Word Labs</dc:creator>
  <cp:lastModifiedBy>Word Labs</cp:lastModifiedBy>
  <cp:revision>1</cp:revision>
  <dcterms:created xsi:type="dcterms:W3CDTF">2026-04-10T01:05:41Z</dcterms:created>
  <dcterms:modified xsi:type="dcterms:W3CDTF">2026-04-10T01:05:41Z</dcterms:modified>
</cp:coreProperties>
</file>