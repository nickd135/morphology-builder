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'participate'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"take part"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'participate' — take part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'participate' means 'take part'.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'participate'.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'participate'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'participate'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'participate' means 'take part'.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'participate'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'participate'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'participate' means 'to take part or join in an activity with others'.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'participate' means 'take part'.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'participate' means 'to bark loudly at someone passing by'.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'participate'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take part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Core English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'participate'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508760" y="4178808"/>
            <a:ext cx="226771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1508760" y="4178808"/>
            <a:ext cx="2267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03904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51376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51376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047488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458968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458968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take part or join in an activity with others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'participate'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'participate'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students are encouraged to participate in the school sports 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participated in the charity fun run last week.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participates in the debate club every Thursday.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charity fun run last week. She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debate club every Thursday.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pates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a_e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class enjoyed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science fair.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Participation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school play is optional but encouraged. The museum offers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participatory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exhibit where visitors can touch the artefacts.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now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participatory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part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characterised by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80329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80329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2986169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064546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64546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tic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070386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148763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48763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4603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2981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2981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238821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17198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17198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323038" y="3364992"/>
            <a:ext cx="7837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401415" y="3364992"/>
            <a:ext cx="100584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01415" y="3364992"/>
            <a:ext cx="1005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596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596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9701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9701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04143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04143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585855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585855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13027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3027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7469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7469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21911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21911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763534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3534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30795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795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85237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85237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396793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396793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941212" y="4169664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941212" y="4169664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'participate' = take 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'participate'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participate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'participate' — 3-Day Teaching Deck</dc:title>
  <dc:subject>PptxGenJS Presentation</dc:subject>
  <dc:creator>Word Labs</dc:creator>
  <cp:lastModifiedBy>Word Labs</cp:lastModifiedBy>
  <cp:revision>1</cp:revision>
  <dcterms:created xsi:type="dcterms:W3CDTF">2026-07-07T10:24:23Z</dcterms:created>
  <dcterms:modified xsi:type="dcterms:W3CDTF">2026-07-07T10:24:23Z</dcterms:modified>
</cp:coreProperties>
</file>