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'participate'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"take part, share in"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participare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'participate' — take part, share in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'participate' means 'take part, share in'.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'participate'.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'participate'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'participate'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'participate' means 'take part, share in'.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'participate'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'participate'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participant is someone who watches but does not join 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'non-' in 'nonparticipation' means again.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'participating' contains the root 'participate'.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'-ion' to 'participate' makes the word 'participation'.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'participate' comes from Latin.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'participate'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 part, share in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participare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participants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participatory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nonparticipation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'participate'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226771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2267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0017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34924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34924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37336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78484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78484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Took part in something that already happened in the past.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person who is taking part in an activity or event.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joining in or taking part in something, like a game or class activity.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something that involves everyone joining in and taking part.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participants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not to join in or take part in something.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participatory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takes part in an activity, event, or competition.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nonparticipation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taking part in something that is happening right now.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'participate'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'participate'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was encouraged to join in the participation activities during the school carnival.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participants in the science competition worked very hard on their projects.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 Chen noticed that all the children were actively participating in the group discussion.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enthusiastic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smiled as she finished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relay race.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pant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pant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56535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middle of doing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middle of doing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middle of doing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56535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important; the students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participated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eagerly, making the event truly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participatory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participatory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328021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703799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328021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or involving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or involving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or involving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328021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'participate' = take part, share 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'participate'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participant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participants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participatory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nonparticipation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reparticipate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'participate' — 3-Day Teaching Deck</dc:title>
  <dc:subject>PptxGenJS Presentation</dc:subject>
  <dc:creator>Word Labs</dc:creator>
  <cp:lastModifiedBy>Word Labs</cp:lastModifiedBy>
  <cp:revision>1</cp:revision>
  <dcterms:created xsi:type="dcterms:W3CDTF">2026-04-09T22:06:35Z</dcterms:created>
  <dcterms:modified xsi:type="dcterms:W3CDTF">2026-04-09T22:06:35Z</dcterms:modified>
</cp:coreProperties>
</file>