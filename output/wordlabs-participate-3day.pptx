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'participate'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"take part, share 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participare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'participate' — take part, share 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'participate' means 'take part, share 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'participate'.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'participate'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'participate'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'participate' means 'take part, share 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'participate'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'participate'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'participate' comes from the Latin language.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participant is someone who watches but never joins 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'participation' contains the root 'participate'.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Participatory activities are ones where people join in and get involved.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'non' means to do something again.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'participate'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 part, share 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participare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'participate'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226771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2267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12978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7725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47725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64768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705916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5916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taking part in an activity or event.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takes part in an activity or event.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in and take part in an activity or event.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taking part in an activity or event.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involves everyone joining in.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part in something that happened in the past.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joining in and being involved in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'participate'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'participate'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is encouraged to participate in the school sports carnival this Friday.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was pleased with the high level of participation during the class discussion.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participant in the science competition received a certificate for their efforts.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the excursion a great success!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agreed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event boosted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skills, didn't they?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pants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pants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non-participant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'participate' — 3-Day Teaching Deck</dc:title>
  <dc:subject>PptxGenJS Presentation</dc:subject>
  <dc:creator>Word Labs</dc:creator>
  <cp:lastModifiedBy>Word Labs</cp:lastModifiedBy>
  <cp:revision>1</cp:revision>
  <dcterms:created xsi:type="dcterms:W3CDTF">2026-03-25T03:18:44Z</dcterms:created>
  <dcterms:modified xsi:type="dcterms:W3CDTF">2026-03-25T03:18:44Z</dcterms:modified>
</cp:coreProperties>
</file>