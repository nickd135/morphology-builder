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keep in your hands; to contain"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'hold' — to keep in your hands; to contain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'hold' means 'to keep in your hands; to contain'.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'hold' means 'to keep in your hands; to contain'.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'holds' means 'grips or keeps something in place'.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'hold' means 'to have or keep something in your hands or arms'.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'hold' means 'to keep in your hands; to contain'.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'holds' means 'throws something a long way'.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'hold' means 'to throw something far away'.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keep in your hands; to contain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06624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706624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97764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325112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325112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221224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632704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32704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or grasping something in your hands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holds or contains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property, land or investments owned by a person or company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or thing that holds or contains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or keep something in your hands or arms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grips or keeps something in place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hold my bag while I tie my shoelace.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holds the ladder steady while her dad fixes the roof.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candle holder sat neatly in the middle of the table.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incredible view from the top of the mountain! Whoever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ancient castle is amazed by its size.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is said to be in the eye of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artist wanted her painting to mean something different to different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Beholding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sunset from the cliff top left everyone speechless.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beholding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in your hands; to contain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'hold' = to keep in your hands; to contain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holders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'hold'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