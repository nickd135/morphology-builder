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'hold' has very few longer words built from it, so this deck practises adding the suffixes -s, -er and -ing to the base (Years 3–4). Only 5 words with 'hold'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made pencil holders out of old tins for Mother's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'hold'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keep in your hands; to contain"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'hold' has very few longer words built from it, so this deck practises adding the suffixes -s, -er and -ing to the base (Years 3–4). Only 5 words with 'hold'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'hold' — to keep in your hands; to contain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-er and -ing to the base 'hold'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-s means more than one, or someone does it now).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'hold'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'hold'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'hold' means 'to keep in your hands; to contain'. You can find it in 'holds'.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'holder', '-er' means 'person or thing that'.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'holds',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'holds',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'holder', the suffix '-er'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'holding',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'holders',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'holds',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'holder', the suffix '-er'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'holding',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'holders',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'hold'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keep in your hands; to contain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'hold'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keeping or grasping something in your hands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have or keep something in your hands or arms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grips or keeps something in place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or thing that holds or contains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have or keep something in your hands or arms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grips or keeps something in place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or thing that holds or contains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keeping or grasping something in your hands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'hold'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'hold'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hold my bag while I tie my shoelace.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holds the ladder steady while her dad fixes the roof.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candle holder sat neatly in the middle of the table.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made pencil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holders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of old tins for Mother's 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in your hands; to contain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in your hands; to contain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in your hands; to contain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'hold'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'hold' = to keep in your hands; to contain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'hold'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