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'hold'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grip, keep, or contain"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holdaz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'hold' — to grip, keep, or contain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'hold' means 'to grip, keep, or contain'.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'hold'.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'hold'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'hold'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'hold' means 'to grip, keep, or contain'.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'hold'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'hold'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'withhold' contains the root 'hold'.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'hold' means to push away or throw.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'behold' means to hide something from others.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'-er' to 'hold' makes the word 'holder', meaning a person who holds.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'household' is a word that contains the root 'hold'.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'hold'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grip, keep, or contain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holdaz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withhold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household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stronghold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freeholder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'hold'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-up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people who live together in one home.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see something impressive or amazing.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safe and well-protected place that is hard to attack.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withhold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something back and not give it to someone.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household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holds or keeps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stronghold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fully owns their land or property.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freeholder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or gripping something in your hands or arms.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'hold'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'hold'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goalkeeper managed to keep a strong hold on the ball during the entire match.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used a special holder to carry her water bottle on the long bushwalk.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were told to withhold their answers until everyone had finished thinking.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freeholder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withhold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documents until the meeting was over.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freeholder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withhold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freeholder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freeholder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restricted or owned by another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freeholder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restricted or owned by another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freeholder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restricted or owned by another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or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or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or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stronghold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soldiers watched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household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below,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beholding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peaceful valley at sunrise.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stronghold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household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and hard to break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and hard to break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and hard to break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building where people live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building where people live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building where people live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grip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grip, keep, or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-up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withhold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household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stronghold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freeholder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'hold' — 3-Day Teaching Deck</dc:title>
  <dc:subject>PptxGenJS Presentation</dc:subject>
  <dc:creator>Word Labs</dc:creator>
  <cp:lastModifiedBy>Word Labs</cp:lastModifiedBy>
  <cp:revision>1</cp:revision>
  <dcterms:created xsi:type="dcterms:W3CDTF">2026-07-03T09:03:17Z</dcterms:created>
  <dcterms:modified xsi:type="dcterms:W3CDTF">2026-07-03T09:03:17Z</dcterms:modified>
</cp:coreProperties>
</file>