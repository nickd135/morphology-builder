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grip, keep, or contain"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haldan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'hold' — to grip, keep, or contain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'hold' means 'to grip, keep, or contain'.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'hold' means 'to grip, keep, or contain'.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'uphold' contains the root 'hold' meaning to grip or keep.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'with' in 'withhold' means to add or give more.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'stronghold' is a place that is heavily protected and hard to capture.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'Household' refers to all the people living together in one home.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'hold' comes from the Latin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grip, keep, or contain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haldan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something in your hands or in a particular 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support a rule, decision, or belief and keep it strong.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people who live together in one home.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holds or keeps something in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and see it clearly, often something amazing.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that is very well protected and hard to attack.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something back and not give it to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knight was asked to uphold the laws of the kingdom and treat everyone fairly.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colourful folder as a holder to keep all her important papers together.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ancient stronghold stood on top of the hill and had protected the village for hundreds of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withhold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test results, but she reminded the class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honesty at all times.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stronghold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ridge,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household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was blocking the view.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firm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firm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firm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or dwelling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or dwelling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or dwelling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uphold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'hold' — 3-Day Teaching Deck</dc:title>
  <dc:subject>PptxGenJS Presentation</dc:subject>
  <dc:creator>Word Labs</dc:creator>
  <cp:lastModifiedBy>Word Labs</cp:lastModifiedBy>
  <cp:revision>1</cp:revision>
  <dcterms:created xsi:type="dcterms:W3CDTF">2026-04-03T03:25:24Z</dcterms:created>
  <dcterms:modified xsi:type="dcterms:W3CDTF">2026-04-03T03:25:24Z</dcterms:modified>
</cp:coreProperties>
</file>