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"electronic; online"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'e-' — electronic; online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'e-' means 'electronic; online'.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'e-' means 'electronic; online'.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'even', the root is the part after the prefix 'e-'.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'e' means 'electronic; online'.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'ever' means 'always without stopping'.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'even' means 'flat, level or equal; also used to add emphasis'.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'even' means 'extremely loud or noisy'.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'ever' means 'at any time'.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electronic; online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easter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7492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8640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burst out suddenly and violently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level or equal; also used to add emphasis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out or appear from somewhere hidden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force something out or push it out suddenly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spring festival, often celebrated with chocolate eggs and holidays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easter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without exception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any time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the shelf is even before you let go.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ever been to the beach at night?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had to eject from the plane before it crashed.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love all fruit,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especially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mangoes. The panel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design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report includes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each subject. The report began with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enumeration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main causes. Teachers write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end of each term.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enumeration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enumeration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enumeration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enumeration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enumeration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electronic; online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easter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