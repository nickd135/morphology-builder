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"out, away,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'e-' — out, away,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'e-' means 'out, away,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'e-' means 'out, away,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'eject', the root is the part after the prefix 'e-'.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'e-' comes from the Latin word 'ex'.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'e-' means 'inside' or 'within'.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'erupt' uses the prefix 'e-' meaning out or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'e-' can mean 'thoroughly' as well as 'out'.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'elect' has nothing to do with the prefix 'e-'.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out, away,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out suddenly, like a volcano.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throw something out forcefully.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evade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choose someone by voting.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escape or avoid something cleverly.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wear away gradually, like rocks worn down by water.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and develop slowly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out light, heat, sound, or a smell.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amazed to see lava erupt from the top of the volcano.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evade the question, but the teacher asked her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heat emit from the sun and reach us here on Earth.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watched the rocket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booster before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smoke cleared.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tide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erode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cliff, we could see the layers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new shape, and the scientist recorded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gnaw, wear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gnaw, wear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gnaw, wear away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dip,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dip,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dip,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base to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evade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erode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'e-' — 3-Day Teaching Deck</dc:title>
  <dc:subject>PptxGenJS Presentation</dc:subject>
  <dc:creator>Word Labs</dc:creator>
  <cp:lastModifiedBy>Word Labs</cp:lastModifiedBy>
  <cp:revision>1</cp:revision>
  <dcterms:created xsi:type="dcterms:W3CDTF">2026-04-10T00:57:45Z</dcterms:created>
  <dcterms:modified xsi:type="dcterms:W3CDTF">2026-04-10T00:57:45Z</dcterms:modified>
</cp:coreProperties>
</file>