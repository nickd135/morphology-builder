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'evidence' really means 'facts or signs that show something is true'.
'evident' really means 'clearly seen or understood; obvious'.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my cousins emigrate from Ireland to Australia, they will eject their favourite DVD and pack it for the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felt every emotion as the chicks began to emerge from their eggs. Later, we had to evaluate how well our incubator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"out; out of"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'e-' — out; out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'e-' means 'out; out of'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'e-' means 'out; out of'. In 'emigrate', it is added to 'migrate'.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'evident', the base is 'vid' (see).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'evident', '-ent'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'e-' means 'out; out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'erupt' means 'to burst out suddenly and violently'.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'evidence' means 'to send out light, heat, sound or gas'.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'evolved' means 'changed and developed gradually over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'evident' means 'facts or signs that show something is true'.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'e-' means 'out; out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'erupt' means 'to burst out suddenly and violently'.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'evidence' means 'to send out light, heat, sound or gas'.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'evolved' means 'changed and developed gradually over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'evident' means 'facts or signs that show something is true'.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'e-'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out; out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volv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94690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4690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burst out suddenly and violently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changed and developed gradually over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facts or signs that show something is true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send out light, heat, sound or gas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clearly seen or understood; obvious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send out light, heat, sound or gas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burst out suddenly and violently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changed and developed gradually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clearly seen or understood; obvious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facts or signs that show something is true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emit a soft glow at night.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Whales evolved from land-dwelling ancestors.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evident that she had practised hard.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my cousins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emigrate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Ireland to Australia, they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eject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their favourite DVD and pack it for the trip.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felt every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chicks began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emerge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their eggs. Later, we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well our incubator worked.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dip; to sink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dip; to sink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dip; to sink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out; out of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'e-' = out; out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'e-'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