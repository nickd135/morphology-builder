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"out, away, thoroughly"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'e-' — out, away, thoroughly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'e-' means 'out, away, thoroughly'.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'e-'.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'e-'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'e-' means 'out, away, thoroughly'.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'eject', the root is the part after the prefix 'e-'.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'e-' comes from the Latin word 'ex', meaning out or away.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'e-' means to put something back 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'erupt' uses the prefix 'e-' to mean burst out.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When you eject something, you are pushing it out.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'e-' is only found in very modern English words.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'e-'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out, away, thoroughly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evolve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erase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volve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68503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03250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03250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566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681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681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gradually change and develop over a long time.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throw something out forcefully.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rub out or remove something completely.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evolve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burst out suddenly, like a volcano throwing out lava.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choose someone for a role by voting.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important that happens, like a school carnival.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erase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out light, heat, sound, or a smell.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watched the volcano erupt and send ash high into the sky.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had to elect a new captain for the sports carnival.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butterfly will emerge from its chrysalis after several weeks.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crowd watched the rocket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eject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its booster before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emission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a bright flame.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emission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→ e before 'j'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→ e before 'j'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→ e before 'j'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→ e before 'm'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→ e before 'm'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→ e before 'm'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eruption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scientists recorded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emission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gases, and the lava began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evolve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solid rock.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emission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evolve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→ e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→ e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→ e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break, burst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→ e before 'm'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→ e before 'm'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→ e before 'm'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/shun/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→ e before 'v'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roll, turn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→ e before 'v'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roll, turn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volve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evolve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→ e before 'v'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roll, turn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volve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'e-' = out, away, thoroughly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volve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eject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erupt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evolve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elect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erase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emerge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'e-' — 3-Day Teaching Deck</dc:title>
  <dc:subject>PptxGenJS Presentation</dc:subject>
  <dc:creator>Word Labs</dc:creator>
  <cp:lastModifiedBy>Word Labs</cp:lastModifiedBy>
  <cp:revision>1</cp:revision>
  <dcterms:created xsi:type="dcterms:W3CDTF">2026-03-26T07:34:19Z</dcterms:created>
  <dcterms:modified xsi:type="dcterms:W3CDTF">2026-03-26T07:34:19Z</dcterms:modified>
</cp:coreProperties>
</file>