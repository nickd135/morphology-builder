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'construct'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"build or put together"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construere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'construct' — build or put together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'construct' means 'build or put together'.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'construct'.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'construct'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'construct'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'construct' means 'build or put together'.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'construct'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'construct'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're' before 'construct' makes a word meaning to build again.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'construct' comes from Greek and means to destroy.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'construct' comes from Latin and means to build.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'construction' has nothing to do with building.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'constructor' is someone who builds things.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'construct'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or put together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construere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deconstruct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'construct'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97510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975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7091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05663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5663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807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922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922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building something again, or recreating how an event happened.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something apart to understand how it works.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company that builds things.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deconstruct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Helpful in a useful way, like constructive feedback that helps you improve.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put something together carefully.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constructor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something again after it has been damaged or destroyed.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building something, like a house or bridge.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'construct'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'construct'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workers began to construct a brand new bridge over the river.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gave us constructive feedback to help us improve our writing.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storm, the town had to reconstruction the damaged buildings.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team worked hard,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very proud of the finished building.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+ struct blend naturally in Latin root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+ struct blend naturally in Latin root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+ struct blend naturally in Latin root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952244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109855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703799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52549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old building, the team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deconstruct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first; their work was truly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constructive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deconstruct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14013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29774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 or take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 or take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 or take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14013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29774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952596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763534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deconstruct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constructor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misconstruct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'construct' — 3-Day Teaching Deck</dc:title>
  <dc:subject>PptxGenJS Presentation</dc:subject>
  <dc:creator>Word Labs</dc:creator>
  <cp:lastModifiedBy>Word Labs</cp:lastModifiedBy>
  <cp:revision>1</cp:revision>
  <dcterms:created xsi:type="dcterms:W3CDTF">2026-04-09T21:55:35Z</dcterms:created>
  <dcterms:modified xsi:type="dcterms:W3CDTF">2026-04-09T21:55:35Z</dcterms:modified>
</cp:coreProperties>
</file>