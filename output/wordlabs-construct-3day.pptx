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Root: 'construct'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"build"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Core English root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'construct' —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'construct'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'construct' = build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root 'construct' means 'build'.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root 'construct'.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prefixes and suffixes to build and decode 'construct'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'construct'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'construct'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'construct' = build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For example, 'construct' means 'build'.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a prefix before 'construct' changes the word's meaning.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a suffix after 'construct' can make a noun or adjective.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'construct'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'construct' = build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'constructs' means 'builds or makes something (verb, present tense)'.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'construct' means 'to build or make something'.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'construct' means 'build'.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'construct' means 'to destroy something completely'.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'constructs' means 'destroys something on purpose'.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 'construct'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'construct'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'construct' = build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'construct'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build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Core English root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root: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construct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constructs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constructed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reconstruct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constructing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'construct'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'construct'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'construct' = build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'construct'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construct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-ion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-ive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-s</a:t>
            </a:r>
            <a:endParaRPr lang="en-US" sz="1300" dirty="0"/>
          </a:p>
        </p:txBody>
      </p:sp>
      <p:sp>
        <p:nvSpPr>
          <p:cNvPr id="39" name="Text 37"/>
          <p:cNvSpPr/>
          <p:nvPr/>
        </p:nvSpPr>
        <p:spPr>
          <a:xfrm>
            <a:off x="36576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0" name="Shape 38"/>
          <p:cNvSpPr/>
          <p:nvPr/>
        </p:nvSpPr>
        <p:spPr>
          <a:xfrm>
            <a:off x="1508760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1" name="Text 39"/>
          <p:cNvSpPr/>
          <p:nvPr/>
        </p:nvSpPr>
        <p:spPr>
          <a:xfrm>
            <a:off x="1508760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42" name="Text 40"/>
          <p:cNvSpPr/>
          <p:nvPr/>
        </p:nvSpPr>
        <p:spPr>
          <a:xfrm>
            <a:off x="2359152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3" name="Shape 41"/>
          <p:cNvSpPr/>
          <p:nvPr/>
        </p:nvSpPr>
        <p:spPr>
          <a:xfrm>
            <a:off x="2706624" y="4178808"/>
            <a:ext cx="1975104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4" name="Text 42"/>
          <p:cNvSpPr/>
          <p:nvPr/>
        </p:nvSpPr>
        <p:spPr>
          <a:xfrm>
            <a:off x="2706624" y="4178808"/>
            <a:ext cx="19751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'construct'</a:t>
            </a:r>
            <a:endParaRPr lang="en-US" sz="1300" dirty="0"/>
          </a:p>
        </p:txBody>
      </p:sp>
      <p:sp>
        <p:nvSpPr>
          <p:cNvPr id="45" name="Text 43"/>
          <p:cNvSpPr/>
          <p:nvPr/>
        </p:nvSpPr>
        <p:spPr>
          <a:xfrm>
            <a:off x="4709160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6" name="Shape 44"/>
          <p:cNvSpPr/>
          <p:nvPr/>
        </p:nvSpPr>
        <p:spPr>
          <a:xfrm>
            <a:off x="5056632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7" name="Text 45"/>
          <p:cNvSpPr/>
          <p:nvPr/>
        </p:nvSpPr>
        <p:spPr>
          <a:xfrm>
            <a:off x="5056632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48" name="Text 46"/>
          <p:cNvSpPr/>
          <p:nvPr/>
        </p:nvSpPr>
        <p:spPr>
          <a:xfrm>
            <a:off x="5952744" y="41788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49" name="Shape 47"/>
          <p:cNvSpPr/>
          <p:nvPr/>
        </p:nvSpPr>
        <p:spPr>
          <a:xfrm>
            <a:off x="6364224" y="41788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6364224" y="41788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construct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'construct'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'construct'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'construct' = build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construct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builds or makes something (verb, present tense)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constructs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build or put something together again after it has been damaged or taken apart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constructed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or made (past tense of construct)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reconstruct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the process of building or making something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constructing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build or make something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'construct'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'construct'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'construct' = build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'construct'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workers will construct a new bridge over the river.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engineer constructs models of bridges before building them.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new school hall was constructed last year.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'construct'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'construct' = build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'construct'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'construct' = build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council is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reconstructing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the playground after the fire. 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construction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of the new stadium took two years.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reconstructing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construction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'construct'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'construct' = build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reconstructing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'construct'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'construct' = build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reconstructing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construct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happening now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'construct'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'construct' = build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reconstructing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construct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happening now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struct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2" name="Text 4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'construct'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'construct' = build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reconstructing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construct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happening now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struct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1952897" y="4169664"/>
            <a:ext cx="451573" cy="475488"/>
          </a:xfrm>
          <a:prstGeom prst="rect">
            <a:avLst>
              <a:gd name="adj" fmla="val 8100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1952897" y="4169664"/>
            <a:ext cx="45157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2455415" y="4169664"/>
            <a:ext cx="451573" cy="475488"/>
          </a:xfrm>
          <a:prstGeom prst="rect">
            <a:avLst>
              <a:gd name="adj" fmla="val 8100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2455415" y="4169664"/>
            <a:ext cx="45157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2957933" y="4169664"/>
            <a:ext cx="451573" cy="475488"/>
          </a:xfrm>
          <a:prstGeom prst="rect">
            <a:avLst>
              <a:gd name="adj" fmla="val 8100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957933" y="4169664"/>
            <a:ext cx="45157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3460451" y="4169664"/>
            <a:ext cx="451573" cy="475488"/>
          </a:xfrm>
          <a:prstGeom prst="rect">
            <a:avLst>
              <a:gd name="adj" fmla="val 8100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3460451" y="4169664"/>
            <a:ext cx="45157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3962969" y="4169664"/>
            <a:ext cx="451573" cy="475488"/>
          </a:xfrm>
          <a:prstGeom prst="rect">
            <a:avLst>
              <a:gd name="adj" fmla="val 8100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3962969" y="4169664"/>
            <a:ext cx="45157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4465487" y="4169664"/>
            <a:ext cx="451573" cy="475488"/>
          </a:xfrm>
          <a:prstGeom prst="rect">
            <a:avLst>
              <a:gd name="adj" fmla="val 8100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4465487" y="4169664"/>
            <a:ext cx="45157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4968006" y="4169664"/>
            <a:ext cx="451573" cy="475488"/>
          </a:xfrm>
          <a:prstGeom prst="rect">
            <a:avLst>
              <a:gd name="adj" fmla="val 8100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4968006" y="4169664"/>
            <a:ext cx="45157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5470524" y="4169664"/>
            <a:ext cx="451573" cy="475488"/>
          </a:xfrm>
          <a:prstGeom prst="rect">
            <a:avLst>
              <a:gd name="adj" fmla="val 8100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5470524" y="4169664"/>
            <a:ext cx="45157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58" name="Shape 56"/>
          <p:cNvSpPr/>
          <p:nvPr/>
        </p:nvSpPr>
        <p:spPr>
          <a:xfrm>
            <a:off x="5973042" y="4169664"/>
            <a:ext cx="451573" cy="475488"/>
          </a:xfrm>
          <a:prstGeom prst="rect">
            <a:avLst>
              <a:gd name="adj" fmla="val 8100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5973042" y="4169664"/>
            <a:ext cx="45157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60" name="Shape 58"/>
          <p:cNvSpPr/>
          <p:nvPr/>
        </p:nvSpPr>
        <p:spPr>
          <a:xfrm>
            <a:off x="6475560" y="4169664"/>
            <a:ext cx="451573" cy="475488"/>
          </a:xfrm>
          <a:prstGeom prst="rect">
            <a:avLst>
              <a:gd name="adj" fmla="val 8100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6475560" y="4169664"/>
            <a:ext cx="45157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62" name="Shape 60"/>
          <p:cNvSpPr/>
          <p:nvPr/>
        </p:nvSpPr>
        <p:spPr>
          <a:xfrm>
            <a:off x="6978078" y="4169664"/>
            <a:ext cx="451573" cy="475488"/>
          </a:xfrm>
          <a:prstGeom prst="rect">
            <a:avLst>
              <a:gd name="adj" fmla="val 8100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6978078" y="4169664"/>
            <a:ext cx="45157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64" name="Shape 62"/>
          <p:cNvSpPr/>
          <p:nvPr/>
        </p:nvSpPr>
        <p:spPr>
          <a:xfrm>
            <a:off x="7480596" y="4169664"/>
            <a:ext cx="451573" cy="475488"/>
          </a:xfrm>
          <a:prstGeom prst="rect">
            <a:avLst>
              <a:gd name="adj" fmla="val 8100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7480596" y="4169664"/>
            <a:ext cx="45157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66" name="Shape 64"/>
          <p:cNvSpPr/>
          <p:nvPr/>
        </p:nvSpPr>
        <p:spPr>
          <a:xfrm>
            <a:off x="7983114" y="4169664"/>
            <a:ext cx="451573" cy="475488"/>
          </a:xfrm>
          <a:prstGeom prst="rect">
            <a:avLst>
              <a:gd name="adj" fmla="val 8100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7983114" y="4169664"/>
            <a:ext cx="45157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ng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'construct'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'construct' = build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construction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'construct'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'construct' = build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construction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construct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result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'construct'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'construct' = build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construction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construct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result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struc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'construct'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'construct' = build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construction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construct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result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struc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1952244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952244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2546188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546188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3140133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140133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3734077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734077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4328021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4328021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4921966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4921966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5515910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5515910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6109855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109855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6703799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6703799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7297743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7297743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7891688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7891688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'construct'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'construct' = build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'construct'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'construct' = build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reconstruction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of the school hall took almost a year to finish. The teacher gave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constructive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feedback on my essay. She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constructively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suggested how to improve the poster.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reconstruction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constructive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constructively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'construct'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'construct' = build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reconstruction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'construct'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'construct' = build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reconstruction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construct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result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'construct'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'construct' = build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reconstruction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construct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result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struc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2" name="Text 4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'construct'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'construct' = build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reconstruction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construct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result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struc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1952897" y="4169664"/>
            <a:ext cx="451573" cy="475488"/>
          </a:xfrm>
          <a:prstGeom prst="rect">
            <a:avLst>
              <a:gd name="adj" fmla="val 8100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1952897" y="4169664"/>
            <a:ext cx="45157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2455415" y="4169664"/>
            <a:ext cx="451573" cy="475488"/>
          </a:xfrm>
          <a:prstGeom prst="rect">
            <a:avLst>
              <a:gd name="adj" fmla="val 8100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2455415" y="4169664"/>
            <a:ext cx="45157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2957933" y="4169664"/>
            <a:ext cx="451573" cy="475488"/>
          </a:xfrm>
          <a:prstGeom prst="rect">
            <a:avLst>
              <a:gd name="adj" fmla="val 8100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957933" y="4169664"/>
            <a:ext cx="45157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3460451" y="4169664"/>
            <a:ext cx="451573" cy="475488"/>
          </a:xfrm>
          <a:prstGeom prst="rect">
            <a:avLst>
              <a:gd name="adj" fmla="val 8100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3460451" y="4169664"/>
            <a:ext cx="45157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3962969" y="4169664"/>
            <a:ext cx="451573" cy="475488"/>
          </a:xfrm>
          <a:prstGeom prst="rect">
            <a:avLst>
              <a:gd name="adj" fmla="val 8100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3962969" y="4169664"/>
            <a:ext cx="45157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4465487" y="4169664"/>
            <a:ext cx="451573" cy="475488"/>
          </a:xfrm>
          <a:prstGeom prst="rect">
            <a:avLst>
              <a:gd name="adj" fmla="val 8100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4465487" y="4169664"/>
            <a:ext cx="45157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4968006" y="4169664"/>
            <a:ext cx="451573" cy="475488"/>
          </a:xfrm>
          <a:prstGeom prst="rect">
            <a:avLst>
              <a:gd name="adj" fmla="val 8100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4968006" y="4169664"/>
            <a:ext cx="45157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5470524" y="4169664"/>
            <a:ext cx="451573" cy="475488"/>
          </a:xfrm>
          <a:prstGeom prst="rect">
            <a:avLst>
              <a:gd name="adj" fmla="val 8100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5470524" y="4169664"/>
            <a:ext cx="45157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58" name="Shape 56"/>
          <p:cNvSpPr/>
          <p:nvPr/>
        </p:nvSpPr>
        <p:spPr>
          <a:xfrm>
            <a:off x="5973042" y="4169664"/>
            <a:ext cx="451573" cy="475488"/>
          </a:xfrm>
          <a:prstGeom prst="rect">
            <a:avLst>
              <a:gd name="adj" fmla="val 8100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5973042" y="4169664"/>
            <a:ext cx="45157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60" name="Shape 58"/>
          <p:cNvSpPr/>
          <p:nvPr/>
        </p:nvSpPr>
        <p:spPr>
          <a:xfrm>
            <a:off x="6475560" y="4169664"/>
            <a:ext cx="451573" cy="475488"/>
          </a:xfrm>
          <a:prstGeom prst="rect">
            <a:avLst>
              <a:gd name="adj" fmla="val 8100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6475560" y="4169664"/>
            <a:ext cx="45157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62" name="Shape 60"/>
          <p:cNvSpPr/>
          <p:nvPr/>
        </p:nvSpPr>
        <p:spPr>
          <a:xfrm>
            <a:off x="6978078" y="4169664"/>
            <a:ext cx="451573" cy="475488"/>
          </a:xfrm>
          <a:prstGeom prst="rect">
            <a:avLst>
              <a:gd name="adj" fmla="val 8100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6978078" y="4169664"/>
            <a:ext cx="45157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</a:t>
            </a:r>
            <a:endParaRPr lang="en-US" sz="900" dirty="0"/>
          </a:p>
        </p:txBody>
      </p:sp>
      <p:sp>
        <p:nvSpPr>
          <p:cNvPr id="64" name="Shape 62"/>
          <p:cNvSpPr/>
          <p:nvPr/>
        </p:nvSpPr>
        <p:spPr>
          <a:xfrm>
            <a:off x="7480596" y="4169664"/>
            <a:ext cx="451573" cy="475488"/>
          </a:xfrm>
          <a:prstGeom prst="rect">
            <a:avLst>
              <a:gd name="adj" fmla="val 8100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7480596" y="4169664"/>
            <a:ext cx="45157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66" name="Shape 64"/>
          <p:cNvSpPr/>
          <p:nvPr/>
        </p:nvSpPr>
        <p:spPr>
          <a:xfrm>
            <a:off x="7983114" y="4169664"/>
            <a:ext cx="451573" cy="475488"/>
          </a:xfrm>
          <a:prstGeom prst="rect">
            <a:avLst>
              <a:gd name="adj" fmla="val 8100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7983114" y="4169664"/>
            <a:ext cx="45157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'construct'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'construct' = build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constructive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'construct'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'construct' = build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constructive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construct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ive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quality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'construct'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'construct' = build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constructive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construct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ive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quality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struc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tive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'construct'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'construct' = build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constructive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construct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ive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quality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struc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tive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1952596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952596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2497015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497015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3041435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041435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3585855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585855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4130274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4130274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4674694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4674694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5219114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5219114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5763534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5763534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6307953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6307953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6852373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6852373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7396793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7396793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</a:t>
            </a:r>
            <a:endParaRPr lang="en-US" sz="900" dirty="0"/>
          </a:p>
        </p:txBody>
      </p:sp>
      <p:sp>
        <p:nvSpPr>
          <p:cNvPr id="58" name="Shape 56"/>
          <p:cNvSpPr/>
          <p:nvPr/>
        </p:nvSpPr>
        <p:spPr>
          <a:xfrm>
            <a:off x="7941212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7941212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'construct'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'construct' = build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constructively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'construct'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'construct' = build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constructively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construct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ive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quality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way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'construct'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'construct' = build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constructively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construct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ive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quality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way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struc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tive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2" name="Text 4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'construct'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'construct' = build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constructively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construct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ive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quality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way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struc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tive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1953158" y="4169664"/>
            <a:ext cx="415399" cy="475488"/>
          </a:xfrm>
          <a:prstGeom prst="rect">
            <a:avLst>
              <a:gd name="adj" fmla="val 8805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1953158" y="4169664"/>
            <a:ext cx="415399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2419764" y="4169664"/>
            <a:ext cx="415399" cy="475488"/>
          </a:xfrm>
          <a:prstGeom prst="rect">
            <a:avLst>
              <a:gd name="adj" fmla="val 8805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2419764" y="4169664"/>
            <a:ext cx="415399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2886369" y="4169664"/>
            <a:ext cx="415399" cy="475488"/>
          </a:xfrm>
          <a:prstGeom prst="rect">
            <a:avLst>
              <a:gd name="adj" fmla="val 8805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886369" y="4169664"/>
            <a:ext cx="415399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3352974" y="4169664"/>
            <a:ext cx="415399" cy="475488"/>
          </a:xfrm>
          <a:prstGeom prst="rect">
            <a:avLst>
              <a:gd name="adj" fmla="val 8805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3352974" y="4169664"/>
            <a:ext cx="415399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3819579" y="4169664"/>
            <a:ext cx="415399" cy="475488"/>
          </a:xfrm>
          <a:prstGeom prst="rect">
            <a:avLst>
              <a:gd name="adj" fmla="val 8805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3819579" y="4169664"/>
            <a:ext cx="415399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4286185" y="4169664"/>
            <a:ext cx="415399" cy="475488"/>
          </a:xfrm>
          <a:prstGeom prst="rect">
            <a:avLst>
              <a:gd name="adj" fmla="val 8805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4286185" y="4169664"/>
            <a:ext cx="415399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4752790" y="4169664"/>
            <a:ext cx="415399" cy="475488"/>
          </a:xfrm>
          <a:prstGeom prst="rect">
            <a:avLst>
              <a:gd name="adj" fmla="val 8805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4752790" y="4169664"/>
            <a:ext cx="415399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5219395" y="4169664"/>
            <a:ext cx="415399" cy="475488"/>
          </a:xfrm>
          <a:prstGeom prst="rect">
            <a:avLst>
              <a:gd name="adj" fmla="val 8805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5219395" y="4169664"/>
            <a:ext cx="415399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58" name="Shape 56"/>
          <p:cNvSpPr/>
          <p:nvPr/>
        </p:nvSpPr>
        <p:spPr>
          <a:xfrm>
            <a:off x="5686000" y="4169664"/>
            <a:ext cx="415399" cy="475488"/>
          </a:xfrm>
          <a:prstGeom prst="rect">
            <a:avLst>
              <a:gd name="adj" fmla="val 8805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5686000" y="4169664"/>
            <a:ext cx="415399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60" name="Shape 58"/>
          <p:cNvSpPr/>
          <p:nvPr/>
        </p:nvSpPr>
        <p:spPr>
          <a:xfrm>
            <a:off x="6152606" y="4169664"/>
            <a:ext cx="415399" cy="475488"/>
          </a:xfrm>
          <a:prstGeom prst="rect">
            <a:avLst>
              <a:gd name="adj" fmla="val 8805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6152606" y="4169664"/>
            <a:ext cx="415399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62" name="Shape 60"/>
          <p:cNvSpPr/>
          <p:nvPr/>
        </p:nvSpPr>
        <p:spPr>
          <a:xfrm>
            <a:off x="6619211" y="4169664"/>
            <a:ext cx="415399" cy="475488"/>
          </a:xfrm>
          <a:prstGeom prst="rect">
            <a:avLst>
              <a:gd name="adj" fmla="val 8805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6619211" y="4169664"/>
            <a:ext cx="415399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</a:t>
            </a:r>
            <a:endParaRPr lang="en-US" sz="900" dirty="0"/>
          </a:p>
        </p:txBody>
      </p:sp>
      <p:sp>
        <p:nvSpPr>
          <p:cNvPr id="64" name="Shape 62"/>
          <p:cNvSpPr/>
          <p:nvPr/>
        </p:nvSpPr>
        <p:spPr>
          <a:xfrm>
            <a:off x="7085816" y="4169664"/>
            <a:ext cx="415399" cy="475488"/>
          </a:xfrm>
          <a:prstGeom prst="rect">
            <a:avLst>
              <a:gd name="adj" fmla="val 8805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7085816" y="4169664"/>
            <a:ext cx="415399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66" name="Shape 64"/>
          <p:cNvSpPr/>
          <p:nvPr/>
        </p:nvSpPr>
        <p:spPr>
          <a:xfrm>
            <a:off x="7552421" y="4169664"/>
            <a:ext cx="415399" cy="475488"/>
          </a:xfrm>
          <a:prstGeom prst="rect">
            <a:avLst>
              <a:gd name="adj" fmla="val 8805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7552421" y="4169664"/>
            <a:ext cx="415399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68" name="Shape 66"/>
          <p:cNvSpPr/>
          <p:nvPr/>
        </p:nvSpPr>
        <p:spPr>
          <a:xfrm>
            <a:off x="8019027" y="4169664"/>
            <a:ext cx="415399" cy="475488"/>
          </a:xfrm>
          <a:prstGeom prst="rect">
            <a:avLst>
              <a:gd name="adj" fmla="val 8805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8019027" y="4169664"/>
            <a:ext cx="415399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'construct'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'construct' = build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'construct'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'construct'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'construct' = build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'construct'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construct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-ion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-ive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-s</a:t>
            </a:r>
            <a:endParaRPr lang="en-US" sz="1300" dirty="0"/>
          </a:p>
        </p:txBody>
      </p:sp>
      <p:sp>
        <p:nvSpPr>
          <p:cNvPr id="39" name="Text 37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0" name="Shape 38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construct</a:t>
            </a:r>
            <a:endParaRPr lang="en-US" sz="1200" dirty="0"/>
          </a:p>
        </p:txBody>
      </p:sp>
      <p:sp>
        <p:nvSpPr>
          <p:cNvPr id="42" name="Shape 40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constructs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constructed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reconstruct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constructing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Root 'construct' — 3-Day Teaching Deck</dc:title>
  <dc:subject>PptxGenJS Presentation</dc:subject>
  <dc:creator>Word Labs</dc:creator>
  <cp:lastModifiedBy>Word Labs</cp:lastModifiedBy>
  <cp:revision>1</cp:revision>
  <dcterms:created xsi:type="dcterms:W3CDTF">2026-07-07T10:22:33Z</dcterms:created>
  <dcterms:modified xsi:type="dcterms:W3CDTF">2026-07-07T10:22:33Z</dcterms:modified>
</cp:coreProperties>
</file>