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'construct'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put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'construct' — to build or put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'construct' means 'to build or put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'construct'.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'construct'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'construct' means 'to build or put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'construct'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'construct'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'construct' comes from Latin and means to build or put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'deconstruct' means to build something bigger and stronger.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'constructor' is a person who builds or puts things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'reconstruction' contains the prefix 're-', meaning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'-ive' in 'constructive' means the action of doing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'construct'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put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7091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566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566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rebuilding something that was destroyed or damaged.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take something apart to understand how it works.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builds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and useful, like constructive feedback that helps you improve.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building a model or a bridge.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taken apart.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something, like a house or a road.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workers will begin construction of the new school library next Monday.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reconstruct the events of the story in the correct order.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gave me constructive feedback that helped me improve my writing.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bridge.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hall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work, but the builders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damaged wall first.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04143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941212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or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'construct' = to build or put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deconstruct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constructor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misconstruct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'construct' — 3-Day Teaching Deck</dc:title>
  <dc:subject>PptxGenJS Presentation</dc:subject>
  <dc:creator>Word Labs</dc:creator>
  <cp:lastModifiedBy>Word Labs</cp:lastModifiedBy>
  <cp:revision>1</cp:revision>
  <dcterms:created xsi:type="dcterms:W3CDTF">2026-03-25T03:08:08Z</dcterms:created>
  <dcterms:modified xsi:type="dcterms:W3CDTF">2026-03-25T03:08:08Z</dcterms:modified>
</cp:coreProperties>
</file>