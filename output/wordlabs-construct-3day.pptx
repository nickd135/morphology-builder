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'construct'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'construct' really means 'build'.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teacher gave us constructive feedback to help improve our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'construct'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'construct'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'construct' —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'construct' means 'build'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'construct'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'construct'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'construct'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'construct' means 'build'. You can find it in 'reconstruct'.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'reconstruct',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'construction',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'construct' means 'build'.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'construction' means 'the process of building something, or a building itself'.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'reconstruct' means 'to build or put something together again after it has been damaged or taken apart'.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'construct'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'construct' means 'build'.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'construction' means 'the process of building something, or a building itself'.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'reconstruct' means 'to build or put something together again after it has been damaged or taken apart'.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'construct'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'construct'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'construct'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523744" y="2569464"/>
            <a:ext cx="15544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23744" y="25694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605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0" y="2569464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56946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process of building something, or a building itself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build or make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build or put something together again after it has been damaged or taken apart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build or make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build or put something together again after it has been damaged or taken apart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process of building something, or a building itself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'construct'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'construct'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workers will construct a new bridge over the river.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will reconstruct the bridge after the flood damaged it.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construction of the new stadium took two years.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gave us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 to help improve our stories.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'construct'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'construct'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'construct'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