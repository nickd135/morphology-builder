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'dark'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"absence of light"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deorc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'dark' — absence of light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'dark' means 'absence of light'.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'dark'.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'dark'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'dark'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'dark' means 'absence of light'.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'dark'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'dark'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'dark' means full of colour and brightness.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'darkness' is made from the root 'dark' and the suffix '-ness'.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'dark' comes from the French language.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'darkly' contains the suffix '-ly', which turns dark into an adverb.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Adding '-en' to 'dark' makes the verb 'darken', meaning to make darker.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'dark'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absence of light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deorc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darkly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darkish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afterdark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midark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'dark'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pitch-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-ish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stark-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127248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127248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1616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2764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2764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darker, or with the light taken away.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of a dark period, such as the darkest point of night.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 having no light in a place.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darkish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 after the sun has set and it is night.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dark or mysterious way.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afterdark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Slightly dark in colour or shade.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midark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become darker or less bright.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'dark'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'dark'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darkness in the cave made it hard for the explorers to find their way.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the storm clouds gathered, the sky began to darken very quickly.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spoke darkly about the mysterious figure she had seen near the old house.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darkness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crept in as the sky began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darken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the storm.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darkened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room felt eerie, but she moved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darkly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through it and waited until after dark.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darkish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 or slightly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 or slightly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 or slightly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'dark' = absence of light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'dark'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pitch-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-ish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stark-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darkly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darkish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darkened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afterdark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midark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pitch-dark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'dark' — 3-Day Teaching Deck</dc:title>
  <dc:subject>PptxGenJS Presentation</dc:subject>
  <dc:creator>Word Labs</dc:creator>
  <cp:lastModifiedBy>Word Labs</cp:lastModifiedBy>
  <cp:revision>1</cp:revision>
  <dcterms:created xsi:type="dcterms:W3CDTF">2026-04-10T00:49:33Z</dcterms:created>
  <dcterms:modified xsi:type="dcterms:W3CDTF">2026-04-10T00:49:33Z</dcterms:modified>
</cp:coreProperties>
</file>