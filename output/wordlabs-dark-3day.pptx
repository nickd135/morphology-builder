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4 word families with 'dark'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'dark' really means 'with little or no light'.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When the power went out, our house was filled with darkness until Dad found a torch.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'dark'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"with little or no light"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4 word families with 'dark'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'dark' — with little or no light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'dark' = with little or no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'dark' means 'with little or no light'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'dark'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'dark'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'dark'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'dark' = with little or no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'dark' means 'with little or no light'. You can find it in 'darken'.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'darker', '-er' means 'more'.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'darkness', '-ness' means 'state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'dark' = with little or no light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'dark' means 'with little or no light'.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'darker' means 'more dark than something else'.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'darken' means 'to make or become darker'.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'dark'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'dark' = with little or no light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'dark' means 'with little or no light'.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'darker' means 'more dark than something else'.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'darken' means 'to make or become darker'.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'dark'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'dark'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'dark' = with little or no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'dark'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little or no light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darken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darker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'dark'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'dark' = with little or no light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463040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463040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36829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660904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60904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7472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886200" y="2971800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86200" y="29718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darken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'dark'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'dark' = with little or no light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more dark than something else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having little or no light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make or become darker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'dark'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'dark' = with little or no light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having little or no light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make or become darker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more dark than something else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'dark'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'dark' = with little or no light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'dark'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so dark in the cave that we could barely see our hands.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 clouds began to darken the sky before the rain started.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forest looked much darker once we walked in among the tall trees.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'dark' = with little or no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'dark' = with little or no light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power went out, our house was filled with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darkness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until Dad found a torch.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darkness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'dark' = with little or no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'dark' = with little or no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little or no light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'dark' = with little or no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little or no light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'dark' = with little or no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little or no light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'dark' = with little or no light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'dark' = with little or no light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darkness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'dark'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