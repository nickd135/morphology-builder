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'dark'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"absence of light"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deorc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'dark' — absence of light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'dark' means 'absence of light'.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'dark'.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'dark'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'dark'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'dark' means 'absence of light'.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'dark'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'dark'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'darkness' is formed by adding the suffix '-ness' to the base word 'dark'.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'dark' originally came from the Latin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darkroom is a special room used in photography where light is kept out.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suffix '-en' to 'dark' makes the word 'darken', meaning to become or make dark.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'-ly' in 'darkly' changes the word into a noun.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'dark'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absence of light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deorc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darkish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darkroom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'dark'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pitch-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dark or somewhat lacking in light.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something that has been made dark or had its light removed.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having no light in a place.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room with no light used for developing photographs.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darkish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gloomy, mysterious, or without light.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darkroom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dark than something else.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become darker or less bright.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'dark'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'dark'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darkness crept into the room as the sun slowly set behind the mountains.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noticed the sky begin to darken just before the storm rolled in over the bay.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spoke darkly about the strange noises he had heard coming from the old shed.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darkness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outside made it hard to see, so she waited for the sky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darken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even more before stargazing.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darkened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hallway felt eerie, but she walked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darkly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it, reminding herself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darkness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nothing to fear.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pitch-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darkish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darkroom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pitch-dark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'dark' — 3-Day Teaching Deck</dc:title>
  <dc:subject>PptxGenJS Presentation</dc:subject>
  <dc:creator>Word Labs</dc:creator>
  <cp:lastModifiedBy>Word Labs</cp:lastModifiedBy>
  <cp:revision>1</cp:revision>
  <dcterms:created xsi:type="dcterms:W3CDTF">2026-04-03T03:24:58Z</dcterms:created>
  <dcterms:modified xsi:type="dcterms:W3CDTF">2026-04-03T03:24:58Z</dcterms:modified>
</cp:coreProperties>
</file>