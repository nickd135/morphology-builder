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'dark'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 little or no 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'dark' — with little or no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'dark' means 'with little or no 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'dark'.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'dark'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'dark'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'dark' means 'with little or no 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'dark'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'dark'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'dark' means 'with little or no light'.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'darken' means 'to make something louder'.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'dark' means 'very fast moving'.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'dark' means 'having little or no light'.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'darken' means 'to make or become darker'.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'dark'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little or no 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'dark'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4348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dark than something else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 darker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little or no light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'dark'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'dark'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so dark in the cave that we could barely see our hands.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clouds began to darken the sky before the rain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forest looked much darker once we walked in among the tall trees.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broken window, clearly upset. Midnight is usually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 of the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as the sun set behind the hills. The power cut left the whole street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sky told us a storm was coming.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little or no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with little or no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'dark'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