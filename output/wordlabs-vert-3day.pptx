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'vert'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turn or change direction"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vertere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'vert' — to turn or change direction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'vert' means 'to turn or change direction'.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'vert'.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'vert'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'vert'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'vert' means 'to turn or change direction'.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'vert'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'vert'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'vert' comes from a Latin word meaning to turn.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'vert' can only be used at the end of a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'di-' to 'vert' makes the word 'divert', meaning to turn aside.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'invert' means to make something louder.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An extrovert turns their energy outward and enjoys being with others.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'vert'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turn or change direction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vertere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introvert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extrovert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'vert'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something upside down or flip it the other way.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people's attention toward a product or service to get them interested in buying it.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something from one form or use into another, like converting a garage into a bedroom.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turns their energy outward and loves being around lots of other people.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turns their energy inward and prefers quiet time alone rather than big social gatherings.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introvert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back to an earlier state or way of doing things.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extrovert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something away from its usual path, like diverting traffic down a different street.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'vert'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'vert'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council decided to divert the river away from the flooded town to keep residents safe.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trying the new method, the class decided to revert to the original way of solving the problem.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introvert might find it tiring to speak in front of a large crowd, preferring smaller groups instead.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this fraction into a decimal, or will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invert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numbers instead?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+ vert: prefix joins smoothly before 'v'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+ vert: prefix joins smoothly before 'v'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+ vert: prefix joins smoothly before 'v'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magician could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divert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audience's attention,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subvert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expectations,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revert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his original trick!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subvert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introvert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extrovert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subvert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'vert' — 3-Day Teaching Deck</dc:title>
  <dc:subject>PptxGenJS Presentation</dc:subject>
  <dc:creator>Word Labs</dc:creator>
  <cp:lastModifiedBy>Word Labs</cp:lastModifiedBy>
  <cp:revision>1</cp:revision>
  <dcterms:created xsi:type="dcterms:W3CDTF">2026-04-09T22:41:51Z</dcterms:created>
  <dcterms:modified xsi:type="dcterms:W3CDTF">2026-04-09T22:41:51Z</dcterms:modified>
</cp:coreProperties>
</file>