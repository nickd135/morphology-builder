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11 word families with 'vert'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'revert' really means 'to go back to a previous state or way of doing something'.
'convertible' really means 'a car with a roof that can be folded down or removed, or something that can be changed into another form'.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solar panel on the vertical pole sends power to a converter in Dad's 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saw a funny advertisement for dog food during the cricket.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'vert'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11 word families with 'vert'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'vert' — turn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'vert' means 'turn'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'vert'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'vert'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'vert'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'vert' means 'turn'. You can find it in 'advert'.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'advert', 'ad-' means 'towards; 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'convertible', '-ible'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'vert' means 'turn'.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'advert' means 'a short way of saying advertisement — something used to promote a product or event'.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'revert' means 'to turn something upside down or reverse its position'.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'divert' means 'to turn something so it goes a different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'convertible' means 'to go back to a previous state or way of doing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'vert' means 'turn'.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'advert' means 'a short way of saying advertisement — something used to promote a product or event'.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'revert' means 'to turn something upside down or reverse its position'.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'divert' means 'to turn something so it goes a different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'convertible' means 'to go back to a previous state or way of doing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'vert'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convertible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'vert'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5876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85876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358384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58384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convertible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turn something upside down or reverse its position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short way of saying advertisement — something used to promote a product or event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car with a roof that can be folded down or removed, or something that can be changed into another form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convertible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turn something so it goes a different 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go back to a previous state or way of doing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short way of saying advertisement — something used to promote a product or event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turn something upside down or reverse its position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go back to a previous state or way of doing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convertible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car with a roof that can be folded down or removed, or something that can be changed into another form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turn something so it goes a different way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'vert'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'vert'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TV advert for the new cereal played three times during the show.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invert the triangle, the point faces downward instead of up.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will revert to its earlier settings if there is a problem.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panel on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pole sends power to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Dad's shed.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a funny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dog food during the cricket.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'vert'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'vert' = 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converter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'vert'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