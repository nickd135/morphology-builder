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'vert'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turn or change direction"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'vert' — to turn or change direction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'vert' means 'to turn or change direction'.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'vert'.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'vert'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'vert'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'vert' means 'to turn or change direction'.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'vert'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'vert'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'vert' comes from a Latin word meaning to turn.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'invert' means to move something forward in a straight line.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convertible car has a roof that can be turned back or folded away.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'di' in 'divert' means to turn or send in a different direction.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'vert' comes from a Greek word meaning to spin.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'vert'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turn or change 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'vert'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something upside down or reverse its position.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people's attention toward a product or service to make them want to buy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from one form or use into another, like converting an old garage into a bedroom.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 with a roof that can be turned back or folded down.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turns your attention away, like a detour on a road or a fun activity.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an earlier way of doing something, like reverting to old habits.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something away from its usual direction, like diverting traffic away from roadworks.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'vert'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'vert'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decided to divert traffic away from the main road while the bridge was being repaired.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worked hard to convert the solar energy into electricity that could power the whole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invert the fraction before we multiplied, which means to flip it upside down.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old shed into a reading nook, or will the noise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attention?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vert → the prefix stays unchanged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vert → the prefix stays unchanged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+ vert → the prefix stays unchanged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inversion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map, we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route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plan to reach the campsite safely.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 → vers before the suffix '-ion'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 → vers before the suffix '-ion'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 → vers before the suffix '-ion'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'vert' = to turn or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convertible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subvert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'vert' — 3-Day Teaching Deck</dc:title>
  <dc:subject>PptxGenJS Presentation</dc:subject>
  <dc:creator>Word Labs</dc:creator>
  <cp:lastModifiedBy>Word Labs</cp:lastModifiedBy>
  <cp:revision>1</cp:revision>
  <dcterms:created xsi:type="dcterms:W3CDTF">2026-03-25T03:50:51Z</dcterms:created>
  <dcterms:modified xsi:type="dcterms:W3CDTF">2026-03-25T03:50:51Z</dcterms:modified>
</cp:coreProperties>
</file>