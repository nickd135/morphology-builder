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'vert'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"turn"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'vert' — turn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'vert' means 'turn'.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'vert'.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'vert'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'vert'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'vert' means 'turn'.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'vert'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'vert'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'invert' means 'to turn something upside down or reverse its position'.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'advert' means 'a short way of saying advertisement — something used to promote a product or event'.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'advert' means 'a warning sign placed near a cliff'.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'invert' means 'to make something louder than before'.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'vert' means 'turn'.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'vert'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'vert'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325112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325112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to a previous state or way of doing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 from one form, use, or system into another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way of saying advertisement — something used to promote a product or event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upside down or reversed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something from one form or use into another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items, such as pictures or clips, used to promote products or events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something upside down or reverse its position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'vert'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'vert'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TV advert for the new trainers played three times during the show.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invert the triangle, the point faces downward instead of up.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will revert to its earlier settings if there is a problem.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electrician fitted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converters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old machinery. They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converting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garage into a home office.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Advertising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television can be very expensive. They drove along the coast in a bright red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convertible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There was a funny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advertisement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cereal on television this morning.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converts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'vert'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