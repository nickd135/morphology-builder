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'operate'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work or function"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operari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'operate' — to work or function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'operate' means 'to work or function'.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'operate'.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'operate'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'operate'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'operate' means 'to work or function'.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'operate'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'operate'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'co' in 'cooperate' means together or with.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'cooperative' means that people refuse to work together.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operator is a person who makes a machine or system work.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'-ion' in 'operation' changes the word to mean a person who operates.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'operate' comes from a Latin word meaning to work.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'operate'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work or function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operari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interoperate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'operate'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different systems or machines are able to work together with each 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work together helpfully and willingly to get something done.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working or running, like an operating machine in a factory.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work or to perform a task, like a surgeon operates on a patient.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together with others to achieve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makes a machine or system work, like a phone operator.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interoperate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work, or a medical procedure done by a doctor.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'operate'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'operate'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surgeon will operate on the patient first thing in the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all need to cooperate if we want to finish the project before lunchtime.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computer program was not operating correctly, so the technician came to fix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learned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cooperate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science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was exciting!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machine, so everyone stayed safe.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interoperate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reoperate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'operate' — 3-Day Teaching Deck</dc:title>
  <dc:subject>PptxGenJS Presentation</dc:subject>
  <dc:creator>Word Labs</dc:creator>
  <cp:lastModifiedBy>Word Labs</cp:lastModifiedBy>
  <cp:revision>1</cp:revision>
  <dcterms:created xsi:type="dcterms:W3CDTF">2026-04-09T22:05:57Z</dcterms:created>
  <dcterms:modified xsi:type="dcterms:W3CDTF">2026-04-09T22:05:57Z</dcterms:modified>
</cp:coreProperties>
</file>