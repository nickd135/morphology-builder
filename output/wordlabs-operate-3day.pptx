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'operate'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"work; run"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'operate' — work; run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'operate' means 'work; run'.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'operate'.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'operate'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'operate'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'operate' means 'work; run'.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'operate'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'operate'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'operate' means 'to completely destroy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'operate' means 'to work or control a machine or system'.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'operated' means 'completely destroyed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'operated' means 'worked or controlled a machine, or performed surgery'.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'operate' means 'work; run'.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'operate'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work; run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'operate'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6360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6360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21868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5661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5661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46227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487375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7375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or controlled a machine, or performed surgery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works or controls a machine or system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or controls a machine or system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control a machine or system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working or controlling a machine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'operate'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'operate'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learned to operate the aircraft's controls.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surgeon operated on the patient's knee for two hours.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crane operates using a large hydraulic arm.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rescue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saved everyone from the flooded building. The new safety rule became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operative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Monday.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monitored the factory's machines all night. The company's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spread across three countries. The new hospital wing became 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last month.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work;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operated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'operate' — 3-Day Teaching Deck</dc:title>
  <dc:subject>PptxGenJS Presentation</dc:subject>
  <dc:creator>Word Labs</dc:creator>
  <cp:lastModifiedBy>Word Labs</cp:lastModifiedBy>
  <cp:revision>1</cp:revision>
  <dcterms:created xsi:type="dcterms:W3CDTF">2026-07-07T10:24:23Z</dcterms:created>
  <dcterms:modified xsi:type="dcterms:W3CDTF">2026-07-07T10:24:23Z</dcterms:modified>
</cp:coreProperties>
</file>