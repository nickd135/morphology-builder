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'operate'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work or function"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operari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'operate' — to work or function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'operate' means 'to work or function'.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'operate'.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'operate'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'operate'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'operate' means 'to work or function'.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'operate'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'operate'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'operate' comes from Latin and means to work or function.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'cooperate' means to refuse to work with others.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'operator' is a person who runs or controls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prefix 'in-' to 'operative' makes a word meaning not working.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'-or' in 'operator' means the action of doing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'operate'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work or function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operari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inoperative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'operate'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working or not able to function properly.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working and in action, or a worker who does a skilled job.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working together with others to achieve a shared goal.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work or run, like a machine or a business.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together with other people to get something done.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controls or runs a machine or telephone service.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inoperative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making something work, or a procedure a doctor performs.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'operate'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'operate'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surgeon will operate on the patient first thing in the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needs to cooperate during the fire drill so we can all stay safe.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photocopier is inoperative, so we will need to use the one in the library.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cooperate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could be completed on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cooperate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carefully, because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requires great precision.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or function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'operate' = to work or function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'operate'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inoperative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interoperate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'operate' — 3-Day Teaching Deck</dc:title>
  <dc:subject>PptxGenJS Presentation</dc:subject>
  <dc:creator>Word Labs</dc:creator>
  <cp:lastModifiedBy>Word Labs</cp:lastModifiedBy>
  <cp:revision>1</cp:revision>
  <dcterms:created xsi:type="dcterms:W3CDTF">2026-03-25T03:18:07Z</dcterms:created>
  <dcterms:modified xsi:type="dcterms:W3CDTF">2026-03-25T03:18:07Z</dcterms:modified>
</cp:coreProperties>
</file>