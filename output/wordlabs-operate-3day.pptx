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6 word families with 'operate'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'operate' really means 'work; run'.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We had to cooperate to carry the long table into the hall.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'operate'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"work; run"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6 word families with 'operate'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'operate' — work; run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'operate'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'operate' = work; run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'operate' means 'work; run'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'operate'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'operate'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'operate'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'operate'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'operate' = work; run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'operate' means 'work; run'. You can find it in 'operator'.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'cooperate', 'co-' means 'with or together'.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'operator', '-or' means 'person who'.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'operate'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'operate' = work; run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'operate' means 'work; run'.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'operator' means 'a person who works or controls a machine or system'.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'operation' means 'a planned activity, process, or surgical procedure'.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'operate'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'operate'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'operate' = work; run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'operate' means 'work; run'.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'operator' means 'a person who works or controls a machine or system'.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'operation' means 'a planned activity, process, or surgical procedure'.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'operate'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'operate'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'operate'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'operate' = work; run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'operate'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work; run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'operate'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'operate'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'operate' = work; run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25694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463040" y="2569464"/>
            <a:ext cx="128016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463040" y="256946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779776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072384" y="2569464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072384" y="256946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886200" y="256946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297680" y="2569464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0" y="2569464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65760" y="30266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-or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'operate'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'operate'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'operate' = work; run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planned activity, process, or surgical procedure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work or control a machine or system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person who works or controls a machine or system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'operate'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'operate'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'operate' = work; run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work or control a machine or system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person who works or controls a machine or system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planned activity, process, or surgical procedure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'operate'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'operate'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'operate' = work; run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'operate'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 learned to operate the aircraft's controls.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crane operator carefully lifted the heavy beam.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rescue operation saved everyone from the flooded building.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'operate'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'operate' = work; run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'operate'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'operate' = work; run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had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cooperate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carry the long table into the hall.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cooperate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'operate'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'operate' = work; run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cooperate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'operate'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'operate' = work; run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cooperate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con- becomes co- before 'o'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work; run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'operate'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'operate' = work; run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cooperate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con- becomes co- before 'o'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work; run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'operate'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'operate' = work; run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cooperate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con- becomes co- before 'o'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work; run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'operate'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'operate' = work; run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'operate'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'operate' = work; run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2441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cooperation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542032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42032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cooperate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'operate'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