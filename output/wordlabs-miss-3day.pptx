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'miss'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'admission' really means 'being allowed to enter a place, or agreeing that something is true'.
'mission' really means 'an important task or job someone is sent to 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poem was the winning submission, and the local radio station read it out during its morning transmission.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During the intermission, we bought ice creams in the theatre foyer.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'miss'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'miss'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'miss' — send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'miss' means 'send'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'miss'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'miss'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'miss' means 'send'. You can find it in 'mission'.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'dismiss',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'mission',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'miss' means 'send'.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'dismiss' means 'to send someone away or refuse to consider something seriously'.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'admission' means 'an important task or job someone is sent to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'omission' means 'something that has been left out'.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'mission' means 'being allowed to enter a place, or agreeing that something is true'.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'miss' means 'send'.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'dismiss' means 'to send someone away or refuse to consider something seriously'.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'admission' means 'an important task or job someone is sent to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'omission' means 'something that has been left out'.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'mission' means 'being allowed to enter a place, or agreeing that something is true'.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'miss'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dismiss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72160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72160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that has been left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dismiss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being allowed to enter a place, or agreeing that something is 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send someone away or refuse to consider something seriously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important task or job someone is sent to 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tasks officially given, or payments made for sales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important task or job someone is sent to 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dismiss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send someone away or refuse to consider something seriously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being allowed to enter a place, or agreeing that something is true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tasks officially given, or payments made for sales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something that has been left out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astronauts were given a mission to repair the satellite.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will dismiss the class when the bell rings.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to the science museum is free on weekends.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poem was the winning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local radio station read it out during its morning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intermission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bought ice creams in the theatre foyer.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'miss'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'miss'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