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"send, let go, release"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'miss' — send, let go, release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'miss' means 'send, let go, release'.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'miss' means 'send, let go, release'.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'e-' can be added to 'miss' to form the word 'emission'.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'missile' has nothing to do with the root 'miss'.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'permission' contains the root 'miss' because it relates to being sent or allowed.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'miss' comes from a Latin word meaning to send or let go.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'mission' means an important task someone is sent to carry out.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send, let go, release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that is launched through the air and sent towards a target.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allowed to enter a place, like a cinema or school.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Handing in work or sending something to someone for them to look at.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allowed to do something by someone in charge.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officially put in charge of an important area or department.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important job or task that someone is sent to do.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someone away or tell a group they are free to go.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astronauts completed their mission and returned safely to Earth.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the class permission to work outside in the sunshine.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to hand in their submission before Friday afternoon.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need written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you can go on the excursion, so please return your form by Friday.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commissioner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announced 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however,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briefing was limited to senior staff.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send, let go, release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missionary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'miss' — 3-Day Teaching Deck</dc:title>
  <dc:subject>PptxGenJS Presentation</dc:subject>
  <dc:creator>Word Labs</dc:creator>
  <cp:lastModifiedBy>Word Labs</cp:lastModifiedBy>
  <cp:revision>1</cp:revision>
  <dcterms:created xsi:type="dcterms:W3CDTF">2026-04-09T22:39:00Z</dcterms:created>
  <dcterms:modified xsi:type="dcterms:W3CDTF">2026-04-09T22:39:00Z</dcterms:modified>
</cp:coreProperties>
</file>