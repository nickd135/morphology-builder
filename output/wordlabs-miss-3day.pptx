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send or let go"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'miss' — to send or let go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'miss' means 'to send or let go'.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'miss' means 'to send or let go'.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'miss' comes from a Latin word meaning 'to send'.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'dismiss' means to invite someone to join a group.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'permission' contains the root 'miss'.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missionary is someone who is sent out to help or teach others.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'miss'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send or let go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obey others and do what you are told.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someone away or tell them they can leave.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that is launched or thrown through the air.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allowed to enter a place, like a school or show.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important person who is put in charge of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important task or job that someone is sent to do.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allows you to do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the class permission to work outside in the sunshine.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astronauts prepared carefully for their mission to the space station.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will dismiss the students early because of the thunderstorm.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was given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begin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rainforest.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gaining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base, the com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dismissed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guards and began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ad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ad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ad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to send or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permission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admission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submissive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missionary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'miss' — 3-Day Teaching Deck</dc:title>
  <dc:subject>PptxGenJS Presentation</dc:subject>
  <dc:creator>Word Labs</dc:creator>
  <cp:lastModifiedBy>Word Labs</cp:lastModifiedBy>
  <cp:revision>1</cp:revision>
  <dcterms:created xsi:type="dcterms:W3CDTF">2026-03-25T03:48:03Z</dcterms:created>
  <dcterms:modified xsi:type="dcterms:W3CDTF">2026-03-25T03:48:03Z</dcterms:modified>
</cp:coreProperties>
</file>