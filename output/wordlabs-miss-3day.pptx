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'miss' — send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'miss' means 'send'.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'miss' means 'send'.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'miss' means 'send'.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'miss' means 'to greet someone warmly with a handshake'.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'missed' means 'felt sad because someone or something you like was not there'.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'missed' means 'celebrated a special occasion with friends'.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'miss' means 'to feel sad because someone or something you like is not there'.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325112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325112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important task or job someone is sent to do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careless or failing to do something you should have done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someone away or refuse to consider something seriously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to hit, catch, or reach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present where it should be; lost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feel sad because someone or something you like is not there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sad because someone or something you like was not there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will miss her best friend during the school holidays.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missed his family while he was away at camp.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misses the target every time she throws the dart.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interrupted by static. The navy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commissioning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new warship this year.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commissioning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satellite sent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 to Earth every hour. The factory reduced its carbon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installing new filters. Cars produce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emissions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pollute the 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'miss' = send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misses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dismiss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missing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'miss'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