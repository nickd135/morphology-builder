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"half"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'semi-' — half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'semi-' means 'half'.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'semi-'.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'semi-'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'semi-'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'semi-' means 'half'.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'semi', the root is the part after the prefix 'semi-'.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'semisweet' means 'only partly sweet, especially describing chocolate'.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'semi' means 'half'.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'semisweet' means 'extremely loud and difficult to ignore'.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'semicircle' means 'a shape that is half of a circle'.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'semicircle' means 'a musical instrument played by blowing air'.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'semi-'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'semi-'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980944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2980944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29768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70916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0916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'semi-'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'semi-'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melted semisweet chocolate chips to make the cookies.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sat in a semicircle to listen to the story.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use a semicolon to link two closely related ideas in a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melted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semisweet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chocolate chips to make the cookies.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1546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sat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semicircle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listen to the story. You can use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semicolon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link two closely related ideas in a sentence. Our team won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semifinal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will play in the grand final next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perfectly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perfectly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perfectly 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 : 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last; at the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last; at the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last; at the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'semi-' — 3-Day Teaching Deck</dc:title>
  <dc:subject>PptxGenJS Presentation</dc:subject>
  <dc:creator>Word Labs</dc:creator>
  <cp:lastModifiedBy>Word Labs</cp:lastModifiedBy>
  <cp:revision>1</cp:revision>
  <dcterms:created xsi:type="dcterms:W3CDTF">2026-07-07T10:24:25Z</dcterms:created>
  <dcterms:modified xsi:type="dcterms:W3CDTF">2026-07-07T10:24:25Z</dcterms:modified>
</cp:coreProperties>
</file>