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'semi-'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"half, partly, or almost"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semis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'semi-' — half, partly, or almost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'semi-' means 'half, partly, or almost'.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'semi-'.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'semi-'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'semi-'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'semi-' means 'half, partly, or almost'.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'semicircle', the root is the part after the prefix 'semi-'.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'Semi-' always means something is completely finished or whole.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semifinal happens before the final round of a competition.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semicircle is half of a full circle.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semidetached house is joined to another house on one side.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'semi-' means 'three times' or 'triple'.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'semi-'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half, partly, or almost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semis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semiconductor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semiprecious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semitrailer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'semi-'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'semi-'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conductor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detached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truck where the back section has no front wheels and connects to the cab section.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house that is joined to one other house on one side but is separate on the other side.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that only partly conducts electricity, used in computers and phones.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semiconductor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a gem or stone that is valuable, but not as rare or expensive as a precious stone like a diamond.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punctuation mark (;) that is stronger than a comma but not as final as a full stop.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semiprecious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 circle — exactly one half of a round shape.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semitrailer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of a competition just before the final, where the last two winners are decided.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'semi-'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'semi-'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arranged their desks into a semicircle so everyone could see the board.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school soccer team made it to the semifinal of the regional tournament.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learned how to use a semicolon correctly in her creative writing piece.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sat in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semicircle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cheered for their team in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semifinal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last, 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last, 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last, 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semitrailer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stopped near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semidetached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house, and the driver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semicolon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his delivery note.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semitrailer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semitrailer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semitrailer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pulled along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semitrailer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pulled along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semitrailer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pulled along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separate or disconnect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done, describing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separate or disconnect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done, describing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tached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separate or disconnect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done, describing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tached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tch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punctuation mark with two dots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punctuation mark with two dots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half, partly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punctuation mark with two dots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'semi-'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'semi'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'semi-' = half, partly, or almost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'semi-'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conductor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detached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semicircle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semifinal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semicolon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semiconductor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semidetached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semiprecious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semitrailer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semiformal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'semi-' — 3-Day Teaching Deck</dc:title>
  <dc:subject>PptxGenJS Presentation</dc:subject>
  <dc:creator>Word Labs</dc:creator>
  <cp:lastModifiedBy>Word Labs</cp:lastModifiedBy>
  <cp:revision>1</cp:revision>
  <dcterms:created xsi:type="dcterms:W3CDTF">2026-04-10T01:03:32Z</dcterms:created>
  <dcterms:modified xsi:type="dcterms:W3CDTF">2026-04-10T01:03:32Z</dcterms:modified>
</cp:coreProperties>
</file>