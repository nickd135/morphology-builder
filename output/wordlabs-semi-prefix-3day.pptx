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"half, partly, or incomplete"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semis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'semi-' — half, partly, or incomplete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'semi-' means 'half, partly, or incomplete'.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'semi-'.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'semi-'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'semi-'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'semi-' means 'half, partly, or incomplete'.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'semicircle', the root is the part after the prefix 'semi-'.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'semi-' means half or partly.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semicircle is a full, complete circle.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'semi-' comes from Latin.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semifinal happens before the final round of a competition.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Words with 'semi-' always describe something that is completely finished.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'semi-'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half, partly, or incomplete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semis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semitone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semiskilled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'semi-'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some training or skill for a job, but not fully qualified.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 that is joined to one other house on one side, sharing a wall.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only partly conducts electricity, used inside computers and phones.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step between two notes in music — half of a full tone.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(;) that is a mix between a comma and a full stop, used to join related sentences.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a circle — like the shape of a rainbow or a half-moon.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semiskilled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before the final in a competition, where winners go on to play in the last round.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'semi-'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'semi-'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used a ruler to draw a perfect semicircle on their art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football team made it to the semifinal of the regional tournament.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how to use a semicolon to connect two related ideas in a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 designed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semidetached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house with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semicircle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above the front door.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/ul/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semifinal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coach drew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semicircle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whiteboard and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semicolon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notes to explain the new play.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or at the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or at the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or at the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/ul/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using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using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using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incomplete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semitone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semiskilled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semiaquatic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'semi-' — 3-Day Teaching Deck</dc:title>
  <dc:subject>PptxGenJS Presentation</dc:subject>
  <dc:creator>Word Labs</dc:creator>
  <cp:lastModifiedBy>Word Labs</cp:lastModifiedBy>
  <cp:revision>1</cp:revision>
  <dcterms:created xsi:type="dcterms:W3CDTF">2026-03-26T07:39:30Z</dcterms:created>
  <dcterms:modified xsi:type="dcterms:W3CDTF">2026-03-26T07:39:30Z</dcterms:modified>
</cp:coreProperties>
</file>