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'semi-'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'semicolon' really means 'a punctuation mark (;) used to join two related sentences'.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 long semitrailer carried hay bales along the highway to the farm.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'semi-'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"half"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'semi-'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'semi-' — half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'semi-'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'semi-' = half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'semi-' means 'half'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'semi-'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'semi-'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'semi-'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'semi-'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'semi-' = half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'semi-' means 'half'. In 'semicircle', it is added to 'circle'.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'semicircle', the base is 'circle' (a perfectly round shape).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'semi-'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'semi-' = half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'semi-' means 'half'.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'semicircle' means 'a shape that is half of a circle'.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'semicolon' means 'the match played just before the final round of a competition'.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'semifinal' means 'the match played just before the final round of a competition'.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'semi-'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'semi-' = half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'semi-' means 'half'.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'semicircle' means 'a shape that is half of a circle'.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'semicolon' means 'the match played just before the final round of a competition'.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'semifinal' means 'the match played just before the final round of a competition'.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'semi-'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'semi-'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'semi-' = half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'semi-'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semicircle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semicolon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semifinal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'semi-'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'semi-'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'semi-' = half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trailer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semi-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50545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798064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98064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8620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297680" y="3374136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0" y="3374136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semicolon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'semi-'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'semi-'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'semi-' = half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semicircle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match played just before the final round of a competition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semicolon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shape that is half of a circle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semifinal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punctuation mark (;) used to join two related sentences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'semi-'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'semi-'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'semi-' = half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semicircle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shape that is half of a circle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semicolon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punctuation mark (;) used to join two related sentences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semifinal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match played just before the final round of a competition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'semi-'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'semi-'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'semi-' = half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'semi-'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sat in a semicircle to listen to the story.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use a semicolon to link two closely related ideas in a sentence.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won the semifinal and will play in the grand final next week.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'semi-'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'semi-' = half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'semi-'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'semi-' = half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semitrailer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carried hay bales along the highway to the farm.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semitrailer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'semi-'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'semi-' = half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semitrailer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'semi-'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'semi-' = half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semitrailer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trailer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 that is pulled along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'semi-'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'semi-' = half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semitrailer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trailer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 that is pulled along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'semi-'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'semi-' = half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semitrailer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trailer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 that is pulled along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'semi-'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'semi-' = half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'semi-'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'semi-' = half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trailer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semitrailer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'semi-'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