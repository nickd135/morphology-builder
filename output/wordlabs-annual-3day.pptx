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'annual'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"happening once a year"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'annual' — happening once a year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'annual' means 'happening once a year'.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'annual'.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'annual'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'annual'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'annual' means 'happening once a year'.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'annual'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'annual'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'annually' means 'extremely quickly'.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'annual' means 'happening once every year'.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'annual' means 'extremely large in size'.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'annual' means 'happening once a year'.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'annually' means 'once every year'.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'annual'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happening once a year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'annual'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2350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0876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50876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359152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706624" y="2350008"/>
            <a:ext cx="153619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06624" y="235000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70248" y="2350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17720" y="23500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17720" y="23500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13832" y="2350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925312" y="2350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25312" y="2350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'annual'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'annual'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holds an annual sports day every October.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festival is held annually in the town square.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holds a biannual sports carnival, once in autumn and once in spring.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school holds an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sports day every October. The festival is held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annually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town square. The school holds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biannual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sports carnival, once in autumn and once in spring.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biannual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once a year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once a year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once a year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740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once a year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once a year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once a year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254649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54649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93146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3146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1643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31643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370141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70141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8638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8638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7447135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7135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biannual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biannual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once a year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biannual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once a year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biannual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two; twice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once a year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'annual' = happening once a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'annual'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'annual' — 3-Day Teaching Deck</dc:title>
  <dc:subject>PptxGenJS Presentation</dc:subject>
  <dc:creator>Word Labs</dc:creator>
  <cp:lastModifiedBy>Word Labs</cp:lastModifiedBy>
  <cp:revision>1</cp:revision>
  <dcterms:created xsi:type="dcterms:W3CDTF">2026-07-07T10:22:42Z</dcterms:created>
  <dcterms:modified xsi:type="dcterms:W3CDTF">2026-07-07T10:22:42Z</dcterms:modified>
</cp:coreProperties>
</file>