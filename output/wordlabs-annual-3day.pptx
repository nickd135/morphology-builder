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'annual'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"relating to one year"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annus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'annual' — relating to one year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'annual' means 'relating to one year'.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'annual'.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'annual'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'annual'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'annual' means 'relating to one year'.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'annual'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'annual'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'biannual' event happens more than once a year.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Something described as 'annual' happens every month.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'annually' means once every year.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'perennial' plant is one that comes back year after year.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'annual' comes from the Latin word 'annus', meaning year.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'annual'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 to one year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annus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biannual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biennial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perennial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semiannual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triannual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'annual'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5138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253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253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lasts for many years or keeps coming back year after year, like a perennial garden plant.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happens once every two years, like some sporting competitions.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biannual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happens two times a year, splitting the year in half.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biennial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happens twice a year, like a biannual school report.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perennial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happens three times a year.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semiannual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happens once every year, like an annual school carnival.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triannual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happens once a year, every year — for example, birthdays come around annually.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'annual'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'annual'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school holds its annual sports day every October, and everyone looks forward to it.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nature documentary is released annually, so we watch a new episode every year.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plants perennial flowers in the garden because they grow back each year without replanting.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carnival is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annual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event, and it is celebrated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annually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the whole community.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biannual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meeting covered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perennial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problems, and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semiannual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review was also planned.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biannual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perennial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semiannual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biannual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biannual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biannual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biannual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perennial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perennial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throughout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enni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perennial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throughout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enni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perennial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throughout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enni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semiannual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semiannual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semiannual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semiannual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'annual' = relating to one year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'annual'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annually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biannual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biennial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perennial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semiannual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triannual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'annual' — 3-Day Teaching Deck</dc:title>
  <dc:subject>PptxGenJS Presentation</dc:subject>
  <dc:creator>Word Labs</dc:creator>
  <cp:lastModifiedBy>Word Labs</cp:lastModifiedBy>
  <cp:revision>1</cp:revision>
  <dcterms:created xsi:type="dcterms:W3CDTF">2026-07-03T09:15:33Z</dcterms:created>
  <dcterms:modified xsi:type="dcterms:W3CDTF">2026-07-03T09:15:33Z</dcterms:modified>
</cp:coreProperties>
</file>