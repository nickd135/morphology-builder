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"not; opposite; apart"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'dis-' — not; opposite; apart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'dis-' means 'not; opposite; apart'.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'dis-'.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'dis-'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'dis-' means 'not; opposite; apart'.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'dislike', the root is the part after the prefix 'dis-'.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'display' means 'to hide something secretly'.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'dislike' means 'a feeling of not liking something or someone'.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'dis' means 'not; opposite; apart'.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'dislike' means 'a strong feeling of love'.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'display' means 'to show something publicly, or an arrangement of things put out to be seen'.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'dis-'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not; opposite; apart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068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068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something for the first time or learn something new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like something or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liking something or someone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of respect or honour caused by shameful behaviour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in the usual price of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publicly, or an arrangement of things put out to be seen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dislike getting up early on cold winter mornings.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has a new display of ancient Roman coins.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and I often disagree about which film to watch.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contained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company's finances. The loud music caused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quiet neighbourhood.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were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street after the football match. The flood was a terrible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disaster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whole town. Scientists study natural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disasters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earthquakes and floods.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'dis-' = not; opposite; apart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'dis-'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'dis-'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