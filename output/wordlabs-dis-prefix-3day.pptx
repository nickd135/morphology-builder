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'disagree' really means 'to have a different opinion from someone else'.
'distrust' really means 'a feeling of not trusting or believing someone'.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shop was in disorder after the big sale, but we still found a discount on school shoes.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Wet leaves can discolour the trampoline mat. Don't distract anyone who is jumping, because a bad landing could dislocate a knee.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'dis-'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"not; opposite; apart"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'dis-' — not; opposite; apart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'dis-' means 'not; opposite; apart'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'dis-'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'dis-'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'dis-'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'dis-' means 'not; opposite; apart'. In 'dislike', it is added to 'like'.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'dislike', the base is 'like' (to enjoy; to prefer).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'dis-' means 'not; opposite; apart'.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'disrespect' means 'a lack of respect; rude or insulting behaviour towards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'disagree' means 'a feeling of not liking something or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'disappear' means 'to stop being seen or to vanish'.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'distrust' means 'to have a different opinion from someone else'.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'dis-' means 'not; opposite; apart'.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'disrespect' means 'a lack of respect; rude or insulting behaviour towards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'disagree' means 'a feeling of not liking something or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'disappear' means 'to stop being seen or to vanish'.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'distrust' means 'to have a different opinion from someone else'.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'dis-'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not; opposite; apart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dislike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'dis-'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dislike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dislike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not trusting or believing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break the connection between two things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stop being seen or to vanish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have a different opinion from someone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find something for the first time or learn something new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feeling of not liking something or someone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lack of respect; rude or insulting behaviour towards someone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dislike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not liking something or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of not trusting or believing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have a different opinion from someone else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find something for the first time or learn something new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break the connection between two things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lack of respect; rude or insulting behaviour towards someone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stop being seen or to vanish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'dis-'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'dis-'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dislike getting up early on cold winter mornings.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families were displaced when the flood destroyed their village.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disgraceful how the players ignored the referee.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was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disorder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big sale, but we still found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school shoes.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arrange; a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arrange; a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arrange; a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leaves can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discolour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trampoline mat. Don't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anyone who is jumping, because a bad landing could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dislocate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knee.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discolour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place; put in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place; put in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place; put in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'dis-' = not; opposite; apart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'dis-'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