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"not, opposite, away"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dis-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'dis-' — not, opposite, away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'dis-' means 'not, opposite, away'.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'dis-'.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'dis-'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'dis-'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'dis-' means 'not, opposite, away'.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'disagree', the root is the part after the prefix 'dis-'.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'dis-' can mean 'not' or 'opposite of'.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'Dis-' comes from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'discuss' contains the prefix 'dis-' meaning 'not'.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'dis-' to 'agree' makes a word that means to not agree.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'dis-' always makes a word mean the opposite of the base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'dis-'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not, opposite, away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dis-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'dis-'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break a connection between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out so others can see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a different opinion from someone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slight pain or unease.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learn something for the first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telling the truth; likely to cheat or lie.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out of sight or stop being visible.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'dis-'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'dis-'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made the rabbit disappear in a puff of smoke.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be honest and not dishonest with your friends.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began to disagree about which book was the best.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discomfort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she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power lead.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wellbeing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wellbeing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wellbeing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honest explorer did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disappear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jungle.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over, conceal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over, conceal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over, conceal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truthful, fair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truthful, fair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truthful, fair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/eer/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disbelief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'dis-' — 3-Day Teaching Deck</dc:title>
  <dc:subject>PptxGenJS Presentation</dc:subject>
  <dc:creator>Word Labs</dc:creator>
  <cp:lastModifiedBy>Word Labs</cp:lastModifiedBy>
  <cp:revision>1</cp:revision>
  <dcterms:created xsi:type="dcterms:W3CDTF">2026-04-10T00:56:35Z</dcterms:created>
  <dcterms:modified xsi:type="dcterms:W3CDTF">2026-04-10T00:56:35Z</dcterms:modified>
</cp:coreProperties>
</file>