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'dis-'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"not, opposite, away"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dis-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'dis-' — not, opposite, away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'dis-' means 'not, opposite, away'.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'dis-'.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'dis-'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'dis-'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'dis-' means 'not, opposite, away'.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'disagree', the root is the part after the prefix 'dis-'.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'dis-' can mean 'not' or 'opposite of'.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'display' uses 'dis-' to mean 'not show'.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'dis-' to 'agree' makes a word that means the opposite of agree.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'dis-'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'dis-' always makes a word mean 'do 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'dis-'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not, opposite, away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dis-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'dis-'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'dis-'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separate or break the link between two things.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someone rudely or without proper care.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a different opinion from someone else; to not agree.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being slightly uncomfortable or uneasy.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out of sight; to stop being visible.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telling the truth; being untruthful or unfair.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learn about something for the first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'dis-'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'dis-'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friends began to disagree about which game to play at lunchtime.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disappointed when it rained on the day of the school carnival.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 made the coin disappear right before our eyes!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dishonest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disconnect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computer without telling your teacher.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truthful, fair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truthful, fair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truthful, fair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showed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disrespect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they started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disagree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loudly, which caused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their teacher.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disappointment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admire and treat well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admire and treat well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admire and treat well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disappointment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disappointment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appoint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or set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disappointment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appoint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or set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disappointment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appoint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or set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'dis-'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not, opposite,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'dis-'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dishonest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disappoint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'dis-' — 3-Day Teaching Deck</dc:title>
  <dc:subject>PptxGenJS Presentation</dc:subject>
  <dc:creator>Word Labs</dc:creator>
  <cp:lastModifiedBy>Word Labs</cp:lastModifiedBy>
  <cp:revision>1</cp:revision>
  <dcterms:created xsi:type="dcterms:W3CDTF">2026-03-26T07:33:14Z</dcterms:created>
  <dcterms:modified xsi:type="dcterms:W3CDTF">2026-03-26T07:33:14Z</dcterms:modified>
</cp:coreProperties>
</file>