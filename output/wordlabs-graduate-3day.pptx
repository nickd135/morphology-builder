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'graduate'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"step, degree, or rank"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graduari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'graduate' — step, degree, or rank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'graduate' means 'step, degree, or rank'.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'graduate'.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'graduate'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'graduate'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'graduate' means 'step, degree, or rank'.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'graduate'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'graduate'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graduation ceremony celebrates students completing their studies.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postgraduate student is someone who has not yet started university.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 undergraduate is a student who has already finished their university degree.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root 'graduate' comes from a Latin word meaning step or degree.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'gradual' contains the root 'graduate' and relates to the idea of moving step by step.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'graduate'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step, degree, or rank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graduari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'graduate'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779776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127248" y="4178808"/>
            <a:ext cx="18288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127248" y="417880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83480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330952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330952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27064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638544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8544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slowly, step by step, rather than all at once.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process of finishing a course of study and receiving a qualification.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is still studying at university and has not yet finished their degree.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has already finished one university degree and is now doing further study.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ceremony where students are given their certificates after finishing their studies.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has finished their studies and received a certificate or degree.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course of study and received a qualification.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'graduate'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'graduate'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Mia finishes Year 12, she hopes to graduate from high school with excellent marks.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graduation ceremony was held in the school hall, and all the students wore special gowns.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older sister is an undergraduate student at university, studying to become a teacher.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ceremony was wonderful, and every student who had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graduated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felt very proud.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or process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or process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3827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or process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06247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gradually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worked hard, and 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postgraduate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studies made her an expert.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or not yet complete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or not yet complete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or not yet complete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219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way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219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way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219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what way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or degree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'graduate' = step, degree, or rank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'graduate'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postgraduate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gradually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'graduate' — 3-Day Teaching Deck</dc:title>
  <dc:subject>PptxGenJS Presentation</dc:subject>
  <dc:creator>Word Labs</dc:creator>
  <cp:lastModifiedBy>Word Labs</cp:lastModifiedBy>
  <cp:revision>1</cp:revision>
  <dcterms:created xsi:type="dcterms:W3CDTF">2026-07-03T09:22:13Z</dcterms:created>
  <dcterms:modified xsi:type="dcterms:W3CDTF">2026-07-03T09:22:13Z</dcterms:modified>
</cp:coreProperties>
</file>