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'graduate'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complete a course of study"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'graduate' — to complete a course of study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'graduate' means 'to complete a course of study'.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'graduate'.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'graduate'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'graduate'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'graduate' means 'to complete a course of study'.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'graduate'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'graduate'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'graduate' means 'to successfully complete a course of study, especially at university'.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'graduate' means 'to complete a course of study'.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'graduated' means 'successfully completed a course of study in the past'.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'graduate' means 'to travel to a foreign country'.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'graduated' means 'mixed ingredients together in a bowl'.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'graduate'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complete a course of study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'graduate'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980944" y="37216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980944" y="37216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83717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18464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18464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0807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4922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completed a course of study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have completed a course of study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successfully complete a course of study, especially at university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'graduate'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'graduate'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sister worked hard so she could graduate from university.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graduated from high school last summer with excellent results.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university graduates threw their caps into the air with joy.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primary school at the end of this year. Our whole family came to watch my brother's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ceremony.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doing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postgraduate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degree in marine biology. My sister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studying biology at university. Hundreds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attended the lecture in the main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'graduate' = to complete a course of study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'graduate'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'graduate'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