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'attendance' really means 'the act of being present at an event, or the number of people present'.
'appliance' really means 'a device or machine used in the home for a particular task'.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highlight of the magic performance was the sudden disappearance of a rabbit from a 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Mia's acceptance into the state choir had great significance for her family. She practised daily, despite the disturbance from her noisy brothers.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'-ance'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"state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'-ance' — state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'-ance' means 'state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'-ance'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'-ance'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'-ance'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'-ance' means 'state of'. In 'assistance', it is added to 'assist'.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'appliance', the base is 'apply' (put to use).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'importance', 'im-' means 'in; into'.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'-ance' means 'state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'importance' means 'the quality of being significant or valued'.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'attendance' means 'a device or machine used in the home for a particular task'.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'finance' means 'money used to run a business, government, or personal budget'.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'appliance' means 'help given to someone'.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'-ance' means 'state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'importance' means 'the quality of being significant or valued'.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'attendance' means 'a device or machine used in the home for a particular task'.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'finance' means 'money used to run a business, government, or personal budget'.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'appliance' means 'help given to someone'.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'-ance'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'-ance'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72160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2160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money used to run a business, government, or personal budget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quality of being significant or valued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act of being present at an event, or the number of people present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device or machine used in the home for a particular task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help given to someone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device or machine used in the home for a particular task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help given to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quality of being significant or valued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money used to run a business, government, or personal budget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 of being present at an event, or the number of people present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'-ance'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'-ance'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toaster is a useful kitchen appliance.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explained the importance of eating vegetables.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needs more finance to build the new factory.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highlight of the magic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sudden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disappearance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rabbit from a hat.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into 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into 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into 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state choir had great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her family. She practised daily, despite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her noisy brothers.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disturbance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disturbance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disturbance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disturb; agitate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disturbance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disturb; agitate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disturbance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disturb; agitate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'-ance'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'-ance'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'-ance'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