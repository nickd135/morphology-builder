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'-ance'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"state, quality, or action"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-antia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'-ance' — state, quality, or action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state, quality, or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'-ance' means 'state, quality, or action'.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'-ance'.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'-ance'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'-ance'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state, quality, or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'-ance' means 'state, quality, or action'.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'performance', the root is the part before the suffix '-ance'.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'appearance'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state, quality, or action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suffix '-ance' means 'without' or 'not'.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suffix '-ance' comes from Latin.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suffix '-ance' can turn a verb like 'perform' into a noun like 'performance'.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Words ending in '-ance' are always adjectives.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'-ance' and '-ence' are related suffixes that work in a similar way.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'-ance'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state, quality, or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state, quality, or action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-antia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performance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appearance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importance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assistance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tolerance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distance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balance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'-ance'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state, quality, or action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'-ance'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toler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4184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5332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5332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performance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state, quality, or action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performance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ability to accept or put up with things that are different or difficult.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appearance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or support given to someone who needs it.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importance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amount of space between two places or things.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assistance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of being very significant or mattering a great deal.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tolerance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ability to stay steady without falling over.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distance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performing or presenting something, like a play or concert.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balance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way something or someone looks to others.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'-ance'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state, quality, or action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'-ance'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dancer's performance was so amazing that the whole audience stood up and cheered.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important to show tolerance and kindness to everyone at our school.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 kept her balance as she carefully walked across the narrow log.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state, quality, or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state, quality, or action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magician's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filled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audience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wonder and excitement.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performance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audience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state, quality, or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state, quality, or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through, completely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shape, do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state, quality, or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through, completely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shape, do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state, quality, or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through, completely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shape, do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76779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state, quality, or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audience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state, quality, or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audience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state, quality, or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audience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state, quality, or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audience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state, quality, or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state, quality, or action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showed great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tolerance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assistance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her classmates, and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importance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the team was clear.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tolerance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assistance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importance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state, quality, or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tolerance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state, quality, or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tolerance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toler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bear, put up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state, quality, or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tolerance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toler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bear, put up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state, quality, or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tolerance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toler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bear, put up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57694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state, quality, or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state, quality, or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as before 's'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sist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stand, help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state, quality, or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as before 's'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sist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stand, help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sist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state, quality, or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as before 's'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sist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stand, help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sist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28315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76779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state, quality, or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state, quality, or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in, into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im before 'p'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carry, bring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state, quality, or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in, into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im before 'p'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carry, bring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state, quality, or action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in, into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im before 'p'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carry, bring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76779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state, quality, or action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'-ance'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'-ance' = state, quality, or action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'-ance'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toler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performance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appearance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importance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assistance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tolerance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distance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balance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entrance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'-ance' — 3-Day Teaching Deck</dc:title>
  <dc:subject>PptxGenJS Presentation</dc:subject>
  <dc:creator>Word Labs</dc:creator>
  <cp:lastModifiedBy>Word Labs</cp:lastModifiedBy>
  <cp:revision>1</cp:revision>
  <dcterms:created xsi:type="dcterms:W3CDTF">2026-04-10T01:12:18Z</dcterms:created>
  <dcterms:modified xsi:type="dcterms:W3CDTF">2026-04-10T01:12:18Z</dcterms:modified>
</cp:coreProperties>
</file>