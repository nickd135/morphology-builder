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quality, or action"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-antia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'-ance' — state, quality, or action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'-ance' means 'state, quality, or action'.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'-ance'.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'-ance'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'-ance'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'-ance' means 'state, quality, or action'.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'performance', the root is the part before the suffix '-ance'.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'appearance'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'-ance' can turn a verb into a noun, for example 'perform' becomes 'performance'.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'-ance' changes the meaning of a word to mean 'without'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Words ending in '-ance' are nouns that describe a state or quality.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'-ance' comes originally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that ends in the letters 'a-n-c-e' contains the suffix '-ance'.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'-ance'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quality, or 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-antia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'-ance'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accept and respect things or people that are different from you.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or direction that helps someone know what to 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space between two places or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or support given to someone who needs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very valuable, significant, or worth caring about.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performing or presenting something, like a play or dance, in front of an audience.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or someone looks, or the act of showing up somewhere.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'-ance'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'-ance'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practised their dance performance for the school concert.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guidance from her teacher, Maya improved her writing greatly.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tolerance and kindness towards others is very important.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outstanding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filled the audience 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coach, Leo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long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direct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'guide'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direct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'guide'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direct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'guide'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harden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'endure'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harden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'endure'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harden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'endure'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guidance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'-ance' — 3-Day Teaching Deck</dc:title>
  <dc:subject>PptxGenJS Presentation</dc:subject>
  <dc:creator>Word Labs</dc:creator>
  <cp:lastModifiedBy>Word Labs</cp:lastModifiedBy>
  <cp:revision>1</cp:revision>
  <dcterms:created xsi:type="dcterms:W3CDTF">2026-03-26T07:46:27Z</dcterms:created>
  <dcterms:modified xsi:type="dcterms:W3CDTF">2026-03-26T07:46:27Z</dcterms:modified>
</cp:coreProperties>
</file>