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'-ance'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'-ance' — state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'-ance' means 'state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'-ance'.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'-ance'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'-ance'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'-ance' means 'state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'appliance', the root is the part before the suffix '-ance'.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'endurance'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'appliance' means 'a written promise between two people'.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'endurance' means 'the ability to keep going through pain or difficulty for a long time'.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'endurance' means 'the ability to solve maths problems quickly'.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'appliance' means 'a device or machine used in the home for a particular task'.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'ance' means 'state of'.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'-ance'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'-ance'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'-ance'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70662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70662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03250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03250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52029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56144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144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given to someone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or machines used in the home, more than one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a country, organisation or system is controlled and managed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someone or something looks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significant or valued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or machine used in the home for a particular task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keep going through pain or difficulty for a long time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'-ance'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'-ance'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washing machine is a useful kitchen appliance.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marathon takes great endurance.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appearance had changed a lot since we last met.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was inspected to check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safety rules. The loud music caused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quiet neighbourhood.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disturb; agitate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disturb; agitate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disturb; agitate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Refinancing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mortgage saved the family hundreds of dollars each month. There were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street after the football match.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discovery was explained by the scientist.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refinancing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refinancing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refinancing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refinancing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nanc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refinancing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nanc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disturb; agitate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disturb; agitate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disturbances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disturb; agitate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'-ance'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'-ance'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endurance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appliances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'-ance'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