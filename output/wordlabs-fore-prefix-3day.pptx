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'fore-' — before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'fore-' means 'before'.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'fore-'.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'fore-'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'fore-'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'fore-' means 'before'.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'foresee', the root is the part after the prefix 'fore-'.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'foregoing' means 'mentioned before; coming earlier in a piece of writing'.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'foresee' means 'to look behind you while walking'.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'fore' means 'before'.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'foregoing' means 'happening far away in another country'.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'foresee' means 'to know or guess that something will happen before it does'.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'fore-'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'fore-'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9809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9809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3068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3068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3309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7424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424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or guess that something will happen before it does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mentioned before; coming earlier in a piece of writing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'fore-'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'fore-'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could foresee how the storm would change everything.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foregoing paragraph explains the main idea of the essay.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Foreseeing the traffic jam, they left home early.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traffic jam, they left home early.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foreman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 that all the workers were wearing hard hats.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foreman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at; to notice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foreman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foreman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foreman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foreman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promised to be his best friend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family lost their home due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foreclosures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happened after people lost their jobs.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foreclosures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foregoing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'fore-'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