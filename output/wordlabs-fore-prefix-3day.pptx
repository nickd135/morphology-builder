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'foresight' really means 'the ability to plan ahead for what might happen'.
'forearm' really means 'the part of your arm between your elbow and your wrist'.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forecast said it would be hot, so Dad put sunscreen on my forehead before we went to the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lifesaver pointed with her forefinger at the flags in the foreground of the photo. Safety is always at the forefront of her mind.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'fore-'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'fore-' — before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'fore-' means 'before'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'fore-'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'fore-'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'fore-'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'fore-' means 'before'. In 'forearm', it is added to 'arm'.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'forearm', the base is 'arm' (the limb from the shoulder to the hand).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'forerunner', '-er' means 'person or 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'fore-' means 'before'.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'foresee' means 'to know or guess that something will happen before it does'.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'foresight' means 'the part of your arm between your elbow and your wrist'.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'foretell' means 'to say what will happen in the future'.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'forearm' means 'the ability to plan ahead for what might happen'.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'fore-' means 'before'.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'foresee' means 'to know or guess that something will happen before it does'.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'foresight' means 'the part of your arm between your elbow and your wrist'.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'foretell' means 'to say what will happen in the future'.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'forearm' means 'the ability to plan ahead for what might happen'.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'fore-'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forearm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foresee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foresight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forerunner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foretell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'fore-'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sight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50545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79806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79806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5876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85876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67258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08406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8406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forerunner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65760" y="4233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'n' before -er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forearm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say what will happen in the future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foresee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something or someone that came before and led the way for later things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foresight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know or guess that something will happen before it does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forerunner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part of your arm between your elbow and your wrist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foretell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ability to plan ahead for what might happen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forearm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part of your arm between your elbow and your wrist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foresee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know or guess that something will happen before it does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foresight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ability to plan ahead for what might happen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forerunner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something or someone that came before and led the way for later things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foretell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say what will happen in the future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'fore-'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'fore-'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cricket ball bruised his forearm.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could foresee how the storm would change everything.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to Dad's foresight, we packed raincoats.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said it would be hot, so Dad put sunscreen on my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forehead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we went to the beach.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forehead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forehead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forehead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part of the body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forehead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part of the body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forehead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part of the body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lifesaver pointed with 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forefinger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flags in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foreground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photo. Safety is always at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forefront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her mind.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foreground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forefinger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forefront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foreground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foreground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surface of the earth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foreground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surface of the earth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foreground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surface of the earth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forefinger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forefinger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long parts of the hand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forefinger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long parts of the hand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forefinger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long parts of the hand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forefront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forefront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facing forward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forefront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facing forward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forefront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facing forward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'fore-'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'fore-' = 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sight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foreground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forefinger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'fore-'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