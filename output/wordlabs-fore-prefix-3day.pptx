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"before, in front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'fore-' — before, in front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'fore-' means 'before, in front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'fore-'.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'fore-'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'fore-'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'fore-' means 'before, in front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'forecast', the root is the part after the prefix 'fore-'.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'foreground' refers to the part of a scene furthest away from you.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'fore-' means behind or after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'Fore-' comes from Old English and means before or in front of.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'forecast' uses the prefix 'fore-' to mean predicting something before it happens.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If you forewarn someone, you are telling them about something ahead of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'fore-'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before, in front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fore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foretell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forehead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forearm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'fore-'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about what the weather or future events will be like.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a picture or scene that is closest to the person looking at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think ahead and plan for what might happen in the future.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will happen in the future before it actually occurs.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foretell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your arm between your elbow and your wrist.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forehead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part of your face above your eyebrows and below your hairline.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forearm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a danger or problem before it happens.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'fore-'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'fore-'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forecast said there would be heavy rain on the weekend.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the foresight to pack an umbrella before leaving home.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wanted to forewarn the students about the surprise quiz on Friday.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 about the coming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of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of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of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coach used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field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forewarn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players about the tricky slope.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 or area below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 or area below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 or area below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of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of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of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foretell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forehead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forearm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'fore-' — 3-Day Teaching Deck</dc:title>
  <dc:subject>PptxGenJS Presentation</dc:subject>
  <dc:creator>Word Labs</dc:creator>
  <cp:lastModifiedBy>Word Labs</cp:lastModifiedBy>
  <cp:revision>1</cp:revision>
  <dcterms:created xsi:type="dcterms:W3CDTF">2026-04-10T00:58:23Z</dcterms:created>
  <dcterms:modified xsi:type="dcterms:W3CDTF">2026-04-10T00:58:23Z</dcterms:modified>
</cp:coreProperties>
</file>