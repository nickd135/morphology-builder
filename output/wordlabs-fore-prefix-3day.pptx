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"before, in front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'fore-' — before, in front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'fore-' means 'before, in front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'fore-'.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'fore-'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'fore-' means 'before, in front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'forecast', the root is the part after the prefix 'fore-'.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'fore-' means before or in front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'forecast' means to look back at something that already happened.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Your forehead is the part of your face at the front, above your eyes.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'fore-'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'fore-' means against or opposite to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'fore-'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before, in front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fore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about what will happen, especially the weather.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a picture or scene that is closest to you at the front.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your face above your eyebrows and below your hairline.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warn someone about something before it happens.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think ahead and plan carefully for the future.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lower part of your arm between your elbow and your wrist.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guess that something will happen before it does.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forecast said it would rain on Saturday, so we packed our umbrellas.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had the foresight to bring extra water on the long bushwalk.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forewarned the class that the test would include tricky questions.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forecaster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warned us that strong winds were coming, so we made sure to secure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decorations.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or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or surface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or surface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or surface below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team leader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forewarned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about the delay,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forecasted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meant they had to change their plans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danger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'fore-' = before, in front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'fore-'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forehead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foreground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forewarn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forearm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foresight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'fore-' — 3-Day Teaching Deck</dc:title>
  <dc:subject>PptxGenJS Presentation</dc:subject>
  <dc:creator>Word Labs</dc:creator>
  <cp:lastModifiedBy>Word Labs</cp:lastModifiedBy>
  <cp:revision>1</cp:revision>
  <dcterms:created xsi:type="dcterms:W3CDTF">2026-03-26T07:34:56Z</dcterms:created>
  <dcterms:modified xsi:type="dcterms:W3CDTF">2026-03-26T07:34:56Z</dcterms:modified>
</cp:coreProperties>
</file>