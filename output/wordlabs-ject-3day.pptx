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'ject'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throw or hurl"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jacere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'ject' — to throw or hurl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'ject' means 'to throw or hurl'.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'ject'.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'ject'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'ject'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'ject' means 'to throw or hurl'.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'ject'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'ject'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'ject' comes from a Latin word meaning to throw.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'inject' means to throw something outward away from the body.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projectile is something that is thrown or launched through the air.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're' in 'reject' means back, so reject means to throw back.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'ject' comes from a Greek word meaning to carry.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'ject'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throw or hurl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jacere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dejected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'ject'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liquid into something, like when a doctor injects medicine using a needle.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thrown under discussion, like a school subject or the topic of a conversation.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something back or say no to it, like rejecting an idea you don't agree with.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thrown down or very sad and disappointed about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your opinion against something, meaning you disagree with it.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something out, like ejecting a disc from a player or being forced to leave somewhere.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dejected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throw something forward, like projecting your voice so everyone can hear, or a task you work 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'ject'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'ject'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judges decided to reject the entry because it did not follow the competition rules.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dejected after she missed the winning goal in the final minute of the match.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scientists studied the path of the projectile as it flew across the field.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voices clearly, but Tom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first idea for his speech.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injection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dejected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 began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object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any further treatment from the nurses.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dejected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dejected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dejected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dejected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dejected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describing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/kt/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'ject' = to throw or hurl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subject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dejected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projectile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'ject' — 3-Day Teaching Deck</dc:title>
  <dc:subject>PptxGenJS Presentation</dc:subject>
  <dc:creator>Word Labs</dc:creator>
  <cp:lastModifiedBy>Word Labs</cp:lastModifiedBy>
  <cp:revision>1</cp:revision>
  <dcterms:created xsi:type="dcterms:W3CDTF">2026-03-25T03:46:49Z</dcterms:created>
  <dcterms:modified xsi:type="dcterms:W3CDTF">2026-03-25T03:46:49Z</dcterms:modified>
</cp:coreProperties>
</file>