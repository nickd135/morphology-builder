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12 word families with 'ject' suit Years 3–7, so Day 3 has 1 dictation word instead of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'reject' really means 'to refuse to accept, believe, or agree to something'.
'subject' really means 'a topic or area of study, or the main person or thing a sentence is about'.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After the rejection of her first idea, Mia tried to inject some humour into her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Our class watched a projection of the night sky on the planetarium dome.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'ject'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"throw"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12 word families with 'ject' suit Years 3–7, so Day 3 has 1 dictation word instead of 3.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'ject' — throw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'ject' = throw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'ject' means 'throw'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root 'ject'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'ject'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'ject'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'ject' = throw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root is the main part of a word that carries its meaning. The root 'ject' means 'throw'. You can find it in 'reject'.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'reject', 're-' means 'again'.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'projector', '-or' means 'thing that'.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'ject' = throw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'ject' means 'throw'.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'object' means 'a thing that can be seen and touched'.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'reject' means 'a topic or area of study, or the main person or thing a sentence is about'.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'dejected' means 'sad and disappointed, with your spirits thrown down'.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'subject' means 'to refuse to accept, believe, or agree to something'.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'ject' = throw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'ject' means 'throw'.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'object' means 'a thing that can be seen and touched'.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'reject' means 'a topic or area of study, or the main person or thing a sentence is about'.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'dejected' means 'sad and disappointed, with your spirits thrown down'.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'subject' means 'to refuse to accept, believe, or agree to something'.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'ject'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'ject' = throw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'ject'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throw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reject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subject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projector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dejected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'ject'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'ject' = throw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sub-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ject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463040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463040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pro-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236829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2660904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2660904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ject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56616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858768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858768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67258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5084064" y="3776472"/>
            <a:ext cx="1856232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84064" y="3776472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projector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'ject'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'ject' = throw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reject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thing that can be seen and touched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subject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sad and disappointed, with your spirits thrown down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projector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topic or area of study, or the main person or thing a sentence is about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machine that shines images or films onto a screen or wall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dejected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refuse to accept, believe, or agree to something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'ject'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'ject' = throw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reject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refuse to accept, believe, or agree to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subject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topic or area of study, or the main person or thing a sentence is about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projector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machine that shines images or films onto a screen or wall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thing that can be seen and touched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dejected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sad and disappointed, with your spirits thrown down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'ject'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'ject' = throw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'ject'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Maths is her favourite subject at school.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switched on the projector to show the video.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felt dejected after losing the grand final.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'ject' = throw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'ject' = throw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rejection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her first idea, Mia tried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inject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some humour into her story.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inject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rejection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'ject' = throw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inject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'ject' = throw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inject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'ject' = throw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inject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ject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'ject' = throw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inject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ject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'ject' = throw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rejection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'ject' = throw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rejection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'ject' = throw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rejection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'ject' = throw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rejection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'ject' = throw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'ject' = throw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class watched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projection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night sky on the planetarium dome.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'ject' = throw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'ject' = throw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'ject' = throw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'ject' = throw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'ject' = throw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'ject' = throw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sub-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ject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injection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objection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718304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18304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894576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94576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inject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65760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rejection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2542032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542032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'ject' — Teaching Deck</dc:title>
  <dc:subject>PptxGenJS Presentation</dc:subject>
  <dc:creator>Word Labs</dc:creator>
  <cp:lastModifiedBy>Word Labs</cp:lastModifiedBy>
  <cp:revision>1</cp:revision>
  <dcterms:created xsi:type="dcterms:W3CDTF">2026-10-22T10:14:33Z</dcterms:created>
  <dcterms:modified xsi:type="dcterms:W3CDTF">2026-10-22T10:14:33Z</dcterms:modified>
</cp:coreProperties>
</file>