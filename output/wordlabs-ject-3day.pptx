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'ject' — throw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'ject' means 'throw'.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'ject' means 'throw'.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'inject' means 'to remove something completely from a place'.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'ject' means 'throw'.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'subject' means 'a tool used for cutting paper'.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'subject' means 'a topic or area of study, or the main person or thing a sentence is about'.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'inject' means 'to force a liquid into something, often using a needle'.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a liquid into something, often using a needle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to go through or experience something, often unpleasant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force a liquid into something, often using a needle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act of putting liquid into the body using a needle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 of putting liquid into the body using a needle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of study, or people or things a sentence or ruler is about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topic or area of study, or the main person or thing a sentence is about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will inject the medicine into your arm.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 is her favourite subject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vet injected the medicine into the sick dog.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term is to improve our writing skills. The committee raised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listed the learning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board. His rude comments were considered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objectionable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whole class. The pilot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plane before it crashed.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throw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'ject'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