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throw or hurl"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'ject' — to throw or hurl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'ject' means 'to throw or hurl'.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'ject' means 'to throw or hurl'.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'eject' contains the root 'ject'.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're' in 'reject' means back, so reject means to throw back.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'inject' means to throw something away from you.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'ject' originally came from a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'ject' comes from a Latin word meaning 'to throw'.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throw or hurl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an idea forward or show something on a screen, or a big piece of work you do at school.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thrown under discussion, like a topic at school such as maths or science.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liquid into something using a needle, like when a doctor gives you a vaccination.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thrown down and very sad or disappointed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your feelings against something because you disagree with it, or a thing you can touch.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something out forcefully, like being pushed out of a seat or removing a disc from a machine.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something back or say no to it, like when you don't want to keep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had to reject the results of the experiment because they were not accurate.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project our voices so everyone in the classroom could hear us clearly.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missing the goal, the player felt dejected and sat quietly on the bench.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medicine carefully, and the patient should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treatment.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projectile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flew through the air, which made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dejected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competition 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trajectory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'ject' — 3-Day Teaching Deck</dc:title>
  <dc:subject>PptxGenJS Presentation</dc:subject>
  <dc:creator>Word Labs</dc:creator>
  <cp:lastModifiedBy>Word Labs</cp:lastModifiedBy>
  <cp:revision>1</cp:revision>
  <dcterms:created xsi:type="dcterms:W3CDTF">2026-04-09T22:37:42Z</dcterms:created>
  <dcterms:modified xsi:type="dcterms:W3CDTF">2026-04-09T22:37:42Z</dcterms:modified>
</cp:coreProperties>
</file>