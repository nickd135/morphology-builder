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'duc'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or bring"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'duc' — to lead or bring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'duc' means 'to lead or bring'.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'duc'.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'duc'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'duc'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'duc' means 'to lead or bring'.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'duc'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'duc'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're' in 'reduce' means again or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'aqueduct' contains the root 'duc'.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'reduce' means to make something bigger or larger.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'duc' comes from a Latin word meaning to lead or bring.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'duc' originally came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'duc'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or bring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'duc'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and train someone so they can learn new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bring someone into a group or position.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something, like a farmer producing vegetables.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out the answer by thinking carefully about the clues you have.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someone or something new to a person or place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guide something, like conducting an orchestra or an experiment.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less, like reducing the amount of rubbish you make.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'duc'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'duc'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teacher asked us to deduce which liquid was water by observing each one carefully.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captain will introduce the new students to the rest of the class at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in Australia produce many different fruits and vegetables that we eat every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topic, then the students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poster about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lot from your symptoms;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mistakes in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aqueduct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'duc' — 3-Day Teaching Deck</dc:title>
  <dc:subject>PptxGenJS Presentation</dc:subject>
  <dc:creator>Word Labs</dc:creator>
  <cp:lastModifiedBy>Word Labs</cp:lastModifiedBy>
  <cp:revision>1</cp:revision>
  <dcterms:created xsi:type="dcterms:W3CDTF">2026-04-09T22:42:09Z</dcterms:created>
  <dcterms:modified xsi:type="dcterms:W3CDTF">2026-04-09T22:42:09Z</dcterms:modified>
</cp:coreProperties>
</file>