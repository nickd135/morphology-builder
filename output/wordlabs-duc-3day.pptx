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'duc'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lead or bring"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ducere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'duc' — to lead or bring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'duc' means 'to lead or bring'.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'duc'.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'duc'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'duc'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'duc' means 'to lead or bring'.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'duc'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'duc'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'duc' comes from Latin and means to lead or bring.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'reduce' means to make something bigger.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'aqueduct' contains the root 'duc'.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conductor is someone who leads a group of musicians.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'duc' comes from Greek.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'duc'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lead or bring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ducere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'duc'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and lead someone's mind so they learn new things.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officially bring someone into a group or organisation.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create something, like a factory that produces toys.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away an amount from a total, like deducting points in a game.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someone or something new to a person or place for the first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guide something, like a conductor leading an orchestra.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smaller or less, like reducing the amount of rubbish you make.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'duc'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'duc'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 teacher asked us to conduct an experiment to see which material absorbs the most water.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reduce the amount of plastic we use to help protect the ocean.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start of the year, our teacher will introduce a new reading programme to the class.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introduce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new student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produce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welcome poster for the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principal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conduct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assembly,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introduce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award winners, and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reduce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time spent on notices.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'duc' = to lead or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aqueduct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'duc' — 3-Day Teaching Deck</dc:title>
  <dc:subject>PptxGenJS Presentation</dc:subject>
  <dc:creator>Word Labs</dc:creator>
  <cp:lastModifiedBy>Word Labs</cp:lastModifiedBy>
  <cp:revision>1</cp:revision>
  <dcterms:created xsi:type="dcterms:W3CDTF">2026-03-25T03:51:08Z</dcterms:created>
  <dcterms:modified xsi:type="dcterms:W3CDTF">2026-03-25T03:51:08Z</dcterms:modified>
</cp:coreProperties>
</file>