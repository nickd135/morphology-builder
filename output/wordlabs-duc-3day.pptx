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'duc'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'duc' — lead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'duc' means 'lead'.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'duc'.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'duc'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'duc'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'duc' means 'lead'.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'duc'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'duc'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'deduction' means 'the act of subtracting, or a conclusion reached by reasoning'.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'induced' means 'reduced the size of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'duc' means 'lead'.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'induced' means 'caused something to happen'.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'deduction' means 'a loud celebration'.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'duc'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'duc'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508760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508760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359152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06624" y="37216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706624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31336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178808" y="37216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78808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49240" y="37216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760720" y="37216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formally introducing someone to a new job, or bringing something about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subtracting, or a conclusion reached by reasoning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something to happen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'duc'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'duc'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medicine induced a deep sleep in the patient.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clever deduction, the detective worked out who had taken the biscuit.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staff attend an induction day to learn about the school's routines.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traffic after the new bus route opened. The wage slip listed several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deductions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tax and insurance.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increased its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bicycles this year. The store announced big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reductions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prices for the weekend sale. The factory's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increased after the new machines arrived.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'duc'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