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'solve'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loosen, free, or explain"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solvere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'solve' — to loosen, free, or explain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'solve' means 'to loosen, free, or explain'.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'solve'.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'solve'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'solve'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'solve' means 'to loosen, free, or explain'.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'solve'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'solve'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'solve' comes from a Latin word meaning to loosen or free.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'dissolve' means to make something louder.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're-' to 'solve' makes the word 'resolve', meaning to solve again or sort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problem-solver is someone who finds answers to difficult questions.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'absolve' means to give someone extra homework.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'solve'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loosen, free, or explain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solvere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insolvent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'solve'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pay back money that is owed.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solution to a disagreement or problem.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mix completely into a liquid until it disappears.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free someone from blame or guilt.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finds answers to problems.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answer to a problem.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insolvent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the answer to a problem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'solve'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'solve'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solve this tricky maths problem before lunchtime?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 will dissolve quickly if you stir it into the warm water.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friends decided to resolve their argument by talking it through calmly.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dispute, but it was a difficult problem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dissolving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tablet in water,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puzzle in the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explain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insolvent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'solve' — 3-Day Teaching Deck</dc:title>
  <dc:subject>PptxGenJS Presentation</dc:subject>
  <dc:creator>Word Labs</dc:creator>
  <cp:lastModifiedBy>Word Labs</cp:lastModifiedBy>
  <cp:revision>1</cp:revision>
  <dcterms:created xsi:type="dcterms:W3CDTF">2026-03-25T03:26:04Z</dcterms:created>
  <dcterms:modified xsi:type="dcterms:W3CDTF">2026-03-25T03:26:04Z</dcterms:modified>
</cp:coreProperties>
</file>