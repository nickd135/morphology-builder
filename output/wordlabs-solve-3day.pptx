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'solve'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loosen, free, or untangle"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solvere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'solve' — to loosen, free, or untangle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'solve' means 'to loosen, free, or untangle'.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'solve'.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'solve'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'solve'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'solve' means 'to loosen, free, or untangle'.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'solve'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'solve'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prefix 're' to 'solve' makes the word 'resolve', meaning to sort out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'dissolve' has nothing to do with the root 'solve'.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'solve' comes from a Latin word meaning to loosen or untangle.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'-able' in 'solvable' means it cannot be solved.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'ab' in 'absolve' means away or from, so 'absolve' means to free someone from blame.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'solve'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loosen, free, or untangle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solvere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insoluble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'solve'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dissolved in liquid, or a problem that cannot be solved.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sort out a problem or argument so that everyone is happy.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mixes completely into a liquid and disappears, like sugar in water.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say that someone is not guilty or not to blame for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answer to a problem (used with he, she, or it).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answer to a problem or puzzle.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insoluble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the answer to a problem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'solve'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'solve'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solve this tricky maths problem before the end of the lesson?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resolve our disagreement so we can work together as a team.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stir the sugar long enough, it will dissolve completely in the warm water.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working together, the students were able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argument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salt in water for their science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suspect, but could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unsolvable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mystery before midnight?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loosen or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to loosen, free, or untangle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absolve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insoluble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resolute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'solve' — 3-Day Teaching Deck</dc:title>
  <dc:subject>PptxGenJS Presentation</dc:subject>
  <dc:creator>Word Labs</dc:creator>
  <cp:lastModifiedBy>Word Labs</cp:lastModifiedBy>
  <cp:revision>1</cp:revision>
  <dcterms:created xsi:type="dcterms:W3CDTF">2026-04-09T22:14:11Z</dcterms:created>
  <dcterms:modified xsi:type="dcterms:W3CDTF">2026-04-09T22:14:11Z</dcterms:modified>
</cp:coreProperties>
</file>