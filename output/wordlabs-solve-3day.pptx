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'solve'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"find an answer"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'solve' — find an answer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'solve' means 'find an answer'.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'solve'.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'solve'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'solve'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'solve' means 'find an answer'.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'solve'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'solve'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'solved' means 'asked a difficult question'.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'solve' means 'find an answer'.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'solved' means 'found the answer to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'solve' means 'to create a new problem'.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'solve' means 'to find the answer to a problem'.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'solve'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find an answer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'solve'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834640" y="46360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2834640" y="46360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4251960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4599432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4599432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495544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5907024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907024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process of finding an answer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a solution to a problem, or firm determination to do something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answer to something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or things that solve problems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device that solves something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solvers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the answer to a problem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the answer to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'solve'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'solve'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solve this tricky maths problem?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solved the puzzle in record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app acts like a solver for tricky equations.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sugar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dissolved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 in the hot tea. The teachers spent the afternoon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resolving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argument between the two students.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dissolved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opposite; apart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puzzle 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solvable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if you think carefully. The ancient puzzle seemed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unsolvable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 matter how hard they tried. Water is a common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solvent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used to dissolve salt.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unsolvable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unsolvable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 answer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'solve' = find an answer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'solve'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solvers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solving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'solve'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