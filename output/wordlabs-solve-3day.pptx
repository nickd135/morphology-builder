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'solve'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'dissolved' really means 'mixed completely into a liquid so it seemed to disappear'.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puzzle seemed unsolvable until Mia found the missing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'solve'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"loosen; find an answer"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'solve'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'solve' — loosen; find an answer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'solve' means 'loosen; find an answer'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'solve'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'solve'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'solve'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'solve' means 'loosen; find an answer'. You can find it in 'resolve'.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'resolve', 're-' means 'again; back'.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'solvable', '-able'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'solve' means 'loosen; find an answer'.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'resolve' means 'to find a solution to a problem, or firm determination to do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'dissolved' means 'able to be solved or worked out'.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'solvable' means 'able to be solved or worked out'.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'solve' means 'loosen; find an answer'.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'resolve' means 'to find a solution to a problem, or firm determination to do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'dissolved' means 'able to be solved or worked out'.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'solvable' means 'able to be solved or worked out'.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'solve'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loosen; find an answer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dissolved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'solve'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66090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66090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0332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99592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99592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0974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221224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21224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dissolved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able to be solved or worked 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mixed completely into a liquid so it seemed to disappear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dissolved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find a solution to a problem, or firm determination to do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find the answer to a problem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find the answer to a problem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find a solution to a problem, or firm determination to do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dissolved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mixed completely into a liquid so it seemed to disappear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solvable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able to be solved or worked out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'solve'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'solve'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solve this tricky maths problem?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friends managed to resolve their argument peacefully.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sugar dissolved quickly in the hot tea.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 seemed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unsolvable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until Mia found the missing piece.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unsolvable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unsolvable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unsolvable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answer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unsolvable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answer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unsolvable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answer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'solve'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'solve' = loosen; find an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unsolvable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'solve'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