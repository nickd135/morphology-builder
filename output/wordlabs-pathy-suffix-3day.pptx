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"feeling, disease, or treatment"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pathos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'-pathy' — feeling, disease, or treatment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'-pathy' means 'feeling, disease, or treatment'.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'-pathy'.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'-pathy'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'-pathy'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'-pathy' means 'feeling, disease, or treatment'.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'empathy', the root is the part before the suffix '-pathy'.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'sympathy'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suffix '-pathy' comes from Greek and relates to feeling or suffering.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'empathy' means feeling nothing at all about other people's emotions.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Telepathy involves the idea of sending thoughts directly from one mind to another.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'-pathy' can describe both feelings and types of medical treatment.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'-pathy' comes from Latin and means 'to move quickly'.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'-pathy'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feeling, disease, or treatment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pathos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'-pathy'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1243584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12435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21224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32704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32704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feeling of not caring about anything or not being interested in what is happening around you.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dislike or not wanting anything to do with something or someone.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understand and share how another person is feeling, as if you were in their shoes.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type of alternative medicine that uses very tiny amounts of natural substances to treat illness.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way of treating pain and illness by moving and stretching the bones and muscles in the body.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imagined ability to send or receive thoughts from another person's mind without speaking.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sorry for someone who is going through a hard time and wanting to comfort them.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'-pathy'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'-pathy'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teacher showed great empathy when she noticed that Marcus was feeling upset about moving schools.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felt sympathy for her friend who had broken his arm just before the swimming carnival.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discussed how apathy — not caring about anything — can make it hard to learn new things.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towards others is just as important as showing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sympathy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they are sad.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empathy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truly sharing someone's feelings,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sympathy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caring about them,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apathy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means feeling nothing at all.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in, into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→ em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together, with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22199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→ sym before 'p'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03352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/i/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without, 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path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feeling, suffering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a noun or adjective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/ee/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'pathy'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'-pathy' = feeling, disease, or treatment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'-pathy'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-pathy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empathy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sympathy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apathy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telepathy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antipathy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homeopathy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osteopathy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sociopathy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'-pathy' — 3-Day Teaching Deck</dc:title>
  <dc:subject>PptxGenJS Presentation</dc:subject>
  <dc:creator>Word Labs</dc:creator>
  <cp:lastModifiedBy>Word Labs</cp:lastModifiedBy>
  <cp:revision>1</cp:revision>
  <dcterms:created xsi:type="dcterms:W3CDTF">2026-04-03T03:24:03Z</dcterms:created>
  <dcterms:modified xsi:type="dcterms:W3CDTF">2026-04-03T03:24:03Z</dcterms:modified>
</cp:coreProperties>
</file>