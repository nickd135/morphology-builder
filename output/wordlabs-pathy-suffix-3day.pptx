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"feeling, disease, or treatment"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pathos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'-pathy' — feeling, disease, or treatment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'-pathy' means 'feeling, disease, or treatment'.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'-pathy'.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'-pathy'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'-pathy'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'-pathy' means 'feeling, disease, or treatment'.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'empathy', the root is the part before the suffix '-pathy'.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'sympathy'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Telepathy refers to the idea of communicating thoughts directly from one mind to another.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'sympathy' ends in '-pathy' but has nothing to do with feelings.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'-pathy' comes from a Greek word meaning feeling or disease.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'empathy' means you do not care about how others feel.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'-pathy' can be used to name both feelings and types of medical treatment.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'-pathy'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feeling, disease, or treatment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pathos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'-pathy'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of sending thoughts or feelings directly to another person's mind without speaking.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dislike towards someone or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understand and share how someone else is feeling.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treating body pain by carefully moving and adjusting bones and muscles.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alternative medicine that uses very tiny amounts of natural substances to treat illness.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caring about something or not being interested at all.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sorry for someone who is going through a hard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'-pathy'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'-pathy'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empathy when her friend was upset, sitting quietly beside her and listening carefully.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studied osteopathy so she could help patients with back and joint pain without using medicine.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people believe in telepathy, but there is no scientific proof that humans can send thoughts to each other.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praised the student for showing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later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make it hard to help others.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osteopathy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relieve pain, and she also discussed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homeopathy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curious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treatment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sociopathy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'-pathy' — 3-Day Teaching Deck</dc:title>
  <dc:subject>PptxGenJS Presentation</dc:subject>
  <dc:creator>Word Labs</dc:creator>
  <cp:lastModifiedBy>Word Labs</cp:lastModifiedBy>
  <cp:revision>1</cp:revision>
  <dcterms:created xsi:type="dcterms:W3CDTF">2026-04-10T01:15:45Z</dcterms:created>
  <dcterms:modified xsi:type="dcterms:W3CDTF">2026-04-10T01:15:45Z</dcterms:modified>
</cp:coreProperties>
</file>