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'-pathy'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'apathy' really means 'a lack of interest or enthusiasm'.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twins joked that they used telepathy to finish each other's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'-pathy'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"feeling; suffering"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'-pathy'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'-pathy' — feeling; suffering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'-pathy' means 'feeling; suffering'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'-pathy'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'-pathy'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'-pathy'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'-pathy' means 'feeling; suffering'. In 'empathy', it is added to 'em'.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'empathy', 'em-'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'-pathy' means 'feeling; suffering'.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'empathy' means 'the ability to understand and share another person's feelings'.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'apathy' means 'the feeling of being sorry for someone else who is having a hard 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'sympathy' means 'the feeling of being sorry for someone else who is having a hard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'-pathy' means 'feeling; suffering'.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'empathy' means 'the ability to understand and share another person's feelings'.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'apathy' means 'the feeling of being sorry for someone else who is having a hard 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'sympathy' means 'the feeling of being sorry for someone else who is having a hard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'-pathy'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feeling; suffering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sympathy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apathy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'-pathy'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-pathy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-pathy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apathy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lack of interest or enthusiasm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sympathy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ability to understand and share another person's feelings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apathy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feeling of being sorry for someone else who is having a hard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ability to understand and share another person's feelings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sympathy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feeling of being sorry for someone else who is having a hard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apathy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lack of interest or enthusiasm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'-pathy'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'-pathy'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doctors show empathy towards their patients.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great sympathy for her friend when his pet rabbit died.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apathy towards the project meant he never finished any tasks.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twins joked that they used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telepathy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finish each other's sentences.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'-pathy'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'-pathy' = feeling; suffering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-pathy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'-pathy'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