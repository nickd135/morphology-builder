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"feeling; suffering"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'-pathy' — feeling; suffering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'-pathy' means 'feeling; suffering'.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'-pathy'.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'-pathy'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'-pathy'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'-pathy' means 'feeling; suffering'.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'empathy', the root is the part before the suffix '-pathy'.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'pathy'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'pathy' means 'feeling; suffering'.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'empathy' means 'a strong dislike of other people'.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'empathy' means 'the ability to understand and share another person's feelings'.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'-pathy'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feeling; suffering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'-pathy'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-pathy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98094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98094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9593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3068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3068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-pathy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2356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03504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understand and share another person's feelings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'-pathy'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'-pathy'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doctors show empathy towards their patients.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great sympathy for her friend when his pet rabbit died.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clear antipathy between the two rival teams.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sympathy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her friend when his pet rabbit died. There was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the two rival teams.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(from pathos)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(from pathos)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(from pathos)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twins seemed to share a kind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often finishing each other's sentences.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towards the project meant he never finished any tasks. Some people try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homeopathy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hoping the natural remedies will help them feel better.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same; like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feeling; illness or cure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same; like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feeling; illness or cure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same; like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feeling; illness or cure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feeling; suffering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-pathy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'-pathy' — 3-Day Teaching Deck</dc:title>
  <dc:subject>PptxGenJS Presentation</dc:subject>
  <dc:creator>Word Labs</dc:creator>
  <cp:lastModifiedBy>Word Labs</cp:lastModifiedBy>
  <cp:revision>1</cp:revision>
  <dcterms:created xsi:type="dcterms:W3CDTF">2026-07-07T10:56:37Z</dcterms:created>
  <dcterms:modified xsi:type="dcterms:W3CDTF">2026-07-07T10:56:37Z</dcterms:modified>
</cp:coreProperties>
</file>