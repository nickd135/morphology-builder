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'-ent'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"being, doing, or having"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-entem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'-ent' — being, doing, or having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being, doing, or having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'-ent' means 'being, doing, or having'.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'-ent'.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'-ent'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'-ent'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being, doing, or having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'-ent' means 'being, doing, or having'.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'different', the root is the part before the suffix '-ent'.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'excellent'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being, doing, or having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'-ent' comes from Latin.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'-ent' always makes a word into a verb.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'confident' ends with the suffix '-ent'.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Words ending in '-ent' can describe a person or a quality.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'-ent' means 'without' or 'not'.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'-ent'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being, doing, or having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being, doing, or having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-entem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excellent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confident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independent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obedient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intelligent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'-ent'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being, doing, or having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'-ent'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independ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excell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intellig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different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being, doing, or having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sure about yourself or about something happening.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excellent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same as something else; unlike another 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clever; able to learn and understand things quickly.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confident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to see or understand; clearly true.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independent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what you are told; following rules or instructions.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obedient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do things on your own without needing help from others.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intelligent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good; better than most other things.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'-ent'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being, doing, or having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'-ent'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was very confident when she gave her speech to the class.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evident that the puppy had made a mess while everyone was at school.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independent means you can solve problems on your own.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being, doing, or having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being, doing, or having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confident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she had the right answer.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intelligent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confident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being, doing, or having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intelligent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being, doing, or having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intelligent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intellig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understand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having a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being, doing, or having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intelligent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intellig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understand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having a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being, doing, or having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intelligent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intellig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understand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having a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87211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being, doing, or having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being, doing, or having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trust, faith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being, doing, or having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trust, faith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being, doing, or having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trust, faith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9513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being, doing, or having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being, doing, or having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obedient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dog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different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all the other dogs at the park.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obedient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patient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different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being, doing, or having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obedient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being, doing, or having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obedient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toward, in the way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listen, hear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being, doing, or having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obedient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toward, in the way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listen, hear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being, doing, or having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obedient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toward, in the way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listen, hear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being, doing, or having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patient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being, doing, or having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patient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suffer, to endure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having a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being, doing, or having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patient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suffer, to endure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having a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being, doing, or having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patient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suffer, to endure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having a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being, doing, or having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being, doing, or having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being, doing, or having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being, doing, or having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being, doing, or having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'-ent'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being, doing, or having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'-ent'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independ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excell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intellig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different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excellent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confident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independent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obedient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intelligent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patient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'-ent' — 3-Day Teaching Deck</dc:title>
  <dc:subject>PptxGenJS Presentation</dc:subject>
  <dc:creator>Word Labs</dc:creator>
  <cp:lastModifiedBy>Word Labs</cp:lastModifiedBy>
  <cp:revision>1</cp:revision>
  <dcterms:created xsi:type="dcterms:W3CDTF">2026-03-26T07:46:44Z</dcterms:created>
  <dcterms:modified xsi:type="dcterms:W3CDTF">2026-03-26T07:46:44Z</dcterms:modified>
</cp:coreProperties>
</file>