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or thing that"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'-ent' — person or thing that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'-ent' means 'person or thing that'.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'-ent' means 'person or thing that'.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'solvent', the root is the part before the suffix '-ent'.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'respondent'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'solvent' means 'a solid material that cannot mix with anything'.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'ent' means 'person or thing that'.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'solvent' means 'a liquid that can dissolve another substance'.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'respondent' means 'a person who replies, especially in a survey or legal case'.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'respondent' means 'a type of musical instrument'.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or thing that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lucent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off light; shining brightly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that can dissolve another substance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steepness or slope of a line or surface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lucent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reply, especially in a survey or legal case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who rules in place of a king or queen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rules a country while the king or queen is too young, ill, or away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replies, especially in a survey or legal case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is a common solvent used to dissolve salt.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respondent filled out the survey as honestly as possible.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respondents said they preferred the new school timetable.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consequential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decision that changed the whole plan.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eminent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scientist gave a talk about her discoveries.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eminent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consequential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eminent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eminent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eminent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eminent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small; lessen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she had practised hard.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Evidently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storm had knocked over the fence. The narrator in the story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omniscient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knows what every character is thinking.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evidently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electronic; online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'-ent' = person or thing that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'-ent'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sequ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respondents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lucent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regents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'-ent'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