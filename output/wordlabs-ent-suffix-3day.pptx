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'influential' really means 'having great power to affect how people think or events happen'.
'gradient' really means 'the steepness or slope of a line or surface'.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goldfish is dependent on us for food. We watch it swim through the transparent walls of its tank.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magnificent view from the lookout made the climb worthwhile. The car park was convenient, and I felt confident on the steep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'-ent'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"having the quality of; person who"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'-ent' — having the quality of; person who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'-ent' means 'having the quality of; person who'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'-ent'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'-ent'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'-ent'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'-ent' means 'having the quality of; person who'. In 'dependent', it is added to 'depend'.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'influential', the base is 'flu' (flow).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'opponent', 'op-' means 'against; in the way of; towards'.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'-ent' means 'having the quality of; person who'.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'sequential' means 'following a particular order, one after another'.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'influential' means 'a person you play or compete against'.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'scientist' means 'a person who studies and carries out experiments in science'.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'gradient' means 'having great power to affect how people think or events happen'.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'-ent' means 'having the quality of; person who'.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'sequential' means 'following a particular order, one after another'.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'influential' means 'a person you play or compete against'.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'scientist' means 'a person who studies and carries out experiments in science'.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'gradient' means 'having great power to affect how people think or events happen'.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'-ent'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 the quality of; person who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opponent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influential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consequently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'-ent'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72160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72160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508406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8406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opponent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as a result of something; therefore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you play or compete against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steepness or slope of a line or surface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having great power to affect how people think or events happen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influential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following a particular order, one after another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consequently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person who studies and carries out experiments in science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opponent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you play or compete against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steepness or slope of a line or surface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studies and carries out experiments in science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following a particular order, one after another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influential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having great power to affect how people think or events happen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consequently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as a result of something; therefore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'-ent'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'-ent'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hands with your opponent after the tennis match.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of the hill made cycling up it very tiring.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tested her theory carefully in the laboratory.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goldfish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us for food. We watch it swim through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walls of its tank.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appear; be seen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appear; be seen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appear; be seen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magnificent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view from the lookout made the climb worthwhile. The car park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convenient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 felt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confident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steep steps.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magnificent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faith;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faith;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faith;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magnificent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magnificent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great; large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magnificent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great; large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magnificent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great; large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'-ent'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'-ent' = having the quality of; person 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'-ent'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