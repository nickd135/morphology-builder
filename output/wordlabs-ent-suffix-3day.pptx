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"being or doing; one who"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-entem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'-ent' — being or doing; one who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'-ent' means 'being or doing; one who'.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'-ent' means 'being or doing; one who'.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'different', the root is the part before the suffix '-ent'.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'patient'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'-ent' can turn a verb or base word into an adjective meaning 'being or doing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Every word that ends in the letters 'e', 'n', 't' contains the suffix '-ent'.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'-ent' always makes a word mean the opposite of the base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'confident' contains the suffix '-ent'.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'-ent'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being or doing; one who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-entem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innocent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on trying even when things are difficult.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same as something else; having qualities that set it apart.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Needing someone or something else for help or support.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sure about yourself and your abilities.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guilty of doing something wrong; pure and harmless.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innocent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what you are told; following rules and instructions.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wait calmly without getting upset or frustrated.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patient while they waited for their turn to present their projects.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confident after practising her speech many times in front of the mirror.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paintings looked similar at first, but they were actually quite different.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obedient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puppy was also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learnt new tricks quickly.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obey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obey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obey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understand or choose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understand or choose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understand or choose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persistent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remained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confident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even though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different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problems were very challenging.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going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going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going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trust; faith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trust; faith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trust; faith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unlike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unlike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unlike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being or doing; one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innocent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'-ent' — 3-Day Teaching Deck</dc:title>
  <dc:subject>PptxGenJS Presentation</dc:subject>
  <dc:creator>Word Labs</dc:creator>
  <cp:lastModifiedBy>Word Labs</cp:lastModifiedBy>
  <cp:revision>1</cp:revision>
  <dcterms:created xsi:type="dcterms:W3CDTF">2026-04-10T01:12:35Z</dcterms:created>
  <dcterms:modified xsi:type="dcterms:W3CDTF">2026-04-10T01:12:35Z</dcterms:modified>
</cp:coreProperties>
</file>