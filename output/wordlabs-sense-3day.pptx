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6 word families with 'sense' suit Years 3–7, so Day 3 has 1 dictation word instead of 3.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'sensible' really means 'showing good judgement and practical thinking'.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I felt a tingling sensation in my toes after sitting cross-legged for so 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Our class made a sensory garden with soft plants, scented herbs and a little water fountain.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'sense'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"understanding; a feeling"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6 word families with 'sense' suit Years 3–7, so Day 3 has 1 dictation word instead of 3.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'sense' — understanding; a feeling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'sense' = understanding; a feeling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'sense' means 'understanding; a feeling'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'sense'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'sense'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'sense'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'sense' = understanding; a feeling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'sense' means 'understanding; a feeling'. You can find it in 'sensor'.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'nonsense', 'non-' means 'not'.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'sensor', '-or' means 'thing that'.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'sense' = understanding; a feeling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'sense' means 'understanding; a feeling'.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'sensor' means 'a device that detects light, heat, movement or other signals'.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'sensible' means 'words or ideas that have no meaning or make no sense'.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'nonsense' means 'words or ideas that have no meaning or make no sense'.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'sense' = understanding; a feeling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'sense' means 'understanding; a feeling'.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'sensor' means 'a device that detects light, heat, movement or other signals'.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'sensible' means 'words or ideas that have no meaning or make no sense'.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'nonsense' means 'words or ideas that have no meaning or make no sense'.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'sense'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'sense' = understanding; a feeling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'sense'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understanding; a feeling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nonsense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sensible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'sense'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'sense' = understanding; a feeling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-ible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463040" y="3374136"/>
            <a:ext cx="8686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463040" y="337413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36829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660904" y="3374136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660904" y="337413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749040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4160520" y="3374136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60520" y="3374136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nonsense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'sense'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'sense' = understanding; a feeling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words or ideas that have no meaning or make no sense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showing good judgement and practical thinking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nonsense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device that detects light, heat, movement or other signals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sensible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one of the ways the body takes in information, such as sight, hearing, taste, smell or touch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'sense'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'sense' = understanding; a feeling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one of the ways the body takes in information, such as sight, hearing, taste, smell or touch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device that detects light, heat, movement or other signals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nonsense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words or ideas that have no meaning or make no sense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sensible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showing good judgement and practical thinking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'sense'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'sense' = understanding; a feeling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'sense'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Dogs have a very strong sense of smell.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sensor switched the light on automatically when someone walked past.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sensible to wear a coat because the forecast said it would rain.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'sense' = understanding; a feeling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'sense' = understanding; a feeling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felt a tingling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sensation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my toes after sitting cross-legged for so long.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'sense' = understanding; a feeling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'sense' = understanding; a feeling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understanding; a feeling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'sense' = understanding; a feeling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understanding; a feeling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'sense' = understanding; a feeling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understanding; a feeling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'sense' = understanding; a feeling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'sense' = understanding; a feeling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class made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sensory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garden with soft plants, scented herbs and a little water fountain.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'sense' = understanding; a feeling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'sense' = understanding; a feeling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-ory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understanding; a feeling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of; characterised by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'sense' = understanding; a feeling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-ory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understanding; a feeling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of; characterised by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ry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'sense' = understanding; a feeling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-ory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understanding; a feeling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of; characterised by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ry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'sense' = understanding; a feeling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'sense' = understanding; a feeling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-ible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897880" y="2734056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sensation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542032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42032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'sense'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