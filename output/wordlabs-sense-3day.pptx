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'sense'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"understanding; a feeling"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'sense' — understanding; a feeling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understanding; a feeling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'sense' means 'understanding; a feeling'.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'sense'.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'sense'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'sense'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understanding; a feeling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'sense' means 'understanding; a feeling'.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'sense'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'sense'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understanding; a feeling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'senses' means 'loud machines used in a factory'.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'sense' means 'one of the ways the body takes in information, such as sight, hearing, taste, smell or touch'.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'sense' means 'understanding; a feeling'.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'sense' means 'a type of loud machine used in factories'.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'senses' means 'the body's ways of taking in information about the world, such as sight, hearing, taste, smell and touch'.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'sense'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understanding; a feeling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understanding; a feeling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sensor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sensors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'sense'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understanding; a feeling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6360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6360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23560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35040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35040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understanding; a feeling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body's ways of taking in information about the world, such as sight, hearing, taste, smell and touch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 that detect light, heat, movement or other signals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sensor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becoming aware of something through the senses or through instinct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ways the body takes in information, such as sight, hearing, taste, smell or touch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sensors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device that detects light, heat, movement or other signals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'sense'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understanding; a feeling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'sense'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Dogs have a very strong sense of smell.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five senses help us understand the world around us.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sensor switched the light on automatically when someone walked past.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understanding; a feeling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understanding; a feeling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classroom had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sensory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corner filled with soft textures and calming lights. He was talking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nonsense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 staying up all night.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sensory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nonsense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understanding; a feeling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understanding; a feeling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understanding; a feeling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understanding; a feeling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understanding; a feeling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understanding; a feeling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understanding; a feeling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understanding; a feeling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nonsense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understanding; a feeling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nonsense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understanding; a feeling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understanding; a feeling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nonsense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understanding; a feeling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understanding; a feeling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nonsense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understanding; a feeling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understanding; a feeling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understanding; a feeling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sensible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wear a coat because the forecast said it would rain. She felt a strange tingling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sensation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her fingers after the cold walk. The dentist warned that the injection might cause strange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sensations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her jaw.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sensible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sensations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understanding; a feeling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understanding; a feeling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understanding; a feeling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understanding; a feeling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understanding; a feeling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understanding; a feeling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understanding; a feeling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understanding; a feeling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understanding; a feeling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understanding; a feeling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understanding; a feeling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understanding; a feeling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understanding; a feeling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understanding; a feeling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understanding; a feeling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understanding; a feeling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understanding; a feeling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understanding; a feeling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understanding; a feeling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understanding; a feeling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understanding; a feeling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understanding; a feeling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understanding; a feeling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sensor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sensors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'sense' — 3-Day Teaching Deck</dc:title>
  <dc:subject>PptxGenJS Presentation</dc:subject>
  <dc:creator>Word Labs</dc:creator>
  <cp:lastModifiedBy>Word Labs</cp:lastModifiedBy>
  <cp:revision>1</cp:revision>
  <dcterms:created xsi:type="dcterms:W3CDTF">2026-07-07T10:22:42Z</dcterms:created>
  <dcterms:modified xsi:type="dcterms:W3CDTF">2026-07-07T10:22:42Z</dcterms:modified>
</cp:coreProperties>
</file>