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'sense'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"feel, perceive, be aware"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sensus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'sense' — feel, perceive, be aware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'sense' means 'feel, perceive, be aware'.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'sense'.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'sense'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'sense'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'sense' means 'feel, perceive, be aware'.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'sense'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'sense'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'sense' comes from a Latin word meaning to feel or perceive.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'hyper' in 'hypersensitive' means not enough or below normal.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'less' to 'sense' makes a word meaning without sense or reason.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'sensory' relates to the five senses.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'nonsense' means something that is very easy to understand.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'sense'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feel, perceive, be aware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sensus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consensus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senseless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'sense'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reason or meaning; something that makes no sense at all.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to notice or feel things; easily affected by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you notice through your body, like warmth or pain.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group of people all agree on something together.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five senses — sight, hearing, smell, taste, and touch.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consensus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good thinking and judgement; making wise choices.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senseless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or ideas that have no meaning or make no sense.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'sense'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'sense'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sensible of Maya to bring an umbrella when she saw the dark clouds gathering.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explained that the patient had lost sensation in her fingers after the accident.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playground was designed with sensory activities to help all children learn through play.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stay indoors during the storm, as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senseless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decision to go outside had already caused problems.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studied how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sensation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travels through the body, and she was not surprised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hypersensitive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people feel even the slightest touch.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state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above, 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feel, perceive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'sense' = feel, perceive, be aware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sensible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nonsense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sensory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consensus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senseless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'sense' — 3-Day Teaching Deck</dc:title>
  <dc:subject>PptxGenJS Presentation</dc:subject>
  <dc:creator>Word Labs</dc:creator>
  <cp:lastModifiedBy>Word Labs</cp:lastModifiedBy>
  <cp:revision>1</cp:revision>
  <dcterms:created xsi:type="dcterms:W3CDTF">2026-07-03T09:13:10Z</dcterms:created>
  <dcterms:modified xsi:type="dcterms:W3CDTF">2026-07-03T09:13:10Z</dcterms:modified>
</cp:coreProperties>
</file>