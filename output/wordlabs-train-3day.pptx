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'train'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teach or draw along"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'train' — to teach or draw along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'train' means 'to teach or draw along'.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'train'.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'train'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'train'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'train' means 'to teach or draw along'.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'train'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'train'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'constraint' is something that limits or restricts what you can 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'train' comes from a Latin word meaning to draw or pull along.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're-' to 'train' makes the word 'retrain', meaning to train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'train' originally comes from a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'trainee' means someone who teaches others a new skill.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'train'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teach or draw along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'train'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learning skills or getting fit by practising regularly.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is learning a new job or skill from someone more experienced.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limit or restrict what someone is able to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new skills again, often for a different job.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holds you back or stops you from doing something freely.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or situation that limits what you can do.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teaches others skills or helps them get fit.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'train'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'train'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trainer worked with the athletes every morning to help them prepare for the big race.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trainee watched carefully as the chef showed her how to prepare the meal.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proper training, it can be very hard to learn a difficult new skill.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excited,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reminded her to be patient during practice.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receives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help players overcome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bad habits, which required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restraint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draw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tight or pull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tight or pull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tight or pull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tight or pull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tight or pull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tight or pull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teach or draw along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restraint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constraint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entraining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'train' — 3-Day Teaching Deck</dc:title>
  <dc:subject>PptxGenJS Presentation</dc:subject>
  <dc:creator>Word Labs</dc:creator>
  <cp:lastModifiedBy>Word Labs</cp:lastModifiedBy>
  <cp:revision>1</cp:revision>
  <dcterms:created xsi:type="dcterms:W3CDTF">2026-04-09T22:23:52Z</dcterms:created>
  <dcterms:modified xsi:type="dcterms:W3CDTF">2026-04-09T22:23:52Z</dcterms:modified>
</cp:coreProperties>
</file>