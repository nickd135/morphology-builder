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'train'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'retrain' really means 'to train again, often to learn new skills for a different job'.
'untrained' really means 'not taught or practised how to do something'.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coach warned that overtraining before the swimming carnival could leave us tired and sore.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'train'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teach a skill; to practise"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'train'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'train' — to teach a skill; to practise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'train' means 'to teach a skill; to practise'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'train'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'train'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'train'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'train' means 'to teach a skill; to practise'. You can find it in 'trainer'.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'retrain',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'trainer',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'train' means 'to teach a skill; to practise'.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'trainee' means 'a person who is learning and practising a job or skill'.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'retrain' means 'not taught or practised how to do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'trainer' means 'a person who teaches or coaches someone in a skill or sport'.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'untrained' means 'to train again, often to learn new skills for a different job'.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'train' means 'to teach a skill; to practise'.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'trainee' means 'a person who is learning and practising a job or skill'.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'retrain' means 'not taught or practised how to do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'trainer' means 'a person who teaches or coaches someone in a skill or sport'.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'untrained' means 'to train again, often to learn new skills for a different job'.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'train'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teach a skill; to practise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retrain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untrained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'train'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2374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52374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56616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85876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85876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67258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084064" y="3374136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3374136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untrained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train again, often to learn new skills for a different job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is learning and practising a job or skill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untrained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teaches or coaches someone in a skill or sport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taught or practised how to do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teaches or coaches someone in a skill or sport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train again, often to learn new skills for a different job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untrained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taught or practised how to do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is learning and practising a job or skill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'train'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'train'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football trainer showed the team new drills at practice.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factory workers had to retrain when the machines changed.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untrained puppy chewed every shoe in the house.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warned that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overtraining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the swimming carnival could leave us tired and sore.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overtraining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overtraining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overtraining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practise to improve; to teach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overtraining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practise to improve; to teach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overtraining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practise to improve; to teach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'train'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'train' = to teach a skill; to practise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overtraining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'train'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