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practise to improve; to teach"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'train' — to practise to improve; to teach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'train' means 'to practise to improve; to teach'.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'train' means 'to practise to improve; to teach'.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'train' means 'a small furry pet kept in a cage'.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'trains' means 'lines of connected carriages that run on a railway'.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'train' means 'a line of connected carriages that runs on a railway'.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'train' means 'to practise to improve; to teach'.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'trains' means 'small furry pets kept in cages'.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practise to improve; to teach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of connected carriages that runs on a railway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 again, often to learn new skills for a different job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shoes designed for sport and exercise, or people who coach others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or practised to do something well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or coaches someone in a skill or sport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connected carriages that run on a railway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caught the train into the city on Saturday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trains arrived at the station right on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factory workers had to retrain when the machines changed.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players arrived early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match.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retrained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nurse after ten years as a teacher.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workers needed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use the new machines.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nurse shadowed a senior doctor during her first week.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trainees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practised their new skills under close supervision.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practise to improve; to 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'train' = to practise to improve; to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'train'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