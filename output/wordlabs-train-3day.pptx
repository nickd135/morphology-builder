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'train'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teach or instruct"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trahere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'train' — to teach or instruct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'train' means 'to teach or instruct'.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'train'.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'train'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'train'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'train' means 'to teach or instruct'.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'train'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'train'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'trainee' refers to someone who is learning and being trained.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'train'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'trainer' is a person who helps others develop skills.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're-' in 'retrain' means to train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'constrain' means to encourage someone to do more.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'train'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teach or instruct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trahere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restrain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'train'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learning skills or getting better at something through practice.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is being taught how to do a job or skill.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someone or something from moving or acting freely.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learn a new skill or job after already having been trained in something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someone back or stop them from doing what they want.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restrain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push something too hard, like straining a muscle during sport.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teaches others skills, often in sport or fitness.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'train'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'train'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trainer showed the team new exercises to help them get stronger before the big game.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missing many weeks of school, she had to retrain herself to focus on her studies.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trainee was nervous on her first day but quickly learned the steps of the job.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trainer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hard with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trainee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make sure she was ready for her first competition.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receives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receives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receives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retraining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trainer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reminded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trainees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practising every day would help them improve.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receives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receives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receives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restrain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'train' — 3-Day Teaching Deck</dc:title>
  <dc:subject>PptxGenJS Presentation</dc:subject>
  <dc:creator>Word Labs</dc:creator>
  <cp:lastModifiedBy>Word Labs</cp:lastModifiedBy>
  <cp:revision>1</cp:revision>
  <dcterms:created xsi:type="dcterms:W3CDTF">2026-03-25T03:34:38Z</dcterms:created>
  <dcterms:modified xsi:type="dcterms:W3CDTF">2026-03-25T03:34:38Z</dcterms:modified>
</cp:coreProperties>
</file>