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'perform'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"do; carry out"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'perform' — do; carry out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'perform' means 'do; carry out'.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'perform'.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'perform'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'perform'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'perform' means 'do; carry out'.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'perform'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'perform'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'perform' means 'to hide something so no one can see it'.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'perform' means 'to do something in front of an audience, or to carry out a task or duty'.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'performs' means 'does something in front of an audience, or carries out a task'.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'performs' means 'hides something so no one can see it'.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'perform' means 'do; carry out'.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'perform'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do; carry out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'perform'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127248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3127248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8371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518464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18464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35508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76656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76656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something in front of an audience, or carried out a task, in the past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perform, such as actors, dancers or musicians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something in front of an audience, or to carry out a task or duty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performs, such as an actor, dancer or musician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something in front of an audience, or carries out a task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'perform'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'perform'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band will perform three songs at the school concert.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magician performs a new trick at every show.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choir performed beautifully at the assembly last week.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gymnast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performing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difficult routine on the beam. The team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underperform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badly in the second half of the match.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do; carry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do; carry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do; carry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do; carry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do; carry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do; carry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stock market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underperformed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compared to analysts' predictions. The audience clapped loudly after the dancers'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theatre hosted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play throughout the week.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do; carry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do; carry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do; carry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do; carry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do; carry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do; carry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do; carry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do; carry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do; carry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'perform' = do; carry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'perform'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performers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'perform' — 3-Day Teaching Deck</dc:title>
  <dc:subject>PptxGenJS Presentation</dc:subject>
  <dc:creator>Word Labs</dc:creator>
  <cp:lastModifiedBy>Word Labs</cp:lastModifiedBy>
  <cp:revision>1</cp:revision>
  <dcterms:created xsi:type="dcterms:W3CDTF">2026-07-07T10:22:36Z</dcterms:created>
  <dcterms:modified xsi:type="dcterms:W3CDTF">2026-07-07T10:22:36Z</dcterms:modified>
</cp:coreProperties>
</file>