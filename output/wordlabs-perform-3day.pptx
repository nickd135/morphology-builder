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'perform' has very few longer words built from it, so this deck practises adding the suffixes -er, -s, -ing, -ance and -ed to the base (Years 3–4). Only 8 words with 'perform'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school choir performs at the town hall each year. Last night they performed four songs.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Everyone clapped loudly at the end of the dance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'perform'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"do; carry out"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'perform' has very few longer words built from it, so this deck practises adding the suffixes -er, -s, -ing, -ance and -ed to the base (Years 3–4). Only 8 words with 'perform'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'perform' — do; carry 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-er, -s, -ing, -ance and -ed to the base 'perform'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'perform'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'perform'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'perform' means 'do; carry out'. You can find it in 'performer'.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'performer', '-er'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'performances', '-ance'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'performer',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'performers',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'performing',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'performed',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'performances',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'performer',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'performers',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'performing',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'performed',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'performances',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'perform'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do; carry 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'perform'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7977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07238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07238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13308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3308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35838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performs, such as an actor, dancer or musician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than one show or act done in front of an audience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doing something in front of an audience, or carrying out a task, right now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who perform, such as actors, dancers or musicians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do something in front of an audience, or to carry out a task or duty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do something in front of an audience, or to carry out a task or duty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performs, such as an actor, dancer or musician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who perform, such as actors, dancers or musicians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doing something in front of an audience, or carrying out a task, right now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more than one show or act done in front of an audience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'perform'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'perform'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will perform three songs at the school concert.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performer took a bow after the audience cheered.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performers gathered backstage before the show began.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school choir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performs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town hall each year. Last night they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performed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 songs.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clapped loudly at the end of the dance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do; carry 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'perform' = do; carry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'perform'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