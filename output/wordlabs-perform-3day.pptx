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'perform'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"carry out, do, present"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performare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'perform' — carry out, do, present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'perform'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'perform' = carry out, do, present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'perform' means 'carry out, do, present'.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'perform'.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'perform'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'perform'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'perform'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'perform' = carry out, do, present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'perform' means 'carry out, do, present'.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'perform'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'perform'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'perform'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'perform' = carry out, do, present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word 'performer' contains the root 'perform' plus the suffix '-er' meaning 'one who'.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root 'perform' comes from ancient Greek.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word 'outperform' means to do better than someone else.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A 'performance' is a show or presentation put on for an audience.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word 'underperform' means to do much better than expected.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'perform'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'perform'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'perform' = carry out, do, present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'perform'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carry out, do, present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performare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perform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performance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performer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performing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performed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outperform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underperform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'perform'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'perform'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'perform' = carry out, do, present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'perform'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perform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-ance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-ative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487168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834640" y="4178808"/>
            <a:ext cx="1682496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834640" y="4178808"/>
            <a:ext cx="16824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'perform'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544568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892040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89204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-ance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6062472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6473952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473952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perform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'perform'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'perform'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'perform' = carry out, do, present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perform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entertains others by acting, singing, dancing, or doing another kind of show.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performance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Already completed an action or put on a show in the past.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performer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carry out an action or present something to an audience, like singing or acting on stage.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performing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do better than someone else at a task or activity.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performed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do worse than expected or not as well as you should.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outperform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Currently carrying out a task or presenting a show to an audience.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underperform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show or presentation put on for an audience, such as a play, concert, or dance recital.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'perform'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'perform'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'perform' = carry out, do, present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'perform'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students were nervous before they had to perform their dance routine in front of the whole school.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performer on stage dazzled the audience with her incredible acrobatic skills.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teacher said that if we underperform on the test, we can practise and try again next week.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'perform'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'perform' = carry out, do, present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'perform'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'perform' = carry out, do, present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young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performer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gave an outstanding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that amazed the entire audience!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performer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performance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'perform'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'perform' = carry out, do, present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performer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'perform'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'perform' = carry out, do, present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performer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perform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 out, present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who does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'perform'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'perform' = carry out, do, present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performer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perform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 out, present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who does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'perform'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'perform' = carry out, do, present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performer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perform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 out, present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who does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'perform'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'perform' = carry out, do, present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performance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'perform'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'perform' = carry out, do, present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performance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perform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 out, present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ance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'perform'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'perform' = carry out, do, present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performance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perform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 out, present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ance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ance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'perform'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'perform' = carry out, do, present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performance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perform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 out, present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ance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ance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767791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/s/</a:t>
            </a:r>
            <a:endParaRPr lang="en-US" sz="7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'perform'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'perform' = carry out, do, present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'perform'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'perform' = carry out, do, present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Although she had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underperformed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at rehearsal, her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on the night was outstanding, and every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performer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on stage shone brightly.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underperformed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performance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performer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'perform'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'perform' = carry out, do, present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underperformed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'perform'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'perform' = carry out, do, present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underperformed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below, not enough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perform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 out, present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'perform'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'perform' = carry out, do, present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underperformed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below, not enough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perform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 out, present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formed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'perform'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'perform' = carry out, do, present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underperformed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below, not enough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perform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 out, present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formed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1828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1828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60520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520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25858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25858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391196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91196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56535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56535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521873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21873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587211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87211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652549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52549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717887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17887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7832252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832252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'perform'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'perform' = carry out, do, present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performance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'perform'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'perform' = carry out, do, present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performance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perform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 out, present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ance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'perform'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'perform' = carry out, do, present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performance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perform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 out, present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ance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ance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'perform'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'perform' = carry out, do, present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performance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perform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 out, present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ance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ance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767791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/s/</a:t>
            </a:r>
            <a:endParaRPr lang="en-US" sz="7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'perform'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'perform' = carry out, do, present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performer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'perform'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'perform' = carry out, do, present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performer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perform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 out, present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who does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'perform'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'perform' = carry out, do, present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performer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perform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 out, present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who does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'perform'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'perform' = carry out, do, present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performer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perform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 out, present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who does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'perform'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'perform' = carry out, do, present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'perform'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'perform'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'perform' = carry out, do, present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'perform'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perform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-ance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-ative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perform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performance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performer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performing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performed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outperform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underperform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reperform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'perform' — 3-Day Teaching Deck</dc:title>
  <dc:subject>PptxGenJS Presentation</dc:subject>
  <dc:creator>Word Labs</dc:creator>
  <cp:lastModifiedBy>Word Labs</cp:lastModifiedBy>
  <cp:revision>1</cp:revision>
  <dcterms:created xsi:type="dcterms:W3CDTF">2026-03-25T03:19:02Z</dcterms:created>
  <dcterms:modified xsi:type="dcterms:W3CDTF">2026-03-25T03:19:02Z</dcterms:modified>
</cp:coreProperties>
</file>