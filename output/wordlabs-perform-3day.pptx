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'perform'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"carry out, do, or show"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performare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'perform' — carry out, do, or show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or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'perform' means 'carry out, do, or show'.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'perform'.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'perform'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'perform'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or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'perform' means 'carry out, do, or show'.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'perform'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'perform'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or show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performer is someone who performs for an audience.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'-ance' turns the verb perform into a noun.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Outperform means to do much worse than someone else.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'perform' comes from Ancient Greek.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Underperform means to do worse than expected.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'perform'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or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carry out, do, or show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performare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outperform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underperform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'perform'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or show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445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8920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8920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06247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47395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7395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or show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performs, such as a singer, actor, or dancer.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something or put on a show in the past.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something, like act in a play or complete a task.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better than someone else at a task or activity.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worse than expected or not as well as you could.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outperform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doing or showing something to an audience.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underperform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doing something in front of others, like a concert or play.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'perform'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or show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'perform'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talented performer took a deep bow after the final act of the school play.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will perform a short skit about Australian animals for the whole school.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gymnast continued to outperform all of her teammates at every competition this season.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or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or show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amazing, and every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performer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stage gave their very best.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or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or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 or show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act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or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 or show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act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or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 or show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act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or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or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 or show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or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 or show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or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 or show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or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or show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outperforming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students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performed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brilliantly;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underperforming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rivals were left speechless.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outperforming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underperforming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or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outperforming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or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outperforming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or better than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 or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or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outperforming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or better than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 or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or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outperforming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or better than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 or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or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or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 or show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or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 or show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or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 or show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or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underperforming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or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underperforming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or less than expected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 or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or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underperforming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or less than expected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 or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or show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underperforming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or less than expected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 or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or show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carry out, do, or show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outperform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underperform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reperform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'perform' — 3-Day Teaching Deck</dc:title>
  <dc:subject>PptxGenJS Presentation</dc:subject>
  <dc:creator>Word Labs</dc:creator>
  <cp:lastModifiedBy>Word Labs</cp:lastModifiedBy>
  <cp:revision>1</cp:revision>
  <dcterms:created xsi:type="dcterms:W3CDTF">2026-04-09T22:06:55Z</dcterms:created>
  <dcterms:modified xsi:type="dcterms:W3CDTF">2026-04-09T22:06:55Z</dcterms:modified>
</cp:coreProperties>
</file>