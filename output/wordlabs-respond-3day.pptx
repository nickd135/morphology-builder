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'respond'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answer or reply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respondere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'respond' — to answer or reply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'respond' means 'to answer or reply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'respond'.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'respond'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'respond'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'respond' means 'to answer or reply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'respond'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'respond'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'respond' comes from Latin and means to answer or reply.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'responded' means you are currently answering right now.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'respondent' is a person who gives answers, such as in a survey.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'Correspondence' can refer to letters or emails exchanged between people.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'cor' in 'correspondent' means against or opposite.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'respond'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answer or reply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respondere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'respond'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answer or reaction that you give to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answers questions, like in a survey or court case.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giving an answer or reacting to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or relating to something else in an equal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react to something someone has said or done.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writes letters or reports, often for a newspaper.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already gave an answer or reaction to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'respond'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'respond'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respond to the question by raising your hand when you know the answer.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 fighters responded quickly when they heard the alarm.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wrote a long response to her pen pal's letter from France.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her letter and write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Friday?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added to complete noun form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added to complete noun form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sponse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added to complete noun form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sponse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full of detail.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52596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 an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 an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doing an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89734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pledge, answer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something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52596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941212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'respond' — 3-Day Teaching Deck</dc:title>
  <dc:subject>PptxGenJS Presentation</dc:subject>
  <dc:creator>Word Labs</dc:creator>
  <cp:lastModifiedBy>Word Labs</cp:lastModifiedBy>
  <cp:revision>1</cp:revision>
  <dcterms:created xsi:type="dcterms:W3CDTF">2026-03-25T03:24:16Z</dcterms:created>
  <dcterms:modified xsi:type="dcterms:W3CDTF">2026-03-25T03:24:16Z</dcterms:modified>
</cp:coreProperties>
</file>