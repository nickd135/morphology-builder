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'respond'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'respond' — answer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'respond' means 'answer'.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'respond'.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'respond'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'respond'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'respond' means 'answer'.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'respond'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'respond'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'respond' means 'to completely ignore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'respond' means 'to reply or react to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'respond' means 'answer'.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'respond'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'respond'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21868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5661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5661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462272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873752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3752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reply or react to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'respond'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'respond'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respond to my email as soon as you can.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always responds politely whenever someone asks a question.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responded quickly when the fire alarm went off.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politely whenever someone asks a question.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when the fire alarm went off.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to the emergency call.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filled out the survey as honestly as possible. Most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they preferred the new school timetable.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'respond'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