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'respond' has very few longer words built from it, so this deck practises adding the suffixes -s, -ed and -ing to the base (Years 3–4). Only 4 words with 'respond' suit Years 3–7, so there is no Day 3 dictation. Day 3 is the word matrix lesson only. Day 2 has 1 dictation word instead of 2. Day 1 shows 3 example words instead of 5–7.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-s really means 'more than one, or someone does it now'.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Thank you for responding so quickly to my party invitation.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'respond'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"answer"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'respond' has very few longer words built from it, so this deck practises adding the suffixes -s, -ed and -ing to the base (Years 3–4). Only 4 words with 'respond' suit Years 3–7, so there is no Day 3 dictation. Day 3 is the word matrix lesson only. Day 2 has 1 dictation word instead of 2. Day 1 shows 3 example words instead of 5–7.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'respond' — answer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'respond'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'respond' = answer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to add the suffixes -s, -ed and -ing to the base 'respond' and spell the new words correctly.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each suffix tells us (for example, -ed means it has already happened).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find the base 'respond' inside each longer word.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'respond'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'respond'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'respond' = answer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'respond' means 'answer'. You can find it in 'responds'.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'responds', '-s' means 'plural or present tense'.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'responding', '-ing' means 'happening now'.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'respond'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'respond' = answer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 'responds', the suffix '-s' tells us more than one, or someone does it now.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 'responded', the suffix '-ed' tells us it is happening now.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 'responding', the suffix '-ing' tells us it is happening.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suffix '-s' tells us it has already happened.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'respond'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'respond' = answer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 'responds', the suffix '-s' tells us more than one, or someone does it now.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 'responded', the suffix '-ed' tells us it is happening now.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 'responding', the suffix '-ing' tells us it is happening.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suffix '-s' tells us it has already happened.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'respond'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'respond'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'respond' = answer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'respond'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answer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responds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responded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'respond'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'respond'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'respond' = answer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6314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314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6314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314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6314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6314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8630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8630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8630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8630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68630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86300" y="2432304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8630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65760" y="297180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463040" y="2971800"/>
            <a:ext cx="128016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463040" y="2971800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779776" y="297180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3072384" y="2971800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072384" y="2971800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886200" y="2971800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4297680" y="2971800"/>
            <a:ext cx="1700784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97680" y="2971800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responds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'respond'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'respond'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'respond' = answer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replied or reacted to something (in the past)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responds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reply or react to something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responded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replies or reacts to something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'respond'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'respond'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'respond' = answer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reply or react to something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responds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replies or reacts to something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responded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replied or reacted to something (in the past)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'respond'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'respond'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'respond' = answer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'respond'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respond to my email as soon as you can.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always responds politely whenever someone asks a question.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responded quickly when the fire alarm went off.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'respond'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'respond' = answer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'respond'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'respond' = answer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responding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 quickly to my party invitation.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responding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'respond'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'respond' = answer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responding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'respond'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'respond' = answer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responding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'respond'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'respond' = answer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responding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spond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'respond'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'respond' = answer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responding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spond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9513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9513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677363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77363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403397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03397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1294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294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855464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55464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5814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814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307531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07531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033565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033565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7595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7595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ng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'respond'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'respond' = answer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6314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6314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6314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6314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6314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6314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8630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8630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8630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8630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8630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'respond'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'respond' = answer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6314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314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63140" y="1581912"/>
            <a:ext cx="219456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314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6314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6314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8630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8630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8630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8630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686300" y="1965960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86300" y="2350008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86300" y="2350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65760" y="282549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" y="3191256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1912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responding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'respond' — Teaching Deck</dc:title>
  <dc:subject>PptxGenJS Presentation</dc:subject>
  <dc:creator>Word Labs</dc:creator>
  <cp:lastModifiedBy>Word Labs</cp:lastModifiedBy>
  <cp:revision>1</cp:revision>
  <dcterms:created xsi:type="dcterms:W3CDTF">2026-10-22T10:14:32Z</dcterms:created>
  <dcterms:modified xsi:type="dcterms:W3CDTF">2026-10-22T10:14:32Z</dcterms:modified>
</cp:coreProperties>
</file>