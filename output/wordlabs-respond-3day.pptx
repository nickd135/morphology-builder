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'respond'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answer or reply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'respond' — to answer or reply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'respond' means 'to answer or reply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'respond'.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'respond'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'respond'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'respond' means 'to answer or reply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'respond'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'respond'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'respond' comes from Latin and means to answer or reply.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'responsive' contains the root 'respond' and describes someone who reacts quickly.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'respond' has no connection to the word 'responsibility'.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'-ent' to 'respond' makes the word 'respondent', meaning a person who answers.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'respond' can only be used when talking about writing letters.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'respond'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answer or reply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'respond'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or reply to something said or done.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answers questions, often in a survey or court case.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in the middle of answering or replying.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duty to take care of something or answer for your actions.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 to someone or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and ready to answer or react to things.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answered or replied to something in the past.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'respond'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'respond'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class to respond to the question by raising their hand.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earthquake, the emergency respondents arrived quickly to help the injured people.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wrote a responsive email to her pen pal in Japan within just one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asked to give a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interview.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ending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sponse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firefighter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 emergency call, showing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 or reply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'respond' = to answer or reply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correspondent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'respond' — 3-Day Teaching Deck</dc:title>
  <dc:subject>PptxGenJS Presentation</dc:subject>
  <dc:creator>Word Labs</dc:creator>
  <cp:lastModifiedBy>Word Labs</cp:lastModifiedBy>
  <cp:revision>1</cp:revision>
  <dcterms:created xsi:type="dcterms:W3CDTF">2026-04-09T22:12:20Z</dcterms:created>
  <dcterms:modified xsi:type="dcterms:W3CDTF">2026-04-09T22:12:20Z</dcterms:modified>
</cp:coreProperties>
</file>