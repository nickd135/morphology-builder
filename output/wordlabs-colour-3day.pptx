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'colour'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"hue, tint, or shade"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color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'colour' — hue, tint, or shade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'colour' means 'hue, tint, or shade'.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'colour'.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'colour'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'colour'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'colour' means 'hue, tint, or shade'.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'colour'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'colour'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'colour' comes from ancient Greek.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'Colourless' means having no colour.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'colourful' contains the root 'colour'.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'dis' in 'discolour' means 'again'.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'Multicoloured' means having many different colours.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'colour'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hue, tint, or shade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color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'colour'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stain or patch where something has changed to an unwanted colour.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many different colours all at once.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had colour added or applied to 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adding colour to something, like a drawing.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lots of bright and vivid colours.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something's colour, usually making it look stained or faded.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colour at all; appearing clear or dull.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'colour'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'colour'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artist painted a colourful mural on the school wall that everyone admired.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photograph had become discoloured and faded after sitting in the sun for years.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loved colouring in detailed patterns with her set of pencils.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colourful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butterfly landed on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discoloured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near the pond.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1294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multicoloured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kite flew high above the park, but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colouring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faded, leaving it looking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colourless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against the bright sky.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or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or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or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921966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hue, tint, or shade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bicolour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'colour' — 3-Day Teaching Deck</dc:title>
  <dc:subject>PptxGenJS Presentation</dc:subject>
  <dc:creator>Word Labs</dc:creator>
  <cp:lastModifiedBy>Word Labs</cp:lastModifiedBy>
  <cp:revision>1</cp:revision>
  <dcterms:created xsi:type="dcterms:W3CDTF">2026-04-10T00:54:05Z</dcterms:created>
  <dcterms:modified xsi:type="dcterms:W3CDTF">2026-04-10T00:54:05Z</dcterms:modified>
</cp:coreProperties>
</file>