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'colour'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"hue or shade of light"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color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'colour' — hue or shade of light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'colour' means 'hue or shade of light'.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'colour'.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'colour'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'colour'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'colour' means 'hue or shade of light'.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'colour'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'colour'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'colourful' contains the root 'colour' plus the suffix '-ful'.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'colour' comes from an ancient Greek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'-less' to 'colour' makes a word meaning without any colour.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'dis-' in 'discolour' means to reverse or undo something.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'Colourless' and 'colourful' have exactly the same meaning.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'colour'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hue or shade of light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color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colourless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colourant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'colour'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6986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8134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8134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substance used to add colour to something, like food dye.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colourless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many different colours all together.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had colour added to it or naturally having colour.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of adding colour to a picture, or the colours something has.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lots of bright and vivid colours.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or spoil the original colour of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colourant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no colour at all; clear or pale.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'colour'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'colour'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artist used a colourful palette to paint the rainforest scene.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Leaving the fabric in the sun caused it to discolour over time.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enjoyed colouring in their maps of Australia with different shades.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colouring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book was full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colourful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animals from around the world.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discolouration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wall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colourless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first, but soon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multicoloured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stain spread everywhere.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colourless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585855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6852373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or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or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or shade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or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674694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'colour' = hue or shade of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'colour'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colourful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colourless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multicoloured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colourant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discolouration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'colour' — 3-Day Teaching Deck</dc:title>
  <dc:subject>PptxGenJS Presentation</dc:subject>
  <dc:creator>Word Labs</dc:creator>
  <cp:lastModifiedBy>Word Labs</cp:lastModifiedBy>
  <cp:revision>1</cp:revision>
  <dcterms:created xsi:type="dcterms:W3CDTF">2026-04-03T03:29:14Z</dcterms:created>
  <dcterms:modified xsi:type="dcterms:W3CDTF">2026-04-03T03:29:14Z</dcterms:modified>
</cp:coreProperties>
</file>