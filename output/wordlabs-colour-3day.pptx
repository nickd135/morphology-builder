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'colour'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property of light; to add colour"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'colour' — the property of light; to add colour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'colour' means 'the property of light; to add colour'.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'colour'.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'colour'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'colour'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'colour' means 'the property of light; to add colour'.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'colour'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'colour'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'colour' means 'the property of light; to add colour'.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'colours' means 'types of fabric used for making tents'.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'colour' means 'the property of an object that we see, such as red, blue or green'.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'colour' means 'the smell of an object'.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'colours' means 'different hues, such as red, blue and green'.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'colour'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property of light; to add colour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'colour'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colour at all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bright colours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or spoil the natural colour of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adding colour to something, or the colours something has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an object that we see, such as red, blue or green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particular colour, or filled in with colour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hues, such as red, blue and green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'colour'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'colour'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favourite colour is turquoise.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rainbow had seven beautiful colours.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coloured the picture with bright crayons.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parade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colourfully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decorated with ribbons and balloons. The old photograph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discoloured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leaves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discolouring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autumn arrived.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multicolour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kite soared high above the park.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multicoloured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umbrella brightened up the rainy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of light; to add 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the property of light; to add colour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coloured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'colour' — 3-Day Teaching Deck</dc:title>
  <dc:subject>PptxGenJS Presentation</dc:subject>
  <dc:creator>Word Labs</dc:creator>
  <cp:lastModifiedBy>Word Labs</cp:lastModifiedBy>
  <cp:revision>1</cp:revision>
  <dcterms:created xsi:type="dcterms:W3CDTF">2026-07-07T10:22:41Z</dcterms:created>
  <dcterms:modified xsi:type="dcterms:W3CDTF">2026-07-07T10:22:41Z</dcterms:modified>
</cp:coreProperties>
</file>