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'colour'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'colour' really means 'the property of light; to add colour'.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Leaving your colourful beach towel in the sun all summer will discolour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Grandma taught me to paint a sunset with watercolour.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'colour'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property of light; to add colour"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'colour'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'colour' — the property of light; to add colour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'colour' means 'the property of light; to add colour'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'colour'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'colour'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'colour'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'colour' means 'the property of light; to add colour'. You can find it in 'colourless'.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'recolour',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'colourless',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'colour' means 'the property of light; to add colour'.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'tricolour' means 'a flag with three bands of different colours'.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'colourless' means 'having no colour at all'.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'multicolour' means 'having many different colours'.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'recolour' means 'to colour something again or in a different colour'.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'colour'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'colour' means 'the property of light; to add colour'.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'tricolour' means 'a flag with three bands of different colours'.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'colourless' means 'having no colour at all'.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'multicolour' means 'having many different colours'.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'recolour' means 'to colour something again or in a different colour'.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'colour'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'colour'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property of light; to add colour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colourless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recolour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tricolour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'colour'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16052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recolour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flag with three bands of different colours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colour something again or in a different colour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many different colours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property of an object that we see, such as red, blue or green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tricolour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no colour at all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property of an object that we see, such as red, blue or green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no colour at 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colour something again or in a different colour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many different colours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tricolour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flag with three bands of different colours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'colour'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'colour'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favourite colour is turquoise.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 was colourless and impossible to see.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to recolour the sky because the first blue was too dark.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your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colourful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beach towel in the sun all summer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discolour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taught me to paint a sunset with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watercolour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watercolour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'colour'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'colour' = the property of light; to add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watercolour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'colour'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