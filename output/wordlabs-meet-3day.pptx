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"come together, encounter"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metan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'meet' — come together, encounter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'meet' means 'come together, encounter'.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'meet' means 'come together, encounter'.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'meeting' contains the root 'meet'.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'-ing' to 'meet' makes the word 'meeting'.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'meet' comes from French and means 'to speak'.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'remeet' means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'meets' has the root 'me' not 'meet'.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together, encounter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metan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meeting-place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meetup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overmeet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too many meetings or gather together too often.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informal gathering where people get together, often planned online.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meeting-place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meet someone again after not seeing them for a while.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meetup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spot where people agree to come together.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gathering that happens before the main meeting.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gathering where people come together to talk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overmeet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comes together with another person or 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council will hold a meeting on Friday to discuss the new playground equipment.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nervous about meeting her new teacher at the start of the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meets every Tuesday afternoon to practise for the upcoming competition.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exciting, and everyone enjoyed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guest speaker.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premeet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team, but 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coach,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be shorter.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come together, encounter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meeting-place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meetup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premeet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overmeet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'meet' — 3-Day Teaching Deck</dc:title>
  <dc:subject>PptxGenJS Presentation</dc:subject>
  <dc:creator>Word Labs</dc:creator>
  <cp:lastModifiedBy>Word Labs</cp:lastModifiedBy>
  <cp:revision>1</cp:revision>
  <dcterms:created xsi:type="dcterms:W3CDTF">2026-04-09T22:21:16Z</dcterms:created>
  <dcterms:modified xsi:type="dcterms:W3CDTF">2026-04-09T22:21:16Z</dcterms:modified>
</cp:coreProperties>
</file>