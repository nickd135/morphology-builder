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come together, join"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metan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'meet' — to come together, join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'meet' means 'to come together, join'.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'meet' means 'to come together, join'.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'meeting' contains the root 'meet' plus the suffix '-ing'.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'meet' comes from a French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'-ing' to 'meet' makes the word 'meeting', which means a gathering of people.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can be added to 'meet' to mean coming together with someone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'meeting' has only one syllable.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come together, join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metan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meetup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foremet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meet or come together with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informal gathering where a group of people come together to share an interest.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been met or encountered before a particular time or event.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meetup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welcome and say hello to people as they arrive.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foremet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gathering or assembly of people coming together.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gathering where people come together to talk or plan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comes together with another person or group.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council held a meeting after school to plan the end-of-year celebration.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remeet every Monday morning to share our weekend news with each other.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friendly greeter at the school entrance welcomed every student with a big smile.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captain called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she was the first to greet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door.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weekly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remeet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pen pals, and all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shared stories from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together, join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meetup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foremet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meeters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remeet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'meet' — 3-Day Teaching Deck</dc:title>
  <dc:subject>PptxGenJS Presentation</dc:subject>
  <dc:creator>Word Labs</dc:creator>
  <cp:lastModifiedBy>Word Labs</cp:lastModifiedBy>
  <cp:revision>1</cp:revision>
  <dcterms:created xsi:type="dcterms:W3CDTF">2026-03-25T03:32:57Z</dcterms:created>
  <dcterms:modified xsi:type="dcterms:W3CDTF">2026-03-25T03:32:57Z</dcterms:modified>
</cp:coreProperties>
</file>