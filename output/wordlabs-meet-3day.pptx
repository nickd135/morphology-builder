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come together; to see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'meet' — to come together; to see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'meet' means 'to come together; to see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'meet' means 'to come together; to see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'meets' means 'comes together with someone or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'meet' means 'to come together with someone in the same place'.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'meet' means 'to eat a meal'.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'meets' means 'eats food quickly'.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'meet' means 'to come together; to see someone'.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come together; to see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508760" y="28072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508760" y="28072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79776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127248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127248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151376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562856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62856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meet at the park after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Friday, the chess club meets in the library.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teachers had a meeting to plan the school trip.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park after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1546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Friday, the chess club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library. The teachers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plan the school trip. The manager has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meetings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booked for tomorrow.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together; to see someone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'meet' = to come together; to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'meet'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