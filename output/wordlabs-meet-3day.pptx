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'meet' has very few longer words built from it, so this deck practises adding the suffixes -s and -ing to the base (Years 3–4). Only 4 words with 'meet'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student council holds meetings every Thursday in the library at lunchtime.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'meet'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come together; to see someone"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'meet' has very few longer words built from it, so this deck practises adding the suffixes -s and -ing to the base (Years 3–4). Only 4 words with 'meet'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'meet' — to come together; to see someone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'meet' = to come together; to see someone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 and -ing to the base 'meet'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-s means more than one, or someone does it now).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'meet'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'meet'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'meet' = to come together; to see someone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'meet' means 'to come together; to see someone'. You can find it in 'meets'.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'meets', '-s' means 'plural or present tense'.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'meeting', '-ing' means 'the act of; something done or made'.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'meet' = to come together; to see someone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'meets',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'meeting',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'meetings',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'meet' = to come together; to see someone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'meets',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'meeting',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'meetings',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'meet'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'meet' = to come together; to see someone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'meet'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come together; to see someone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'meet'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'meet' = to come together; to see someone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36829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660904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660904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472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886200" y="2569464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86200" y="256946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'meet'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'meet' = to come together; to see someone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comes together with someone or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gathering of people to talk about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come together with someone in the same place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'meet'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'meet' = to come together; to see someone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come together with someone in the same place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comes together with someone or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gathering of people to talk about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'meet'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'meet' = to come together; to see someone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'meet'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meet at the park after school.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Friday, the chess club meets in the library.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teachers had a meeting to plan the school trip.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'meet' = to come together; to see someone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'meet' = to come together; to see someone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council holds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meetings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Thursday in the library at lunchtime.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meetings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'meet' = to come together; to see someone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meetings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'meet' = to come together; to see someone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meetings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come together; to see someone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'meet' = to come together; to see someone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meetings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come together; to see someone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'meet' = to come together; to see someone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meetings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come together; to see someone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of; something done or made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'meet' = to come together; to see someone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'meet'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'meet' = to come together; to see someone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meetings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'meet'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