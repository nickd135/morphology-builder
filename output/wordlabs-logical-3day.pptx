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'logical' suit Years 3–7, so Day 3 has 1 dictation word instead of 3. This deck is about -logical meaning 'to do with the study of' (biology, biological). Logical meaning 'making sense' (logical, illogical) is left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'chronological' really means 'arranged in the order in which things happened, following time order'.
'zoological' really means 'to do with the study of animals'.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timeline shows technological inventions chronologically, from the first telephone to the latest smartphone.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Scientists made a morphological study of the beetles, comparing the shape of their legs and 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'logical'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do with the study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'logical' suit Years 3–7, so Day 3 has 1 dictation word instead of 3. This deck is about -logical meaning 'to do with the study of' (biology, biological). Logical meaning 'making sense' (logical, illogical) is left out.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'logical' — to do with the study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'logical' means 'to do with the study of'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'logical'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'logical'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'logical'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'logical' means 'to do with the study of'. You can find it in 'ecological'.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'ecological', 'eco-' means 'environment; household'.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'chronologically',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'logical' means 'to do with the study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'geological' means 'relating to the rocks, layers and physical history of the earth'.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'chronological' means 'relating to the relationship between living things and their environment'.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'ecological' means 'relating to the relationship between living things and their environment'.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'zoological' means 'arranged in the order in which things happened, following time order'.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'logical' means 'to do with the study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'geological' means 'relating to the rocks, layers and physical history of the earth'.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'chronological' means 'relating to the relationship between living things and their environment'.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'ecological' means 'relating to the relationship between living things and their environment'.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'zoological' means 'arranged in the order in which things happened, following time order'.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'logical'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do with the study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ecological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zoological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geological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'logical'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660904" y="3776472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60904" y="3776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0233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434840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34840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ecological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ecological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relating to living things and their bodies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zoological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relating to the relationship between living things and their environment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relating to the rocks, layers and physical history of the earth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do with the study of animals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geological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arranged in the order in which things happened, following time order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ecological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relating to the relationship between living things and their environment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zoological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do with the study of animals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arranged in the order in which things happened, following time order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relating to living things and their bodies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geological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the rocks, layers and physical history of the earth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'logical'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'logical'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oil spill caused serious ecological damage to the coast.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zoological park cares for rare animals from all over the world.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biological process of digestion breaks down food in your body.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timeline shows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inventions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from the first telephone to the latest smartphone.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skill; craft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skill; craft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skill; craft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made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study of the beetles, comparing the shape of their legs and wings.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form; shape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form; shape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form; shape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'logical'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'logical' = to do with the study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'logical'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