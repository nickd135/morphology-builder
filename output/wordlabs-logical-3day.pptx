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'logical'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 reason or logic"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logikos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'logical' — relating to reason or logic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'logical' means 'relating to reason or logic'.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'logical'.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'logical'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'logical'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'logical' means 'relating to reason or logic'.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'logical'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'logical'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'logical' comes from Greek and relates to reason.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'biological' means relating to rocks and the Earth.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'il-' before 'logical' creates a word meaning not logical.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'chronological' means arranged in time order.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'-ly' changes 'logical' into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'logical'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 reason or logic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logikos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'logical'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makes sense and follows clear reasoning.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is sensible and well-reasoned.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rocks, land, and the history of the Earth.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machines, computers, and modern inventions.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the order that things happened in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mind and how people think and feel.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living things and how they grow and work.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'logical'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'logical'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gave a logical explanation for why the ice melted so quickly in the sun.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the events in chronological order so the story made sense from beginning to 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technological changes over the last twenty years have completely changed the way we learn.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features of Australia make it a fascinating country to study.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think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logically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arrange events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consider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impact on the characters.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95289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475560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reason or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'logical' = relating to reason or logic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'logical'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biological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geological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chronological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technological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psychological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logically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illogical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'logical' — 3-Day Teaching Deck</dc:title>
  <dc:subject>PptxGenJS Presentation</dc:subject>
  <dc:creator>Word Labs</dc:creator>
  <cp:lastModifiedBy>Word Labs</cp:lastModifiedBy>
  <cp:revision>1</cp:revision>
  <dcterms:created xsi:type="dcterms:W3CDTF">2026-03-25T03:29:35Z</dcterms:created>
  <dcterms:modified xsi:type="dcterms:W3CDTF">2026-03-25T03:29:35Z</dcterms:modified>
</cp:coreProperties>
</file>