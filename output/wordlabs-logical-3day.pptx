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'logical'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"making sense"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'logical' — making sense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'logical' means 'making sense'.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'logical'.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'logical'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'logical'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'logical' means 'making sense'.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'logical'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'logical'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'logical' means 'extremely colourful and bright'.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'logical' means 'following clear and sensible reasoning'.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'illogical' means 'not sensible or reasonable; against normal logic'.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'illogical' means 'extremely well organised'.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'logical' means 'making sense'.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'logical'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 sense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ecological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'logical'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neuro-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clear and sensible reasoning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mind or how people think and feel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follows clear and sensible reasoning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relationship between living things and their environment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ecological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does not make sense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the order in which things happened, following time order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sensible or reasonable; against normal logic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'logical'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'logical'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logical decision to bring an umbrella since it was raining.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seemed illogical to wear a coat on such a hot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explained her answer logically, step by step.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phone uses some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features. The photos were arranged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starting with the earliest holiday.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technology; skill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technology; skill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technology; skill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process of digestion breaks down food in your body. The cliff showed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layers formed over millions of years. The doctor ran tests to check for 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making sense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neuro-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ecological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'logical'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