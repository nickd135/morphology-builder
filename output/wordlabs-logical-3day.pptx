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'logical'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 reason or logic"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logikos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'logical' — relating to reason or logic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'logical' means 'relating to reason or logic'.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'logical'.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'logical'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'logical'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'logical' means 'relating to reason or logic'.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'logical'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'logical'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'bio' added to 'logical' makes the word 'biological', which relates to living things.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'logical' comes from the Greek word 'logikos'.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'illogical' means something that makes perfect sense.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'-ly' to 'logical' makes the word 'logically', which describes doing something in a sensible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'chronological' has nothing to do with time or order.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'logical'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 reason or logic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logikos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'logical'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makes sense and follows clear reasoning, like solving a maths problem step by step.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machines, computers, and tools that make our lives easier.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living things and how they grow, live, and function.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that things happened, from first to last.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rocks, land, and the physical history of the Earth.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mind and how people think, feel, and behave.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does not make sense or has no clear reason behind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'logical'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'logical'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gave a logical explanation for why the volcano erupted, using evidence from the rocks.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illogical to leave your umbrella at home when the weather forecast says it will rain heavily.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arranged the events of the story in chronological order, starting from the very beginning.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 was well written, and the teacher said our thinking was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logically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findings;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 impressed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logic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'logical' — 3-Day Teaching Deck</dc:title>
  <dc:subject>PptxGenJS Presentation</dc:subject>
  <dc:creator>Word Labs</dc:creator>
  <cp:lastModifiedBy>Word Labs</cp:lastModifiedBy>
  <cp:revision>1</cp:revision>
  <dcterms:created xsi:type="dcterms:W3CDTF">2026-04-09T22:17:54Z</dcterms:created>
  <dcterms:modified xsi:type="dcterms:W3CDTF">2026-04-09T22:17:54Z</dcterms:modified>
</cp:coreProperties>
</file>