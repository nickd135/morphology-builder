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'live'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be alive; to reside"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'live' — to be alive; to reside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alive; to reside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'live' means 'to be alive; to reside'.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'live'.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'live'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'live'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alive; to reside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'live' means 'to be alive; to reside'.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'live'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'live'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alive; to reside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'lived' means 'cooked something until it turned golden brown'.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'lived' means 'had your home somewhere, or existed, at a time in the past'.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'live' means 'to have your home in a particular place, or to be alive'.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'live' means 'to be alive; to reside'.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'live' means 'to bake food slowly in a hot oven'.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'live'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alive; to reside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be alive; to reside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living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'live'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alive; to reside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1508760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1508760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235915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2706624" y="46360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2706624" y="46360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3977640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4325112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4325112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5221224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4" name="Shape 52"/>
          <p:cNvSpPr/>
          <p:nvPr/>
        </p:nvSpPr>
        <p:spPr>
          <a:xfrm>
            <a:off x="5632704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632704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alive; to reside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have your home in a particular place, or to be alive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alive, or the act of having a home somewhere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something more exciting, active or cheerful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their home in a place, or is alive (used for he, she or it)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organ inside the body that cleans the blood and helps digest food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lively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 energy, action and excitement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living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 your home somewhere, or existed, at a time in the past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'live'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alive; to reside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'live'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cousins live in a flat above the bakery.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Grandad lived in that same street for fifty years.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few balloons will liven up the classroom for the party.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alive; to reside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alive; to reside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new sofa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delivered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our house on Tuesday morning. Of all the puppies in the litter, the little brown one was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liveliest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delivered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liveliest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alive; to reside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delivered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alive; to reside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delivered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undo; remove;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alive; to reside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alive; to reside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delivered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undo; remove;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alive; to reside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alive; to reside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delivered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undo; remove;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alive; to reside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alive; to reside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liveliest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alive; to reside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liveliest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alive; to reside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alive; to reside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liveliest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alive; to reside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alive; to reside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liveliest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alive; to reside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alive; to reside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alive; to reside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driver 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delivering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fresh bread to the shops this morning.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liveliness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classroom made visitors smile. The fish was still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alive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when we caught it.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delivering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liveliness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alive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alive; to reside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delivering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alive; to reside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delivering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undo; remove;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alive; to reside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alive; to reside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delivering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undo; remove;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alive; to reside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alive; to reside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delivering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undo; remove;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alive; to reside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alive; to reside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liveliness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alive; to reside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liveliness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alive; to reside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alive; to reside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liveliness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alive; to reside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alive; to reside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liveliness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alive; to reside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alive; to reside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alive; to reside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alive; to reside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alive; to reside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alive; to reside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alive; to reside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alive; to reside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i_e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alive; to reside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alive; to reside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lived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liven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liver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lives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lively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'live' — 3-Day Teaching Deck</dc:title>
  <dc:subject>PptxGenJS Presentation</dc:subject>
  <dc:creator>Word Labs</dc:creator>
  <cp:lastModifiedBy>Word Labs</cp:lastModifiedBy>
  <cp:revision>1</cp:revision>
  <dcterms:created xsi:type="dcterms:W3CDTF">2026-07-07T10:22:37Z</dcterms:created>
  <dcterms:modified xsi:type="dcterms:W3CDTF">2026-07-07T10:22:37Z</dcterms:modified>
</cp:coreProperties>
</file>