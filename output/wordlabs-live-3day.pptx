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be alive, exist"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'live' — to be alive, exist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'live' means 'to be alive, exist'.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'live' means 'to be alive, exist'.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'outlive' means to die before someone else.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'relive' means to experience something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'alive' has the prefix 'al-' meaning all.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'live' comes from a Latin word meaning to be alive.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'-ly' to 'live' creates the word 'lively', meaning full of energy.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be alive, exist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forlive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-lihood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living and breathing, not dead.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 word meaning to outlive or survive beyond others.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energy and excitement.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a person earns money to support themselves.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live longer than someone or something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 inside your body that cleans your blood, named for being vital to life.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forlive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experience something again in your memory or for real.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explorers had to outlive the harsh winter by finding shelter and food in the mountains.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so alive after swimming in the cool ocean on a hot summer 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was lively, with music playing and people laughing all around.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puppy seemed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it raced around the backyard.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moment when our grandfather, who managed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outlive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his brothers, shared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livelihood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us.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surpassing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surpassing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surpassing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-lihood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forlive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'live' — 3-Day Teaching Deck</dc:title>
  <dc:subject>PptxGenJS Presentation</dc:subject>
  <dc:creator>Word Labs</dc:creator>
  <cp:lastModifiedBy>Word Labs</cp:lastModifiedBy>
  <cp:revision>1</cp:revision>
  <dcterms:created xsi:type="dcterms:W3CDTF">2026-04-09T22:31:42Z</dcterms:created>
  <dcterms:modified xsi:type="dcterms:W3CDTF">2026-04-09T22:31:42Z</dcterms:modified>
</cp:coreProperties>
</file>