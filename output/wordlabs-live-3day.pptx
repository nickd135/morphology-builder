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 alive, exist"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'live' — to be alive, exist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'live' means 'to be alive, exist'.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'live' means 'to be alive, exist'.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'live' relates to being alive or existing.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'livestock' means animals kept in a zoo.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'out-' in 'outlive' means to do something more or beyond.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'lively' means full of energy and life.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'live'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 alive, exist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livestock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-lihood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-stock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living and breathing; not dead.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live up to a standard or expectation.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live longer than someone or something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someone earns money to pay for their life.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experience or remember something again in your mind.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livestock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Animals kept on a farm, such as cows, sheep, and chickens.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energy and excitement.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lively puppy bounded across the yard, wagging its tail at everyone it met.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grandmother outlived all of her brothers and sisters by many years.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checked on his livestock every morning before breakfast.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market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livelihood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many families in the town.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outlived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rivals,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spirit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livelihood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depended on the land.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alive, exist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'live' = to be alive, exist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-lihood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-stock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outlive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livelihood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livestock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'live' — 3-Day Teaching Deck</dc:title>
  <dc:subject>PptxGenJS Presentation</dc:subject>
  <dc:creator>Word Labs</dc:creator>
  <cp:lastModifiedBy>Word Labs</cp:lastModifiedBy>
  <cp:revision>1</cp:revision>
  <dcterms:created xsi:type="dcterms:W3CDTF">2026-03-25T03:42:01Z</dcterms:created>
  <dcterms:modified xsi:type="dcterms:W3CDTF">2026-03-25T03:42:01Z</dcterms:modified>
</cp:coreProperties>
</file>