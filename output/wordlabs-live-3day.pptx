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'live' suit Years 3–7, so there is no Day 3 dictation. Day 3 is the word matrix lesson only. Day 2 has 1 dictation word instead of 2. Day 1 shows 3 example words instead of 5–7. In liven the i says its name: it comes from 'life'. In lively the i says its name: it comes from 'life'.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'live' really means 'to be alive; to reside'.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Looking at our holiday photos helps us relive the fun we had at the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'live'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be alive; to reside"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'live' suit Years 3–7, so there is no Day 3 dictation. Day 3 is the word matrix lesson only. Day 2 has 1 dictation word instead of 2. Day 1 shows 3 example words instead of 5–7. In liven the i says its name: it comes from 'life'. In lively the i says its name: it comes from 'life'.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'live' — to be alive; to reside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'live' means 'to be alive; to reside'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'live'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'live'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'live'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'live' means 'to be alive; to reside'. You can find it in 'liven'.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'relive',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'lively', '-ly' means 'like; having the qualities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'live' means 'to be alive; to reside'.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'lively' means 'full of energy, action and excitement'.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'liven' means 'to make something more exciting, active or cheerful'.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'live'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'live' means 'to be alive; to reside'.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'lively' means 'full of energy, action and excitement'.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'liven' means 'to make something more exciting, active or cheerful'.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'live'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'live'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be alive; to reside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lively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'live'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36829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66090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6090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886200" y="2569464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25694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full of energy, action and excitement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have your home in a particular place, or to be alive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something more exciting, active or cheerful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have your home in a particular place, or to be alive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something more exciting, active or cheerful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full of energy, action and excitement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'live'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'live'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cousins live in a flat above the bakery.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balloons will liven up the classroom for the party.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was lively with stalls, music and chatter.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our holiday photos helps us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relive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fun we had at the beach.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alive; to reside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alive; to reside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alive; to reside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'live' = to be alive; to reside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'live'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