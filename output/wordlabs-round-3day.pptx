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"circular, curved, or encircling"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rotundus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'round' — circular, curved, or encircling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'round' means 'circular, curved, or encircling'.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'round' means 'circular, curved, or encircling'.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'surround' contains the root 'round' meaning circular or encircling.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'round'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'roundabout' is made up of the root 'round' plus the suffix 'about'.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'surroundings' means all the things around you in your environment.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'sur' in 'surround' means under or below.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circular, curved, or encircling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rotundus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side of something, or moving in a circle near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is all around a place or person.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circular road junction where cars drive around a central island, or a spinning ride at a playground.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thorough or complete way, often used to mean completely or strongly.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all around something on every side, like a fence surrounding a garden.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visits or trips made in a circular path, like a doctor doing their rounds.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smooth, curved shape with no sharp corners or edges.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tall trees surround the old farmhouse, making it feel cosy and protected.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drove around the roundabout twice because we missed our turn.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did her rounds each morning, checking on every patient in the ward.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surrounding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forest was so quiet that even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roundabout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edge of town seemed peaceful.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in a circuit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in a circuit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in a circuit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hills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surrounded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valley,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roundabout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village entrance was decorated with flowers.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curved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curved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curved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in a circuit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in a circuit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circular, encircling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around, in a circuit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circular, curved, or encircling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'round' — 3-Day Teaching Deck</dc:title>
  <dc:subject>PptxGenJS Presentation</dc:subject>
  <dc:creator>Word Labs</dc:creator>
  <cp:lastModifiedBy>Word Labs</cp:lastModifiedBy>
  <cp:revision>1</cp:revision>
  <dcterms:created xsi:type="dcterms:W3CDTF">2026-03-25T03:39:44Z</dcterms:created>
  <dcterms:modified xsi:type="dcterms:W3CDTF">2026-03-25T03:39:44Z</dcterms:modified>
</cp:coreProperties>
</file>