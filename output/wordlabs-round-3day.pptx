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'round'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"shaped like a circle"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'round' — shaped like a circle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shaped like a circle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'round' means 'shaped like a circle'.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'round'.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'round'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'round'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shaped like a circle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'round' means 'shaped like a circle'.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'round'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'round'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shaped like a circle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'rounds' means 'sharp, straight edges on a shape'.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'round' means 'shaped like a circle'.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'round' means 'shaped like a circle or a ball'.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'rounds' means 'shapes like circles, or separate stages or turns in a game or competition'.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'round' means 'shaped like a square with sharp corners'.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'round'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shaped like a circle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shaped like a circle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rounder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'round'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shaped like a circle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6360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6360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67528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79008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79008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shaped like a circle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shaped like a circle or a ball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circular or curved in shape than something else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into a curved or circular shape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shapes like circles, or separate stages or turns in a game or competition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'round'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shaped like a circle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'round'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ball is perfectly round so it rolls easily.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competition has three rounds before the final winner is chosen.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carpenter rounded the edges of the table so no one would get hurt.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shaped like a circle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shaped like a circle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roundly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beaten in the final match. Of all the pumpkins, this one is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roundest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roundest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shaped like a circle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shaped like a circle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shaped like a circle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shaped like a circle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shaped like a circle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shaped like a circle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shaped like a circle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shaped like a circle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shaped like a circle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shaped like a circle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shaped like a circle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shaped like a circle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shaped like a circle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shaped like a circle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shaped like a circle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shaped like a circle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practised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rounding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numbers to the nearest ten in maths today.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roundness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moon makes it easy to recognise in the sky. We walked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around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lake before lunch.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roundness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around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shaped like a circle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shaped like a circle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shaped like a circle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shaped like a circle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shaped like a circle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shaped like a circle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shaped like a circle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shaped like a circle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shaped like a circle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shaped like a circle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shaped like a circle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shaped like a circle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shaped like a circle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shaped like a circle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shaped like a circle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around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shaped like a circle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around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shaped like a circle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shaped like a circle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around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shaped like a circle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shaped like a circle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around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shaped like a circle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shaped like a circle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'round' = shaped like a circle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'round'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rounded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rounder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'round' — 3-Day Teaching Deck</dc:title>
  <dc:subject>PptxGenJS Presentation</dc:subject>
  <dc:creator>Word Labs</dc:creator>
  <cp:lastModifiedBy>Word Labs</cp:lastModifiedBy>
  <cp:revision>1</cp:revision>
  <dcterms:created xsi:type="dcterms:W3CDTF">2026-07-07T10:22:37Z</dcterms:created>
  <dcterms:modified xsi:type="dcterms:W3CDTF">2026-07-07T10:22:37Z</dcterms:modified>
</cp:coreProperties>
</file>