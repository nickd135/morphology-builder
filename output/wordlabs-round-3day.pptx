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'round' has very few longer words built from it, so this deck practises adding the suffixes -s, -est, -ing, -ness, -ed and -er to the base (Years 3–4). Only 7 words with 'round' suit Years 3–7, so there is no Day 3 dictation. Day 3 is the word matrix lesson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waves have rounded the edges of this pebble, making it rounder than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'round'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"shaped like a circle"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'round' has very few longer words built from it, so this deck practises adding the suffixes -s, -est, -ing, -ness, -ed and -er to the base (Years 3–4). Only 7 words with 'round' suit Years 3–7, so there is no Day 3 dictation. Day 3 is the word matrix lesson only.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'round' — shaped like a circle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'round' = shaped like a circle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-s, -est, -ing, -ness, -ed and -er to the base 'round'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'round'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'round'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'round' = shaped like a circle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'round' means 'shaped like a circle'. You can find it in 'rounds'.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'roundness', '-ness' means 'state of'.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'rounder', '-er' means 'more'.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'round' = shaped like a circle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'rounds',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'roundest', the suffix '-est' tells us more than one.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'rounding',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'rounded', the suffix '-ed' tells us it is happening now.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 'rounder', the suffix '-er' tells us more, or a person or thing that does it.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'round' = shaped like a circle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'rounds',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'roundest', the suffix '-est' tells us more than one.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'rounding',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'rounded', the suffix '-ed' tells us it is happening now.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 'rounder', the suffix '-er' tells us more, or a person or thing that does it.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'round'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'round' = shaped like a circle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'round'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shaped like a circle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roundest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roundness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'round'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'round' = shaped like a circle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50545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9806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79806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1188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023360" y="3776472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37764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'round'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'round' = shaped like a circle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quality of being shaped like a circle or ball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making something curved, or changing a number to the nearest ten, hundred and so 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roundest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shaped like a circle or a ball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shapes like circles, or separate stages or turns in a game or competition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roundness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most circular or curved in shape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'round'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'round' = shaped like a circle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shaped like a circle or a ball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shapes like circles, or separate stages or turns in a game or competition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roundest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most circular or curved in shape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making something curved, or changing a number to the nearest ten, hundred and so 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roundness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quality of being shaped like a circle or ball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'round'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'round' = shaped like a circle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'round'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ball is perfectly round so it rolls easily.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competition has three rounds before the final winner is chosen.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the pumpkins, this one is the roundest.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'round' = shaped like a circle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'round' = shaped like a circle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waves have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rounded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edges of this pebble, making it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rounder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the rest.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'round' = shaped like a circle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'round' = shaped like a circle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shaped like a circle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'round' = shaped like a circle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shaped like a circle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'round' = shaped like a circle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shaped like a circle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'round' = shaped like a circle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'round' = shaped like a circle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shaped like a circle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'round' = shaped like a circle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shaped like a circle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'round' = shaped like a circle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shaped like a circle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'round' = shaped like a circle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'round' = shaped like a circle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'round'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