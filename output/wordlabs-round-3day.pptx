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"circular shape or movement"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rotundus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'round' — circular shape or movement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'round' means 'circular shape or movement'.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'round' means 'circular shape or movement'.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'round' means something sharp or pointed.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'-ed' to 'round' makes the word 'rounded'.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'around' uses the prefix 'a-' added to the root 'round'.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'surround' contains the root 'round'.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'round' comes from the Greek word for circle.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circular shape or movement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rotundus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or thoroughly, often used when someone is strongly criticised.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is on all sides of something or someone.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smooth, curved shape with no sharp edges or corners.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a circle or on all sides of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all the way around something on every side.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area of land surrounding a building, like a school or park.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road junction where traffic goes around a central island, or a spinning playground ride.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tall trees surround the playground, giving us shade on hot 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drove around the roundabout twice because we missed our turn.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rounded up all the students before they walked to the oval.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pebbles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garden bed near the school gate.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a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hills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praised for their beauty, so tourists visit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roundabout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 each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describing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or concerning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or concerning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shape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or concerning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circular shape or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roundabout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surrounding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unrounded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'round' — 3-Day Teaching Deck</dc:title>
  <dc:subject>PptxGenJS Presentation</dc:subject>
  <dc:creator>Word Labs</dc:creator>
  <cp:lastModifiedBy>Word Labs</cp:lastModifiedBy>
  <cp:revision>1</cp:revision>
  <dcterms:created xsi:type="dcterms:W3CDTF">2026-04-09T22:29:16Z</dcterms:created>
  <dcterms:modified xsi:type="dcterms:W3CDTF">2026-04-09T22:29:16Z</dcterms:modified>
</cp:coreProperties>
</file>