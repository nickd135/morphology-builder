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'week'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"seven-day period of time"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Old English: wice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'week' — seven-day period of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'week' means 'seven-day period of time'.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'week'.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'week'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'week'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'week' means 'seven-day period of time'.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'week'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'week'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word 'biweekly' means something that happens every day.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weekday is any day from Monday to Friday.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suffix '-ly' can be added to 'week' to mean 'every week'.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root 'week' comes from the Latin word for 'seven'.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word 'weekend' contains the root 'week'.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'week'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seven-day period of time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Old English: wice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midweek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biweekly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weeklong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'week'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-day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-long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950976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487168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834640" y="41788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834640" y="41788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105656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453128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453128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9240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760720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 five working days of the week, from Monday to Friday.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part of the week, usually around Wednesday.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lasts for an entire week from start to finish.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midweek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seven-day period of time.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biweekly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happens once every week, like a weekly spelling test.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happens every two weeks, or sometimes twice a week.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weeklong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days at the end of the week — Saturday and Sunday.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'week'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'week'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has a weekly spelling quiz every Friday morning.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spent the whole weekend working on our science project about the solar system.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swimming carnival will be held midweek, on Wednesday afternoon.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newsletter arrives every Friday, and this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weekend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are going camping.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weekend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manner of; every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manner of; every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manner of; every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weekend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weekend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 or last part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weekend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 or last part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weekend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 or last part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weekdays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 have lessons, but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midweek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get extra sport, and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weeklong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carnival ends on Friday!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midweek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weeklong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midweek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midweek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middle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midweek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middle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midweek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middle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weeklong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weeklong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lasting the whole duration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weeklong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lasting the whole duration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weeklong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period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lasting the whole duration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'week' = seven-day period of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'week'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-day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-long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weekend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midweek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biweekly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weeklong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weeknight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'week' — 3-Day Teaching Deck</dc:title>
  <dc:subject>PptxGenJS Presentation</dc:subject>
  <dc:creator>Word Labs</dc:creator>
  <cp:lastModifiedBy>Word Labs</cp:lastModifiedBy>
  <cp:revision>1</cp:revision>
  <dcterms:created xsi:type="dcterms:W3CDTF">2026-07-03T09:26:02Z</dcterms:created>
  <dcterms:modified xsi:type="dcterms:W3CDTF">2026-07-03T09:26:02Z</dcterms:modified>
</cp:coreProperties>
</file>