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'week'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period of seven days"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'week' — a period of seven days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'week' means 'a period of seven days'.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'week'.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'week'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'week'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'week' means 'a period of seven days'.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'week'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'week'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'weeks' means 'single days of the month'.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'weeks' means 'periods of seven days, more than one week'.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'week' means 'a small, weak sound'.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'week' means 'a period of seven days'.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'week' means 'a period of seven days'.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'week'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period of seven days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'week'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65760" y="28072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508760" y="28072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508760" y="28072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487168" y="28072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2834640" y="28072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2834640" y="28072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105656" y="28072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453128" y="28072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453128" y="28072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349240" y="28072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5760720" y="28072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760720" y="28072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'week'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'week'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go swimming every week on Tuesdays.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waited three weeks for the parcel to arrive.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has a weekly spelling test every Friday.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go swimming every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week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Tuesdays.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5468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5468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315468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15468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1)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seven days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seven days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seven days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waited three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weeks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parcel to arrive. The class has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spelling test every Friday. We have a spelling test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midweek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usually on Wednesday.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midweek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seven days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seven days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seven days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seven days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seven days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seven days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midweek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midweek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seven days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midweek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seven days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midweek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seven days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'week' = a period of seven days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'week'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'week' — 3-Day Teaching Deck</dc:title>
  <dc:subject>PptxGenJS Presentation</dc:subject>
  <dc:creator>Word Labs</dc:creator>
  <cp:lastModifiedBy>Word Labs</cp:lastModifiedBy>
  <cp:revision>1</cp:revision>
  <dcterms:created xsi:type="dcterms:W3CDTF">2026-07-07T10:22:42Z</dcterms:created>
  <dcterms:modified xsi:type="dcterms:W3CDTF">2026-07-07T10:22:42Z</dcterms:modified>
</cp:coreProperties>
</file>