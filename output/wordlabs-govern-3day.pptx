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'govern' has very few longer words built from it, so this deck practises adding the suffixes -or, -s, -ing, -ment and -ed to the base (Years 3–4). Only 8 words with 'govern'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 council governs our town today, but long ago it was governed by a small group of farmers.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local government built a new bike path along the 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'govern'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"rule; manage"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'govern' has very few longer words built from it, so this deck practises adding the suffixes -or, -s, -ing, -ment and -ed to the base (Years 3–4). Only 8 words with 'govern'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'govern' — rule; manage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-or, -s, -ing, -ment and -ed to the base 'govern'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'govern'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'govern'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'govern' means 'rule; manage'. You can find it in 'governor'.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'governor', '-or' means 'person who'.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'governments', '-ment' means 'result of action'.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'governors',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'governing',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'governed',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'governments',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'governs',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'governors',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'governing',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'governed', the suffix '-ed' tells us it has already happened.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 'governments',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 'governs', the suffix '-s' tells us more than one, or someone does it now.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'govern'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rule; manage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governors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'govern'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64261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93522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93522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70332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99592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99592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80974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221224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21224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governors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person who officially runs a state, region or organisation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rule or have official control over a country or organisation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groups of people with authority to run different countries or states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people who officially run states, regions or organisations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ruling or being in official control of a country or organisation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rule or have official control over a country or organisation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officially runs a state, region or organisation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people who officially run states, regions or organisations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ruling or being in official control of a country or organisation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groups of people with authority to run different countries or states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'govern'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'govern'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elected council will govern the city fairly.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governor announced a new plan for the state.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governors met to discuss new education policies.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council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governs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town today, but long ago it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a small group of farmers.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rule; manage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rule; manage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rule; manage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rule; manage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rule; manage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erned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rule; manage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erned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a new bike path along the river.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rule; manage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rule; manage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rule; manage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'govern'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'govern' = rule; manage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'govern'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