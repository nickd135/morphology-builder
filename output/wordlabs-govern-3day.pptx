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'govern'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"rule; manage"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'govern' — rule; manage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'govern' means 'rule; manage'.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'govern'.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'govern'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'govern'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'govern' means 'rule; manage'.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'govern'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'govern'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'govern' means 'to teach students in a classroom'.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'govern' means 'to rule or have official control over a country or organisation'.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'governs' means 'sings a song loudly on stage'.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'govern' means 'rule; manage'.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'governs' means 'rules or has official control over a country or organisation'.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'govern'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rule; manage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governors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'govern'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508760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508760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77977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3127248" y="46360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3127248" y="46360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69087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5038344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038344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620877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662025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62025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of people with the authority to run a country or state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or ruled by a person or group in the past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ruling or being in official control of a country or organisation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officially run states, regions or organisations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officially runs a state, region or organisation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governors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have official control over a country or organisation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or has official control over a country or organisation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'govern'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'govern'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elected council will govern the city fairly.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local council governs the whole area.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country was governed by a fair and wise king.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misgoverned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town had crumbling roads and no clean water. Years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misgovernment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left the city's hospitals without enough supplies.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misgoverned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misgovernment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misgoverned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misgoverned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rule; manage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misgoverned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rule; manage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misgoverned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rule; manage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misgovernment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misgovernment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rule; manage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misgovernment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rule; manage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misgovernment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rule; manage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was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governmental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announcement about new laws. Good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keeps the school running smoothly. The United Nations is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intergovernmental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organisation.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intergovernmental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rule; manage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rule; manage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rule; manage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rule; manage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rule; manage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rule; manage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intergovernmental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intergovernmental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rule; manage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intergovernmental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rule; manage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51" name="Text 49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intergovernmental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rule; manage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953387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953387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388870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388870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824353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824353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259836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59836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695319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95319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130802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130802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4566285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66285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001768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001768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5437251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437251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5872734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872734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6308217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308217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6743700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743700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7179183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79183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7614666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614666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8050149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8050149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rule; manage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governed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governor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governing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governors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'govern' — 3-Day Teaching Deck</dc:title>
  <dc:subject>PptxGenJS Presentation</dc:subject>
  <dc:creator>Word Labs</dc:creator>
  <cp:lastModifiedBy>Word Labs</cp:lastModifiedBy>
  <cp:revision>1</cp:revision>
  <dcterms:created xsi:type="dcterms:W3CDTF">2026-07-07T10:22:34Z</dcterms:created>
  <dcterms:modified xsi:type="dcterms:W3CDTF">2026-07-07T10:22:34Z</dcterms:modified>
</cp:coreProperties>
</file>