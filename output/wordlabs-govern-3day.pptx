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'govern'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rule or control"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gubernare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'govern' — to rule or control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'govern' means 'to rule or control'.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'govern'.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'govern'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'govern'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'govern' means 'to rule or control'.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'govern'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'govern'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'mis-' in 'misgovern' means to govern badly or wrongly.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'-ment' in 'government' means a person who governs.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'government' does not contain the root 'govern'.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'govern' comes from a Latin word meaning to rule or steer.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governor is a person who is in charge of governing a place.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'govern'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rule or control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gubernare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'govern'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manage a country or organisation badly or unfairly.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officially in charge of a state or region.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in which something is controlled and managed, especially a country or organisation.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or being in charge of a country, school, or organisation.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woman who is employed to teach and look after children in their home.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rules and be in charge of a country, state, or group of people.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of people who are in charge of running a country or state.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'govern'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'govern'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decided to build new schools in our region to help more children get a good education.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council is a great example of students learning about governing and making decisions together.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governor visited the local community to listen to people's ideas about improving the town.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announced new plans,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body voted to support them.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essential;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never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misgovern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people it serves.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system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system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system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self-governing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'govern' — 3-Day Teaching Deck</dc:title>
  <dc:subject>PptxGenJS Presentation</dc:subject>
  <dc:creator>Word Labs</dc:creator>
  <cp:lastModifiedBy>Word Labs</cp:lastModifiedBy>
  <cp:revision>1</cp:revision>
  <dcterms:created xsi:type="dcterms:W3CDTF">2026-04-09T22:00:41Z</dcterms:created>
  <dcterms:modified xsi:type="dcterms:W3CDTF">2026-04-09T22:00:41Z</dcterms:modified>
</cp:coreProperties>
</file>