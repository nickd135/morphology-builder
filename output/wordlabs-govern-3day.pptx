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'govern'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rule or control"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gubernare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'govern' — to rule or control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'govern' means 'to rule or control'.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'govern'.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'govern'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'govern'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'govern' means 'to rule or control'.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'govern'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'govern'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'govern' comes from a Latin word meaning to rule or steer.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governor is someone who has no power or authority over others.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'government' contains the root 'govern' plus the suffix '-ment'.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prefix 'mis-' to 'govern' makes a word that means to govern badly.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'-ment' in 'government' means a person who does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'govern'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rule or control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gubernare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'govern'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govern a country or group badly or unfairly.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in charge of governing a state or region.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being in charge of making rules and decisions for a place or group.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woman who was hired to live with a family and teach and look after the children.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in which a country, organisation, or group is controlled and managed.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in charge of a country, state, or group and make important decisions for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of people who are in charge of running a country or state.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'govern'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'govern'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 made a new law to help keep our rivers clean.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council is practising governance by making decisions about the school fair.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governor visited our town to speak about plans for building a new hospital.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governing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large country requires many difficult decisions.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governor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announced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misgovernment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caused problems, so a new system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would begin.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badly or 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badly or 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badly or 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'govern' = to rule or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'govern'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misgovern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self-governing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'govern' — 3-Day Teaching Deck</dc:title>
  <dc:subject>PptxGenJS Presentation</dc:subject>
  <dc:creator>Word Labs</dc:creator>
  <cp:lastModifiedBy>Word Labs</cp:lastModifiedBy>
  <cp:revision>1</cp:revision>
  <dcterms:created xsi:type="dcterms:W3CDTF">2026-03-25T03:13:04Z</dcterms:created>
  <dcterms:modified xsi:type="dcterms:W3CDTF">2026-03-25T03:13:04Z</dcterms:modified>
</cp:coreProperties>
</file>