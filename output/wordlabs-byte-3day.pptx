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'byte'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'byte' really means 'a unit of computer data'.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This tiny text file is only one kilobyte in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'byte'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unit of computer data"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'byte'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'byte' — a unit of computer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'byte' means 'a unit of computer data'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'byte'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'byte'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'byte'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'byte' means 'a unit of computer data'. You can find it in 'megabyte'.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'megabyte', 'mega-' means 'large; great'.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'byte' means 'a unit of computer data'.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'gigabyte' means 'a unit of computer data equal to about a billion bytes'.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'megabyte' means 'a unit of computer memory or data storage, equal to about one million bytes'.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'terabyte' means 'a unit of computer data equal to about a trillion bytes'.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'byte'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'byte' means 'a unit of computer data'.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'gigabyte' means 'a unit of computer data equal to about a billion bytes'.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'megabyte' means 'a unit of computer memory or data storage, equal to about one million bytes'.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'terabyte' means 'a unit of computer data equal to about a trillion bytes'.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'byte'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'byte'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unit of computer data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megabyte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gigabyte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terabyte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'byte'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giga-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98064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98064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6052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megabyte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unit of computer data equal to about a trillion bytes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megabyte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unit of digital information used in computing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gigabyte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unit of computer memory or data storage, equal to about one million bytes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terabyte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unit of computer data equal to about a billion bytes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unit of digital information used in computing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megabyte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unit of computer memory or data storage, equal to about one million bytes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gigabyte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unit of computer data equal to about a billion bytes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terabyte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unit of computer data equal to about a trillion bytes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'byte'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'byte'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byte can store a single letter of text.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of plain text is much smaller than one megabyte.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took up nearly one gigabyte on the tablet.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tiny text file is only 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kilobyte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size.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kilobyte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kilobyte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kilobyte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thousand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of computer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kilobyte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thousand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of computer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kilobyte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thousand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of computer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y_e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'byte'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'byte' =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giga-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kilobyte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'byte'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