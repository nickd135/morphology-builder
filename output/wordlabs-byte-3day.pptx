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'byte'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unit of computer data"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'byte' — a unit of computer data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'byte' means 'a unit of computer data'.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'byte'.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'byte'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'byte'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'byte' means 'a unit of computer data'.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'byte'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'byte'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'byte' means 'a small bite of food eaten quickly'.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'bytes' means 'units of digital information used in computing (plural)'.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'bytes' means 'small mouthfuls of food'.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'byte' means 'a unit of digital information used in computing'.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'byte' means 'a unit of computer data'.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'byte'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unit of computer data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'byte'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2350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508760" y="23500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508760" y="2350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633472" y="2350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980944" y="2350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80944" y="2350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251960" y="2350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99432" y="2350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599432" y="2350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95544" y="2350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5907024" y="2350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07024" y="2350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'byte'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'byte'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size is measured in bytes and kilobytes.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photo file takes up two million bytes of storage.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photo file was about two megabytes in size.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size is measured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bytes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kilo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bytes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This photo file takes up two million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bytes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storage. The photo file was about two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megabyte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in size.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computer data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computer data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computer data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y_e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computer data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computer data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computer data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y_e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computer data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computer data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megabyte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computer data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y_e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'byte' = a unit of computer data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'byte'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'byte'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