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'slow'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fast, moving carefully"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slaw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'slow' — not fast, moving carefully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'slow' means 'not fast, moving carefully'.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'slow'.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'slow'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'slow'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'slow' means 'not fast, moving carefully'.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'slow'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'slow'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'slow' comes from ancient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'-ness' to 'slow' makes the word 'slowness', which means the quality of being slow.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'slowly' is made from the root 'slow' and the suffix '-ly'.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'slowest' uses the suffix '-est' to show that something is the most slow of all.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'slow' means moving very quickly and with great speed.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'slow'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fast, moving carefully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slaw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'slow'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happening at a speed that is not quick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less fast; reducing speed as you move or work.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slow of all; moving less quickly than everything else being compared.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becomes less fast or less busy than it was before.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slow than something else; not moving as quickly as another 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not fast; taking a long time to move or happen.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not being fast; the state of moving or doing things slowly.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'slow'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'slow'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turtle moved slowly across the warm sand towards the ocean.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slowness of the traffic made us late for the school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the slowest runner in the race, but she never gave up.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computer was frustrating, so she carefully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saved her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slowdown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traffic meant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drivers arrived late,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missed the show completely!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or decrease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or decrease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or decrease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more, used for comparison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more, used for comparison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more, used for comparison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the highest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the highest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the highest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moving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outslow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'slow' — 3-Day Teaching Deck</dc:title>
  <dc:subject>PptxGenJS Presentation</dc:subject>
  <dc:creator>Word Labs</dc:creator>
  <cp:lastModifiedBy>Word Labs</cp:lastModifiedBy>
  <cp:revision>1</cp:revision>
  <dcterms:created xsi:type="dcterms:W3CDTF">2026-04-10T00:50:29Z</dcterms:created>
  <dcterms:modified xsi:type="dcterms:W3CDTF">2026-04-10T00:50:29Z</dcterms:modified>
</cp:coreProperties>
</file>