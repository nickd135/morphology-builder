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'slow'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fast, taking time"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slaw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'slow' — not fast, taking 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'slow' means 'not fast, taking time'.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'slow'.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'slow'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'slow'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'slow' means 'not fast, taking time'.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'slow'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'slow'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'slowly' is made by adding the suffix '-ly' to the root 'slow'.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'slow'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'-ness' to 'slow' creates a noun meaning the quality of being slow.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'slowest' uses the suffix '-est' to show the most extreme degree of slow.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'-ly' in 'slowly' changes the word into a noun.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'slow'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fast, taking time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slaw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slowdown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'slow'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not fast; at a gentle, unhurried pace.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Becoming less fast or making something go less fast.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fast of all when comparing three or more things.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starts moving or happening less quickly than before.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fast than something else when comparing two things.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slowdown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or doing something without speed, taking a long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not being fast or quick.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'slow'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'slow'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tortoise moved slowly across the dusty track, but it never gave up.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slowness of the internet connection made it hard to load the video for class.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accident on the highway, traffic came to a slowdown near the tunnel.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down near the finish line, moving more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before.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swimmer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down,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didn't stop her from finishing the race!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'slow' = not fast, taking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'slow'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slowness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slowdown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slow-motion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'slow' — 3-Day Teaching Deck</dc:title>
  <dc:subject>PptxGenJS Presentation</dc:subject>
  <dc:creator>Word Labs</dc:creator>
  <cp:lastModifiedBy>Word Labs</cp:lastModifiedBy>
  <cp:revision>1</cp:revision>
  <dcterms:created xsi:type="dcterms:W3CDTF">2026-04-03T03:25:52Z</dcterms:created>
  <dcterms:modified xsi:type="dcterms:W3CDTF">2026-04-03T03:25:52Z</dcterms:modified>
</cp:coreProperties>
</file>