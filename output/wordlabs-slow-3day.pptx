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'slow'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'slow' really means 'not fast'.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slowness of the traffic made us late for netball.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'slow'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fast"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'slow'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'slow' — not fast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'slow' means 'not fast'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'slow'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'slow'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'slow'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'slow' means 'not fast'. You can find it in 'slower'.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'slower',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'slowly',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'slow' means 'not fast'.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'slowly' means 'in a way that takes a long time; not quickly'.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'slower' means 'moving with less speed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'slow'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'slow' means 'not fast'.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'slowly' means 'in a way that takes a long time; not quickly'.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'slower' means 'moving with less speed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'slow'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'slow'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fast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'slow'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 a way that takes a long time; not quickly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moving or happening quickly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moving with less speed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moving or happening quickly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moving with less speed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way that takes a long time; not quickly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'slow'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'slow'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turtle moved at a slow pace across the garden.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snail was much slower than the rabbit.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walked slowly through the museum, looking at every painting.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slowness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traffic made us late for netball.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'slow' = not fast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'slow'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