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'slow'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fast"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'slow' — not fast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'slow' means 'not fast'.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'slow'.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'slow'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'slow'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'slow' means 'not fast'.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'slow'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'slow'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'slow' means 'not fast'.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'slow' means 'not moving or happening quickly'.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'slowed' means 'became slower or reduced in speed'.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'slowed' means 'became louder than before'.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'slow' means 'extremely bright in colour'.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'slow'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fast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'slow'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0233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4348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348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slower or reduced in speed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 or happening quickly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'slow'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'slow'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turtle moved at a slow pace across the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 slowed as it approached the red light.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snail was much slower than the rabbit.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snail was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the rabbit. She walked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the museum, looking at every painting.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tortoise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animal in the race. The train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neared the station.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traffic made them late for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'slow'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