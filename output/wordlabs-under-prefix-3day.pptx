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'under-'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"below, beneath, not enough"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under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'under-' — below, beneath, not enough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'under-' means 'below, beneath, not enough'.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'under-'.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'under-'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'under-'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'under-' means 'below, beneath, not enough'.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'undercover', the root is the part after the prefix 'under-'.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'under-' can mean 'below' or 'beneath' something.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'under-' means the same thing as the prefix 'over-'.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'underwater' contains the prefix 'under-' meaning below.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'under-' can also mean not enough, like in 'underfed'.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'under-' comes from a French word.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'under-'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below, beneath, not enough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under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undercover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understand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underground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underline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underwater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underfed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underestimate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'under-'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'under-'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127248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127248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2356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3504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3504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undercover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undercover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surface of the water.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understand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in secret, often to catch criminals without being noticed.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underground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draw a line underneath a word or sentence to show it is important.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underline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given enough food to be healthy.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underwater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think something is smaller or less important than it really is.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underfed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surface of the ground, like tunnels or roots.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underestimate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 what something means or how something works.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'under-'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'under-'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undercover police officer followed the suspect through the busy market.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watched the divers explore the underwater cave on a nature documentary.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understand the instructions for the maths activity?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could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why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underground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tunnel felt so cool and dark.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understand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underground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understand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understand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below, beneath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stand, to be in a position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understand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below, beneath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stand, to be in a position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understand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below, beneath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stand, to be in a position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underground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underground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below, beneath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earth beneath our feet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underground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below, beneath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earth beneath our feet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underground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below, beneath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earth beneath our feet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undercover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ranger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underwater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dive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underline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importance of protecting the reef.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undercover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underwater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underline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undercover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undercover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below, beneath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hide or conceal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undercover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below, beneath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hide or conceal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undercover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below, beneath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hide or conceal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below, beneath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 liquid found in rivers, lakes and the sea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below, beneath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 liquid found in rivers, lakes and the sea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below, beneath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 liquid found in rivers, lakes and the sea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underline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underline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below, beneath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 thin mark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underline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below, beneath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 thin mark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underline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below, beneath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 thin mark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/n/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'under-'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'under-'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undercover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understand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underground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underline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underwater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underfed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underestimate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underway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'under-' — 3-Day Teaching Deck</dc:title>
  <dc:subject>PptxGenJS Presentation</dc:subject>
  <dc:creator>Word Labs</dc:creator>
  <cp:lastModifiedBy>Word Labs</cp:lastModifiedBy>
  <cp:revision>1</cp:revision>
  <dcterms:created xsi:type="dcterms:W3CDTF">2026-03-26T07:40:39Z</dcterms:created>
  <dcterms:modified xsi:type="dcterms:W3CDTF">2026-03-26T07:40:39Z</dcterms:modified>
</cp:coreProperties>
</file>