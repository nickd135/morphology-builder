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'under-'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"below, beneath, not enough"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under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'under-' — below, beneath, not enough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'under-' means 'below, beneath, not enough'.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'under-'.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'under-'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'under-'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'under-' means 'below, beneath, not enough'.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'undercover', the root is the part after the prefix 'under-'.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'Underground' means below the surface of the ground.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'under-' can mean 'not enough', as in undercooked.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'under-' always means the same thing as the prefix 'over-'.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'under-' comes from Old English.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'understand' has nothing to do with the prefix 'under-'.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'under-'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below, beneath, not enough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under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underground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underwater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undercooked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underestimate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'under-'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'under-'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a line underneath a word or piece of text.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underground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 secret, often as a disguise to find out information.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surface of the water.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that has not been cooked enough and may still be raw in the middle.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something is smaller or less important than it really is.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undercooked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 what something means or how something works.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underestimate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surface of the ground.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'under-'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'under-'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spy worked undercover to find out what the thieves were planning.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learned that many animals live underground during the cold winter months.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 Chen told us to underline the most important words in the paragraph.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undercover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detective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underwater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dive to find the missing clues.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 or secret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hide or conceal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 or secret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hide or conceal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 or secret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hide or conceal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 or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 found in rivers and oceans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 or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 found in rivers and oceans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 or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 found in rivers and oceans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underground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cables,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underline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key ideas, and make sure the food was not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undercooked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underground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undercooked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surface of the earth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surface of the earth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surface of the earth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thin mark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thin mark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thin mark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undercooked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undercooked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heat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undercooked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heat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cooked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undercooked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heat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cooked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'under-'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below, beneath, not enough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'under-'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underground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underwater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undercooked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underestimate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undernourished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'under-' — 3-Day Teaching Deck</dc:title>
  <dc:subject>PptxGenJS Presentation</dc:subject>
  <dc:creator>Word Labs</dc:creator>
  <cp:lastModifiedBy>Word Labs</cp:lastModifiedBy>
  <cp:revision>1</cp:revision>
  <dcterms:created xsi:type="dcterms:W3CDTF">2026-04-10T01:04:45Z</dcterms:created>
  <dcterms:modified xsi:type="dcterms:W3CDTF">2026-04-10T01:04:45Z</dcterms:modified>
</cp:coreProperties>
</file>