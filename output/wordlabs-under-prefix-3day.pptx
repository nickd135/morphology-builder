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10 word families with 'under-' suit Years 3–7, so Day 3 has 2 dictation words instead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'undercover' really means 'working secretly, often to investigate or catch someone without being recognised'.
'underused' really means 'not used as much as it could or should be'.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school fair is underway, and our class will undertake the job of running the cake stall.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My big cousin and the other undergraduates at her university felt underprepared for their first exam, so they studied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'under-'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"below; too little"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10 word families with 'under-' suit Years 3–7, so Day 3 has 2 dictation words instead of 3.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'under-' — below; too little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'under-'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'under-' = below; too little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'under-' means 'below; too little'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'under-'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'under-'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'under-'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'under-'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'under-' = below; too little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'under-' means 'below; too little'. In 'undercover', it is added to 'cover'.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'underused', the base is 'use' (do something with).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'undergraduates', '-s' means 'plural or present tense'.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'under-'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'under-' = below; too little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'under-' means 'below; too little'.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'underpowered' means 'not having enough strength, energy, or power to work properly'.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'undercover' means 'not used as much as it could or should be'.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'underdeveloped' means 'not fully grown or advanced for its stage'.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'underused' means 'working secretly, often to investigate or catch someone without being recognised'.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'under-'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'under-' = below; too little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'under-' means 'below; too little'.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'underpowered' means 'not having enough strength, energy, or power to work properly'.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'undercover' means 'not used as much as it could or should be'.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'underdeveloped' means 'not fully grown or advanced for its stage'.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'underused' means 'working secretly, often to investigate or catch someone without being recognised'.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'under-'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'under-'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'under-' = below; too little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'under-'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below; too little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underused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undercover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underpowered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underdeveloped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undervalued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'under-'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'under-'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'under-' = below; too little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463040" y="3776472"/>
            <a:ext cx="114300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463040" y="377647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under-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64261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935224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935224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97764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270248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270248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08406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5495544" y="3776472"/>
            <a:ext cx="232257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95544" y="3776472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underpowered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'under-'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'under-'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'under-' = below; too little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underused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not given as much worth or importance as it deserves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undercover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not having enough strength, energy, or power to work properly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underpowered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not fully grown or advanced for its stage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underdeveloped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not used as much as it could or should be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undervalued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working secretly, often to investigate or catch someone without being recognised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'under-'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'under-'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'under-' = below; too little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underused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not used as much as it could or should be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undercover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working secretly, often to investigate or catch someone without being recognised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underpowered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not having enough strength, energy, or power to work properly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underdeveloped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not fully grown or advanced for its stage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undervalued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not given as much worth or importance as it deserves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'under-'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'under-'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'under-' = below; too little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'under-'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 hall is a wonderful underused space for extra clubs.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undercover reporter pretended to be a tourist to test the hotel.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car felt underpowered when climbing the steep hill.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'under-'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'under-' = below; too little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'under-'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'under-' = below; too little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 fair 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underway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our class will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undertake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job of running the cake stall.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underway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undertake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'under-'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'under-' = below; too little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underway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'under-'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'under-' = below; too little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underway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path, direction or method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'under-'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'under-' = below; too little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underway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path, direction or method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'under-'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'under-' = below; too little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underway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path, direction or method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'under-'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'under-' = below; too little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undertake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'under-'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'under-' = below; too little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undertake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get; to carry; to accept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'under-'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'under-' = below; too little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undertake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get; to carry; to accept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'under-'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'under-' = below; too little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undertake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get; to carry; to accept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'under-'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'under-' = below; too little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'under-'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'under-' = below; too little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big cousin and the other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her university felt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underprepared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their first exam, so they studied together.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underprepared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undergraduates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'under-'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'under-' = below; too little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underprepared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'under-'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'under-' = below; too little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underprepared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little; less than needed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ready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'under-'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'under-' = below; too little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underprepared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little; less than needed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ready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pared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'under-'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'under-' = below; too little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underprepared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little; less than needed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ready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pared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'under-'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'under-' = below; too little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undergraduates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'under-'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'under-' = below; too little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undergraduates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complete a course of study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'under-'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'under-' = below; too little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undergraduates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complete a course of study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'under-'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'under-' = below; too little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undergraduates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complete a course of study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2596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2596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49701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9701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04143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4143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58585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8585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3027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3027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7469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7469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21911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911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76353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76353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30795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0795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85237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5237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39679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9679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941212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941212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'under-'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'under-' = below; too little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'under-'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'under-' = below; too little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the matrix. Which words did you build?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'under-'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