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"below"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'under-' — below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'under-' means 'below'.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'under-'.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'under-'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'under-'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'under-' means 'below'.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'undergo', the root is the part after the prefix 'under-'.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'underpay' means 'to pay someone less than they deserve or than is fair'.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'underpay' means 'to pay someone much more than they deserve'.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'undergo' means 'to avoid something completely without any effort'.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'undergo' means 'to experience or go through something, especially a change or process'.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'under' means 'below'.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'under-'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'under-'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77977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127248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127248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25196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59943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59943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49554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90702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0702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commit to or begin an important task or responsibility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experience or go through something, especially a change or process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progress or happening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 as much as it could or should be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secretly, often to investigate or catch someone without being recognised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fail to use something as much as it should be used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someone less than they deserve or than is fair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'under-'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'under-'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will undergo an operation next week.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was criticised for trying to underpay its workers.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library is a great resource that many students underuse.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is responsible for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underwriting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loan for the new business.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underdeveloped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seedling needed more sunlight and water to grow properly.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underwriting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words on a page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or improve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market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underperformed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compared to analysts' predictions. My sister is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studying biology at university. Hundreds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attended the lecture in the main hall.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underperformed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do; carry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undergraduates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'under-' = below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'under-'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undergo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underway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undertake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underused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'under-'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