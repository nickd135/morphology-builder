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'gress'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step or walk"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gradi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'gress' — to step or walk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'gress' means 'to step or walk'.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'gress'.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'gress'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'gress'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'gress' means 'to step or walk'.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'gress'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'gress'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'gress' comes from a Latin word meaning to step or walk.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'progress' means to move backwards.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'aggressive' contains the root 'gress'.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Transgress means to go beyond or break a rule.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'gress' comes from a Greek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'gress'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step or walk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gradi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congress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transgress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digress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'gress'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moving forward or developing step by step.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congress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backwards or return to an earlier, less developed stage.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break a rule or go beyond what is allowed.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wander away from the main topic when speaking or writing.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transgress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attack or act in a threatening way towards someone.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digress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forward or getting better at something over time.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group of people who come together to make important decisions or laws.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'gress'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'gress'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showed great progress in their reading after practising every 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was pleased with the progression of the team's skills over the season.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not to transgress the rules of the school, as they keep everyone safe.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progress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clear, but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aggressive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play worried the referee.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aggressive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ag before 'g'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ag before 'g'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ag before 'g'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some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his behaviour, the teacher noticed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praised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congress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others.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congress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or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or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or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'gress' = to step or walk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'gress'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congress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transgress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digress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aggressive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'gress' — 3-Day Teaching Deck</dc:title>
  <dc:subject>PptxGenJS Presentation</dc:subject>
  <dc:creator>Word Labs</dc:creator>
  <cp:lastModifiedBy>Word Labs</cp:lastModifiedBy>
  <cp:revision>1</cp:revision>
  <dcterms:created xsi:type="dcterms:W3CDTF">2026-03-25T03:55:42Z</dcterms:created>
  <dcterms:modified xsi:type="dcterms:W3CDTF">2026-03-25T03:55:42Z</dcterms:modified>
</cp:coreProperties>
</file>