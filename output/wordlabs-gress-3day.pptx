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'gress'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"step; go"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'gress' — step; go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'gress' means 'step; go'.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'gress'.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'gress'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'gress'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'gress' means 'step; go'.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'gress'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'gress'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'congress' means 'a large formal meeting of people to discuss important matters, or a country's law-making body'.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'congress' means 'a small stream that flows into a river'.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'regress' means 'to go back to an earlier, worse stage instead of improving'.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'regress' means 'to jump very high into the air'.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'gress' means 'step; go'.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'gress'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step; go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congress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'gress'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2644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508760" y="3264408"/>
            <a:ext cx="950976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508760" y="32644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487168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2834640" y="3264408"/>
            <a:ext cx="1389888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2834640" y="3264408"/>
            <a:ext cx="13898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251960" y="32644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599432" y="3264408"/>
            <a:ext cx="950976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599432" y="32644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623560" y="32644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6035040" y="32644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035040" y="32644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formal meeting of people to discuss important matters, or a country's law-making body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congress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go back to an earlier, worse stage instead of improving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'gress'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'gress'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practice, his reading skills began to regress.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scientists gathered for an international congress on climate change.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made great progress in her reading this term.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made great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her reading this term. The doctor noticed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patient's recovery.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2483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2483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3352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03352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94220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4220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508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508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5957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5957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6826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6826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576947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76947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the seasons brings cooler weather in autumn. The school introduced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approach to teaching maths. The senator gave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congressional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speech about the new law.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congressional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favour of; forward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congressional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congressional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congressional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congressional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step; go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to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'gress' = step; go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'gress'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gress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congress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'gress' — 3-Day Teaching Deck</dc:title>
  <dc:subject>PptxGenJS Presentation</dc:subject>
  <dc:creator>Word Labs</dc:creator>
  <cp:lastModifiedBy>Word Labs</cp:lastModifiedBy>
  <cp:revision>1</cp:revision>
  <dcterms:created xsi:type="dcterms:W3CDTF">2026-07-07T10:22:39Z</dcterms:created>
  <dcterms:modified xsi:type="dcterms:W3CDTF">2026-07-07T10:22:39Z</dcterms:modified>
</cp:coreProperties>
</file>