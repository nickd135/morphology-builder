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'gress'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step or walk"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gradi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'gress' — to step or walk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'gress' means 'to step or walk'.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'gress'.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'gress'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'gress'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'gress' means 'to step or walk'.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'gress'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'gress'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'aggressive' contains the root 'gress'.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'regress' means to move forward and improve.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'gress' comes from a Latin word meaning to step or walk.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'gress' originally came from Greek.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'pro' in 'progress' means forward.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'gress'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step or walk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gradi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regress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congress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aggress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transgress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aggressive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'gress'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2356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3504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3504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Behaving in a forceful, angry, or threatening way towards others.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regress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group of people who come together to make important decisions for a country.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congress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break a rule or go beyond the limits of what is allowed.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aggress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series of steps moving forward from one stage to the next.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transgress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attack or act in a threatening way towards someone.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progression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forward or making things better over time.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aggressive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backwards or return to an earlier, worse state.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'gress'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'gress'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made great progress on their science project after working together all week.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coach was pleased to see the team's progression from beginners to confident players.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important not to transgress the rules of our classroom so everyone feels safe.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Maya showed amazing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progress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this term, but she did not want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regress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over the school holidays.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step or walk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step or walk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step or walk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step or walk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step or walk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step or walk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aggressive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player chose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transgress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rules, which meant the team's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progression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came to a sudden stop.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aggressive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transgress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aggressive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aggressive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toward, against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ag before 'g'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step or walk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aggressive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toward, against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ag before 'g'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step or walk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sive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aggressive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toward, against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ag before 'g'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step or walk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sive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transgress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transgress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step or walk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transgress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step or walk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transgress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step or walk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step or walk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step or walk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step or walk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7033565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regress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congress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aggress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transgress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progression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aggressive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digress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'gress' — 3-Day Teaching Deck</dc:title>
  <dc:subject>PptxGenJS Presentation</dc:subject>
  <dc:creator>Word Labs</dc:creator>
  <cp:lastModifiedBy>Word Labs</cp:lastModifiedBy>
  <cp:revision>1</cp:revision>
  <dcterms:created xsi:type="dcterms:W3CDTF">2026-04-10T00:30:20Z</dcterms:created>
  <dcterms:modified xsi:type="dcterms:W3CDTF">2026-04-10T00:30:20Z</dcterms:modified>
</cp:coreProperties>
</file>