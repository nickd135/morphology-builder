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'paint'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apply colour or pigment"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pingere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'paint' — to apply colour or pigment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'paint' means 'to apply colour or pigment'.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'paint'.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'paint'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'paint'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'paint' means 'to apply colour or pigment'.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'paint'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'paint'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'painter' contains the root 'paint' and the suffix '-er', meaning a person who paints.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'paint' comes from a Greek word meaning colour.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're-' before 'paint' makes the word 'repaint', meaning to paint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'painting' is a piece of artwork made using paint.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'painted' has no suffix added to the root 'paint'.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'paint'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apply colour or pigment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pingere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paintwork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overpaint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underpaint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'paint'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-work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had paint put on it, or a picture that was made with paint.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painted surfaces of something, like the outside of a car or a house.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paints pictures or walls for a job or hobby.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paint over something that already has paint on it, covering it up.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paintwork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a first layer of paint as a base before adding more layers on top.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overpaint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paint something again, usually because the old paint has worn away.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underpaint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made using paint, or the activity of making 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'paint'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'paint'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painter carefully applied three coats of paint to the old wooden fence.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repaint the classroom walls during the school holidays to make them look bright and fresh.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painting of the harbour won first prize at the school art competition.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painter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shed before winter arrived.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talented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painter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underpaint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base,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overpainted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whole canvas with bright colours!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underpaint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overpainted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on top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on top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on top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apply colour or pigment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-work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paintwork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overpaint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underpaint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'paint' — 3-Day Teaching Deck</dc:title>
  <dc:subject>PptxGenJS Presentation</dc:subject>
  <dc:creator>Word Labs</dc:creator>
  <cp:lastModifiedBy>Word Labs</cp:lastModifiedBy>
  <cp:revision>1</cp:revision>
  <dcterms:created xsi:type="dcterms:W3CDTF">2026-04-03T03:21:26Z</dcterms:created>
  <dcterms:modified xsi:type="dcterms:W3CDTF">2026-04-03T03:21:26Z</dcterms:modified>
</cp:coreProperties>
</file>