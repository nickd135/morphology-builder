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'paint'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colour or coat surface"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pingere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'paint' — to colour or coat surface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'paint' means 'to colour or coat surface'.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'paint'.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'paint'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'paint'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'paint' means 'to colour or coat surface'.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'paint'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'paint'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'painted' uses the suffix '-ed' to show something happened in the past.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're' before 'paint' makes the word 'repaint', meaning to paint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'painting' is always a verb and can never be used as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'paint' comes from an ancient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'painter' contains the root 'paint' plus a suffix meaning 'one who does'.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'paint'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colour or coat surface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pingere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unpainted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'paint'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paint something again, usually to make it look fresh and new.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too much paint on something, or to paint over something else.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paints pictures or walls.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unpainted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painted surfaces on something, like a car or a building.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had paint put on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not had any paint put on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made using paint, or the act of putting paint on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'paint'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'paint'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painter carefully mixed the colours before beginning the large mural on the school wall.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Mum decided it was time to repaint the old wooden fence in the backyard.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admired the beautiful painting hanging in the gallery, which showed a sunset over the ocean.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painter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bright colours, and the finished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painting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hung in the hall.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shed,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paintwork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already peeling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unpainted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patches looked terrible.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unpainted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surface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surface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surface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or coat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unpainted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overpaint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paintwork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underpaint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'paint' — 3-Day Teaching Deck</dc:title>
  <dc:subject>PptxGenJS Presentation</dc:subject>
  <dc:creator>Word Labs</dc:creator>
  <cp:lastModifiedBy>Word Labs</cp:lastModifiedBy>
  <cp:revision>1</cp:revision>
  <dcterms:created xsi:type="dcterms:W3CDTF">2026-04-10T00:45:55Z</dcterms:created>
  <dcterms:modified xsi:type="dcterms:W3CDTF">2026-04-10T00:45:55Z</dcterms:modified>
</cp:coreProperties>
</file>