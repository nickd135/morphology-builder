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'paint' has very few longer words built from it, so this deck practises adding the suffixes -s, -ed, -ing and -er to the base (Years 3–4).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A painter is coming next week to repaint our classroom.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We took down our paintings while the art room was repainted. After one more day of repainting the doors, our art can go back up!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'paint'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 colour a surface; a coloured liquid"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'paint' has very few longer words built from it, so this deck practises adding the suffixes -s, -ed, -ing and -er to the base (Years 3–4).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'paint' — to colour a surface; a coloured liquid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'paint'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'paint' = to colour a surface; a coloured liquid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to add the suffixes -s, -ed, -ing and -er to the base 'paint' and spell the new words correctly.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each suffix tells us (for example, -ed means it has already happened).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find the base 'paint' inside each longer word.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'paint'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'paint'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'paint' = to colour a surface; a coloured liquid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'paint' means 'to colour a surface; a coloured liquid'. You can find it in 'paints'.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'repaint', 're-' means 'again'.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'painters', '-er' means 'person who'.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'paint'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'paint' = to colour a surface; a coloured liquid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'paints', the suffix '-s' tells us more than one, or someone does it now.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'painted', the suffix '-ed' tells us it is happening now.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'painting', the suffix '-ing' tells us it is happening.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In 'painter', the suffix '-er'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In 'painters', the suffix '-s' tells us more than one, or someone does it now.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'paint'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'paint' = to colour a surface; a coloured liquid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'paints', the suffix '-s' tells us more than one, or someone does it now.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'painted', the suffix '-ed' tells us it is happening now.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'painting', the suffix '-ing' tells us it is happening.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In 'painter', the suffix '-er'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In 'painters', the suffix '-s' tells us more than one, or someone does it now.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'paint'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'paint'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'paint' = to colour a surface; a coloured liquid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'paint'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colour a surface; a coloured liquid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paint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paints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painted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painting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painters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'paint'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'paint'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'paint' = to colour a surface; a coloured liquid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2603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2603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paint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52603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2603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686300" y="2834640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86300" y="2834640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84657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4657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84657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4657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4657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37413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1463040" y="3374136"/>
            <a:ext cx="100584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1463040" y="337413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paint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2505456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2798064" y="3374136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2798064" y="337413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3566160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3858768" y="3374136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3858768" y="337413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4672584" y="337413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5084064" y="3374136"/>
            <a:ext cx="1700784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84064" y="3374136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painters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'paint'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'paint'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'paint' = to colour a surface; a coloured liquid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covered or decorated something with paint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paints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more than one person who paints pictures or houses for a job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painted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puts colour onto a surface using a brush, or tubes of coloured liquid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painting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coloured liquid used to decorate or protect surfaces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painters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 picture made using paint, or the act of covering something with paint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'paint'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'paint'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'paint' = to colour a surface; a coloured liquid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coloured liquid used to decorate or protect surfaces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paints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puts colour onto a surface using a brush, or tubes of coloured liquid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painted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covered or decorated something with paint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painting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picture made using paint, or the act of covering something with paint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painters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more than one person who paints pictures or houses for a job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'paint'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'paint'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'paint' = to colour a surface; a coloured liquid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'paint'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used blue paint to decorate her bedroom wall.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paints a new picture every weekend in his studio.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Yesterday, we painted the fence a bright green colour.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'paint'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'paint' = to colour a surface; a coloured liquid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'paint'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'paint' = to colour a surface; a coloured liquid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painter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coming next week to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repaint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our classroom.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painter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repaint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'paint'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'paint' = to colour a surface; a coloured liquid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painter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'paint'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'paint' = to colour a surface; a coloured liquid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painter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colour a surface; a coloured liquid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'paint'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'paint' = to colour a surface; a coloured liquid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painter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colour a surface; a coloured liquid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paint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'paint'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'paint' = to colour a surface; a coloured liquid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painter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colour a surface; a coloured liquid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paint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'paint'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'paint' = to colour a surface; a coloured liquid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repaint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'paint'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'paint' = to colour a surface; a coloured liquid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repaint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colour a surface; a coloured liquid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'paint'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'paint' = to colour a surface; a coloured liquid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repaint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colour a surface; a coloured liquid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paint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'paint'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'paint' = to colour a surface; a coloured liquid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repaint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colour a surface; a coloured liquid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paint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'paint'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'paint' = to colour a surface; a coloured liquid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'paint'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'paint' = to colour a surface; a coloured liquid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took down our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paintings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while the art room was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repainted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After one more day of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repainting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doors, our art can go back up!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486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paintings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2232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2232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32232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repainted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2232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9600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09600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repainting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9600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'paint'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'paint' = to colour a surface; a coloured liquid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paintings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'paint'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'paint' = to colour a surface; a coloured liquid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paintings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colour a surface; a coloured liquid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 of; something done or made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'paint'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'paint' = to colour a surface; a coloured liquid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paintings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colour a surface; a coloured liquid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 of; something done or made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paint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'paint'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'paint' = to colour a surface; a coloured liquid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paintings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colour a surface; a coloured liquid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 of; something done or made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paint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'paint'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'paint' = to colour a surface; a coloured liquid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repainted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'paint'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'paint' = to colour a surface; a coloured liquid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repainted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colour a surface; a coloured liquid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'paint'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'paint' = to colour a surface; a coloured liquid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repainted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colour a surface; a coloured liquid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paint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'paint'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'paint' = to colour a surface; a coloured liquid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repainted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colour a surface; a coloured liquid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paint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'paint'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'paint' = to colour a surface; a coloured liquid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repainting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'paint'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'paint' = to colour a surface; a coloured liquid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repainting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colour a surface; a coloured liquid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'paint'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'paint' = to colour a surface; a coloured liquid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repainting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colour a surface; a coloured liquid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paint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'paint'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'paint' = to colour a surface; a coloured liquid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repainting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colour a surface; a coloured liquid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paint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'paint'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'paint' = to colour a surface; a coloured liquid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2603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2603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2603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2603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8630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8630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8630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4657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657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4657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4657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4657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4657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'paint'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'paint' = to colour a surface; a coloured liquid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581912"/>
            <a:ext cx="193167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734056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2603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2603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26030" y="1581912"/>
            <a:ext cx="193167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2603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paint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52603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2603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734056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86300" y="1581912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86300" y="1965960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6300" y="1965960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686300" y="2350008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86300" y="2350008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686300" y="2734056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86300" y="2734056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84657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4657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846570" y="1581912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4657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84657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4657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46570" y="2734056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2095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65760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painter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542032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542032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repaint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718304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18304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paintings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894576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94576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repainted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365760" y="401421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5760" y="401421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repainting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'paint' — Teaching Deck</dc:title>
  <dc:subject>PptxGenJS Presentation</dc:subject>
  <dc:creator>Word Labs</dc:creator>
  <cp:lastModifiedBy>Word Labs</cp:lastModifiedBy>
  <cp:revision>1</cp:revision>
  <dcterms:created xsi:type="dcterms:W3CDTF">2026-10-22T10:14:34Z</dcterms:created>
  <dcterms:modified xsi:type="dcterms:W3CDTF">2026-10-22T10:14:34Z</dcterms:modified>
</cp:coreProperties>
</file>