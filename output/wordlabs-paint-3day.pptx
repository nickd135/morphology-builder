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'paint'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colour a surface; a coloured liquid"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'paint' — to colour a surface; a coloured liquid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'paint' means 'to colour a surface; a coloured liquid'.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'paint'.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'paint'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'paint'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'paint' means 'to colour a surface; a coloured liquid'.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'paint'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'paint'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'paint' means 'to colour a surface; a coloured liquid'.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'paints' means 'puts colour onto a surface using a brush, or tubes of coloured liquid'.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'paint' means 'a loud noise made by a musical instrument'.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'paint' means 'coloured liquid used to decorate or protect surfaces'.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'paints' means 'walks somewhere slowly and carefully'.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'paint'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colour a surface; a coloured liquid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'paint'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706624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706624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2394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471416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471416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36752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77900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7900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or decorated something with paint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paint something again, often a different colour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liquid used to decorate or protect surfaces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paints pictures or houses as a job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colour onto a surface using a brush, or tubes of coloured liquid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'paint'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'paint'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blue paint to decorate her bedroom wall.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paints a new picture every weekend in his studio.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Yesterday, we painted the fence a bright green colour.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painters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arrived early to finish the mural before lunch.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painting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gallery wall showed a stormy sea.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displayed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paintings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famous artists around the world. The old gate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repainted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shiny green. The workers spent all week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repainting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school hall.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colour a surface; a coloured liquid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'paint' = to colour a surface; a coloured liquid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'paint'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painter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'paint'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