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perceive with eyes"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'see' — to perceive with eyes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'see' means 'to perceive with eyes'.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'see' means 'to perceive with eyes'.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'foresee' means to predict something will happen before it does.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'see' comes from the Greek word for light.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'oversee' contains the root 'see' meaning to perceive with eyes.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'seer' is someone who is said to see into the future.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'seek' has no connection to the root 'see'.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perceive with eyes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at something but not really noticing or understanding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said to be able to predict the future.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looking at or noticing something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 something or try to find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have already looked at or noticed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or predict that something will happen before it does.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and make sure something is done properly.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will oversee the science experiment to make sure everyone stays safe.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hard to foresee that the weather would change so quickly during our excursion.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ancient seer was believed to have the power to predict coming events.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foresee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problems, or will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oversee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project yourself?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oversee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work, and we hope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foresee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issues before they arise, making them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foreseeable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'see' — 3-Day Teaching Deck</dc:title>
  <dc:subject>PptxGenJS Presentation</dc:subject>
  <dc:creator>Word Labs</dc:creator>
  <cp:lastModifiedBy>Word Labs</cp:lastModifiedBy>
  <cp:revision>1</cp:revision>
  <dcterms:created xsi:type="dcterms:W3CDTF">2026-03-25T03:38:31Z</dcterms:created>
  <dcterms:modified xsi:type="dcterms:W3CDTF">2026-03-25T03:38:31Z</dcterms:modified>
</cp:coreProperties>
</file>