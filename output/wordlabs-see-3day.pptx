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perceive with eyes"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'see' — to perceive with eyes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'see' means 'to perceive with eyes'.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'see' means 'to perceive with eyes'.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'see' comes from the Greek word for light.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'oversee' means to watch over and supervise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'see' is only ever used at the end of a word.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'foresee' uses the root 'see' to mean predicting or knowing something before it happens.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'unseen' contains the prefix 'un-' meaning not.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perceive with eyes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videre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not been noticed or looked at.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trying to find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looked at or noticed something in the past.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look carefully for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eyes to look at or notice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know or predict that something will happen before it does.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watch over and make sure a job or task is done properly.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a student to oversee the classroom while she stepped outside for a moment.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could foresee that the school sports day would be cancelled due to heavy rain.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treasure remained unseen for hundreds of years until a young explorer found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foresee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problems, or will the event go ahead as planned while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preparations?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advance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unseen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danger was worrying; however,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guide dog kept the woman safe,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seeker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found the missing child.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participle, showing something has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participle, showing something has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participle, showing something has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linking to seek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linking to seek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perceive with eyes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spelling linking to seek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'see' = to perceive with eyes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oversee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unseen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bystander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'see' — 3-Day Teaching Deck</dc:title>
  <dc:subject>PptxGenJS Presentation</dc:subject>
  <dc:creator>Word Labs</dc:creator>
  <cp:lastModifiedBy>Word Labs</cp:lastModifiedBy>
  <cp:revision>1</cp:revision>
  <dcterms:created xsi:type="dcterms:W3CDTF">2026-04-09T22:28:05Z</dcterms:created>
  <dcterms:modified xsi:type="dcterms:W3CDTF">2026-04-09T22:28:05Z</dcterms:modified>
</cp:coreProperties>
</file>