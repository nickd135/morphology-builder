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'see'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look at; to notice"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'see' — to look at; to notice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'see' = to look at; to notice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'see' means 'to look at; to notice'.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'see'.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'see'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'see'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'see' = to look at; to notice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'see' means 'to look at; to notice'.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'see'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'see'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'see' = to look at; to notice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'seed' means 'the small part of a plant that can grow into a new plant'.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'see' means 'to cook food slowly over heat'.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'seed' means 'a loud sound made by an animal'.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'see' means 'to look at; to notice'.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'see' means 'to notice or perceive something with your eyes'.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'see'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'see' = to look at; to notice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look at; to notice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seen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seeds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seers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'see'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'see' = to look at; to notice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-ate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365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1508760" y="4636008"/>
            <a:ext cx="109728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1508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fore-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2633472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2980944" y="46360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2980944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4105656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4453128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4453128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-ee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5349240" y="46360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5" name="Shape 53"/>
          <p:cNvSpPr/>
          <p:nvPr/>
        </p:nvSpPr>
        <p:spPr>
          <a:xfrm>
            <a:off x="5760720" y="46360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760720" y="4636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'see' = to look at; to notice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of seer; people said to predict the future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 tense of see; notices something with the eyes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believed to be able to predict the future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of seed; small parts of a plant that can grow into new plants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participle of see; noticed with the eyes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seeds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notice or perceive something with your eyes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seers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small part of a plant that can grow into a new plant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'see'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'see' = to look at; to notice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'see'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you see the birds sitting on the fence?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planted a seed in the garden.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Have you seen my keys anywhere?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'see' = to look at; to notice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'see' = to look at; to notice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one could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foresee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how the storm would change everything. The theatre has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seating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five hundred people.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foresee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seating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'see' = to look at; to notice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foresee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'see' = to look at; to notice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foresee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at; to notice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'see' = to look at; to notice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foresee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at; to notice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'see' = to look at; to notice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foresee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at; to notice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'see' = to look at; to notice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seating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'see' = to look at; to notice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seating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at; to notice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'see' = to look at; to notice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seating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at; to notice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seat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'see' = to look at; to notice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seating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at; to notice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seat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'see' = to look at; to notice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'see' = to look at; to notice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stared with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unseeing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eyes, lost deep in thought.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Foreseeing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traffic jam, they left home early. The manager is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overseeing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building of the new library.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unseeing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foreseeing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overseeing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'see' = to look at; to notice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unseeing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'see' = to look at; to notice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unseeing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at; to notice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receives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'see' = to look at; to notice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unseeing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at; to notice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receives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'see' = to look at; to notice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unseeing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at; to notice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receives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'see' = to look at; to notice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foreseeing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'see' = to look at; to notice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foreseeing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at; to notice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receives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'see' = to look at; to notice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foreseeing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at; to notice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receives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'see' = to look at; to notice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foreseeing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at; to notice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receives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'see' = to look at; to notice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overseeing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'see' = to look at; to notice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overseeing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at; to notice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receives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'see' = to look at; to notice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overseeing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at; to notice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receives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'see' = to look at; to notice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overseeing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at; to notice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receives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'see' = to look at; to notice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'see' = to look at; to notice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-ate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seed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seen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seer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sees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seeds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seers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'see' — 3-Day Teaching Deck</dc:title>
  <dc:subject>PptxGenJS Presentation</dc:subject>
  <dc:creator>Word Labs</dc:creator>
  <cp:lastModifiedBy>Word Labs</cp:lastModifiedBy>
  <cp:revision>1</cp:revision>
  <dcterms:created xsi:type="dcterms:W3CDTF">2026-07-07T10:22:37Z</dcterms:created>
  <dcterms:modified xsi:type="dcterms:W3CDTF">2026-07-07T10:22:37Z</dcterms:modified>
</cp:coreProperties>
</file>