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'see'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'seen' really means 'noticed with your eyes (the form used after "has" or "have")'.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 can't foresee any problems with our camping trip, as long as it doesn't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'see'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look at; to notice"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'see'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'see' — to look at; to notice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'see' means 'to look at; to notice'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'see'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'see'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'see'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'see' means 'to look at; to notice'. You can find it in 'seen'.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'unseen',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'seen', '-en' means 'past form (has been done)'.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'see' means 'to look at; to notice'.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'unseen' means 'not seen; hidden from view'.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'seen' means 'to watch over and manage something to make sure it is done correctly'.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'oversee' means 'to watch over and manage something to make sure it is done correctly'.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'see' means 'to look at; to notice'.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'unseen' means 'not seen; hidden from view'.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'seen' means 'to watch over and manage something to make sure it is done correctly'.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'oversee' means 'to watch over and manage something to make sure it is done correctly'.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'see'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look at; to notice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oversee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'see'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58444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58444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9826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809744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seen; hidden from 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watch over and manage something to make sure it is done correctly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notice or perceive something with your eyes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noticed with your eyes (the form used after "has" or "have")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notice or perceive something with your eyes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noticed with your eyes (the form used after "has" or "have")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seen; hidden from 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watch over and manage something to make sure it is done correctly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'see'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'see'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see the birds sitting on the fence?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seen my keys anywhere?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shy fox slipped away, unseen by the campers.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can't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foresee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problems with our camping trip, as long as it doesn't rain.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at; to notice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at; to notice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at; to notice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'see' = to look at; to notice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'see'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