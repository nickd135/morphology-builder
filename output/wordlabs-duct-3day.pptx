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"lead"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'duct' — lead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'duct' means 'lead'.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'duct' means 'lead'.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'deduct' means 'to add extra sparkles to a picture'.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'duct' means 'a small furry animal'.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'duct' means 'a tube or channel that carries liquid, air or gas'.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'deduct' means 'to take away an amount from a total'.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'duct' means 'lead'.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45312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45312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out or organises (something)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that are made or manufactured, especially to be sold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or channel that carries liquid, air or gas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away an amount from a total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out or organise something, such as an experiment or meeting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made or grown, usually to be sold; also the result of multiplying numbers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an amount from a total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air travels through the duct into every 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deduct a point for every spelling mistake.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will conduct an experiment to test the new material.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equipment was tax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deductible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small business.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meeting resulted in three new ideas.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 has high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conductivity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is why it is used in electrical wires. He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finishing all his homework. The new software boosted the office's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'duct'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