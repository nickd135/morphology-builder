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'duct'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lead or bring"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ducere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'duct' — to lead or bring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'duct' means 'to lead or bring'.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'duct'.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'duct'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'duct'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'duct' means 'to lead or bring'.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'duct'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'duct'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'duct' comes from a Latin word meaning 'to lead'.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'de-' in 'deduct' means 'to take away or remove'.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'conductor' has nothing to do with the root 'duct'.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'duct' originally came from the Greek word for 'water'.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duct in a building is a tube or channel that leads air from one place to another.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'duct'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lead or bring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ducere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'duct'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away an amount from a total, like removing marks from a score.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figuring something out by using clues and reasoning.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or guide people, or the way someone behaves.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leads an orchestra, or something that carries electricity or heat.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smaller or less in size or amount.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conductor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officially bring someone into a group or organisation.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create something, like a factory produces goods.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'duct'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'duct'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conductor raised her baton and led the orchestra through a beautiful piece of music.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deduct five points from your score because of the incorrect answer.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air duct in our classroom carries fresh air from outside into the room.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student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inducted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science club, where she learned about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conduction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heat.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inducted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producer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deduct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costs from the budget; however,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reduction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did not affect the quality of the film.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variant of 'duct' before 'e'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variant of 'duct' before 'e'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variant of 'duct' before 'e'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remove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remove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remove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variant of 'duct' before 'tion'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variant of 'duct' before 'tion'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variant of 'duct' before 'tion'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conductor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ductile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'duct' — 3-Day Teaching Deck</dc:title>
  <dc:subject>PptxGenJS Presentation</dc:subject>
  <dc:creator>Word Labs</dc:creator>
  <cp:lastModifiedBy>Word Labs</cp:lastModifiedBy>
  <cp:revision>1</cp:revision>
  <dcterms:created xsi:type="dcterms:W3CDTF">2026-04-09T22:42:30Z</dcterms:created>
  <dcterms:modified xsi:type="dcterms:W3CDTF">2026-04-09T22:42:30Z</dcterms:modified>
</cp:coreProperties>
</file>