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lead or carry"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'duct' — to lead or carry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'duct' means 'to lead or carry'.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'duct' means 'to lead or carry'.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'duct' comes from a Latin word meaning to lead or carry.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conductor is someone who always works alone and never leads others.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'deduct' contains the root 'duct', meaning to lead or carry away.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'con' in 'conduct' means together, so conduct means to lead together.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'duct' comes from a Greek word meaning to push.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lead or carry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 an amount from a total, like deducting points for wrong answers.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leading or working something out step by step using logic.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guide something, like an orchestra conductor leads musicians.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leads a group of musicians, or something that lets electricity or heat pass through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smaller or less, like reducing the amount of rubbish you throw away.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bring someone into a group or organisation, like being inducted into a sports hall of fame.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something into existence, like a factory produces goods.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conductor raised her baton and the orchestra began to play a beautiful symphony.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deduce the answer by using clues from the text — that is a form of deduction.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will induct the new student council members at a special assembly on Friday.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conductor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three young musicians into the prestigious youth orchestra.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scientist concluded that the metal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ductile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made it perfect for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conductive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wiring.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down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down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down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of, 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of, 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of, 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lead or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'duct' = to lead or carry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deduct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ductile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'duct' — 3-Day Teaching Deck</dc:title>
  <dc:subject>PptxGenJS Presentation</dc:subject>
  <dc:creator>Word Labs</dc:creator>
  <cp:lastModifiedBy>Word Labs</cp:lastModifiedBy>
  <cp:revision>1</cp:revision>
  <dcterms:created xsi:type="dcterms:W3CDTF">2026-03-25T03:51:27Z</dcterms:created>
  <dcterms:modified xsi:type="dcterms:W3CDTF">2026-03-25T03:51:27Z</dcterms:modified>
</cp:coreProperties>
</file>