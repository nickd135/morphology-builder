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'duc' and 'duct'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'deduct' really means 'to take away an amount from a total'.
'education' really means 'the process of teaching and learning, especially in school'.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producer of the school musical asked the conductor to start the music.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school production was educational and fun, and we used every rehearsal productively.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'duc / duct'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'duc' and 'duct'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'duc / duct' — lead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'duc / duct' means 'lead'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'duc / duct'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'duc / duct'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'duc / duct'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'duc / duct' means 'lead'. You can find it in 'reduce'.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'reduce',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'educate', '-ate' means 'to make; to become'.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'duc / duct' means 'lead'.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'productive' means 'getting a lot done or producing good results'.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'deduct' means 'to carry out or organise something, such as an experiment or meeting'.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'conduct' means 'to carry out or organise something, such as an experiment or meeting'.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'education' means 'to make something smaller or less in amount'.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'duc / duct' means 'lead'.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'productive' means 'getting a lot done or producing good results'.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'deduct' means 'to carry out or organise something, such as an experiment or meeting'.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'conduct' means 'to carry out or organise something, such as an experiment or meeting'.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'education' means 'to make something smaller or less in amount'.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'duc / duct'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'duc / duct'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teach someone or give them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process of teaching and learning, especially in school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tube or channel that carries liquid, air or gas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something smaller or less in amount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carry out or organise something, such as an experiment or meeting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take away an amount from a total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getting a lot done or producing good results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tube or channel that carries liquid, air or gas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smaller or less in amount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take away an amount from a total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carry out or organise something, such as an experiment or meeting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teach someone or give them knowledge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getting a lot done or producing good results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process of teaching and learning, especially in school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'duc / duct'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'duc / duct'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travels through the duct into every room.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will deduct a point for every spelling mistake.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scientists will conduct an experiment to test the new material.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school musical asked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start the music.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fun, and we used every rehearsal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productively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becomes e- before 'd'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becomes e- before 'd'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becomes e- before 'd'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'duc / duct'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'duc / duct' =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productively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'duc / duct'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