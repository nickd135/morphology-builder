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'vit'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"life"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'vit' — life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'vit' means 'life'.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'vit'.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'vit'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'vit' means 'life'.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'vit'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'vit'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'vit' means 'life'.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'vital' means 'extremely boring and unimportant'.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'invited' means 'asked someone to come to an event or place'.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'vital' means 'extremely important or necessary for life'.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'invited' means 'forced someone to leave a place immediately'.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'vit'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31336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78808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78808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02936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614416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14416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someone to come to an event or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someone to come to an event or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important or necessary for life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'vit'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vital for all living things to survive.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invited every parent to the school concert.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the club invites new members to join.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fire made the cabin look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inviting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puppy bounced around the garden, full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vitality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sent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all her friends for her birthday party. We printed fifty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school reunion. Our school entered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invitational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chess tournament in the city.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'vit'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'vit'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