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"life, live, vital"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'vit' — life, live, vital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'vit' means 'life, live, vital'.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'vit' means 'life, live, vital'.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'vit' comes from the Latin word 'vita' meaning life.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'vitamin' has nothing to do with the root 'vit'.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'vitality' means having great energy and being full of life.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'sur-' in 'survive' means beyond or above, helping give the meaning of living beyond danger.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'vit' comes from a Greek word meaning strength.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life, live, vital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invitiation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-amin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lots of energy and enthusiasm, being full of life.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or spoken request asking someone to come to an event or place.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extremely important or necessary for life.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comes back to life or becomes popular and active again.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invitiation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stay alive through something dangerous or difficult.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something new energy or life again, to make it fresh and strong.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nutrient found in food that your body needs to stay healthy and alive.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is vital for all living things on Earth — without it, nothing can survive.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told us that eating foods rich in vitamin C helps our bodies stay healthy.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months of being closed, the old library was revitalised with new books, bright colours, and a reading garden.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we get enough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vitamins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food we eat every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compound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compound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compound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said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you compete, so she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revitalise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ourselves with rest and good food.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'vit' = life, live, vital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-amin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vitamin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revitalise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invitiation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'vit' — 3-Day Teaching Deck</dc:title>
  <dc:subject>PptxGenJS Presentation</dc:subject>
  <dc:creator>Word Labs</dc:creator>
  <cp:lastModifiedBy>Word Labs</cp:lastModifiedBy>
  <cp:revision>1</cp:revision>
  <dcterms:created xsi:type="dcterms:W3CDTF">2026-03-25T03:52:59Z</dcterms:created>
  <dcterms:modified xsi:type="dcterms:W3CDTF">2026-03-25T03:52:59Z</dcterms:modified>
</cp:coreProperties>
</file>