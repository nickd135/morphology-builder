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"life, live, vital"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'vit' — life, live, vital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'vit' means 'life, live, vital'.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'vit' means 'life, live, vital'.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'vitamin' has nothing to do with the root 'vit'.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'vit' comes from a Latin word meaning life.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're' in 'revitalise' means to stop or remove life.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'vital' sign in a hospital tells doctors important information about keeping a patient alive.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'vit' can be found in the word 'vitality', which means full of life and energy.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life, live, vital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invitingly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-amin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and strength that makes a person feel alive and well.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parts of the body needed to keep a person alive, like the heart and lungs.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important or necessary for life to continue.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stay alive through a dangerous or difficult situation.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makes something seem very appealing and welcoming.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invitingly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something new energy or life again after it has become tired or worn out.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found in food that your body needs to stay healthy and alive.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vital that you drink enough water every day to keep your body healthy.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checked the patient's vitals to make sure their heart and lungs were working well.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Eating fruit and vegetables gives your body the vitamins it needs to stay strong and full of vitality.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take your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vitamins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morning so your body stays strong and healthy.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compound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compound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compound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revitalise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team's energy, reminding them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survival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depended on their effort.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Australian/British spelling of -ize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Australian/British spelling of -ize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Australian/British spelling of -ize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'vit' shifts to 'viv' in some forms; here 'sur/viv' → 'surviv' before -al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'vit' shifts to 'viv' in some forms; here 'sur/viv' → 'surviv' before -al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'vit' shifts to 'viv' in some forms; here 'sur/viv' → 'surviv' before -al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-amin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invitingly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devitalise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'vit' — 3-Day Teaching Deck</dc:title>
  <dc:subject>PptxGenJS Presentation</dc:subject>
  <dc:creator>Word Labs</dc:creator>
  <cp:lastModifiedBy>Word Labs</cp:lastModifiedBy>
  <cp:revision>1</cp:revision>
  <dcterms:created xsi:type="dcterms:W3CDTF">2026-04-10T00:27:24Z</dcterms:created>
  <dcterms:modified xsi:type="dcterms:W3CDTF">2026-04-10T00:27:24Z</dcterms:modified>
</cp:coreProperties>
</file>