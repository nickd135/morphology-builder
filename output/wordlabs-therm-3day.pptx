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'therm'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"heat,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'therm' — heat,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'therm' means 'heat,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'therm'.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'therm'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'therm'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'therm' means 'heat,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'therm'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'therm'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'therm' comes from Greek and means heat.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thermometer is used to measure how much rain has fallen.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Hypothermia happens when a person's body gets dangerously cold.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Geothermal energy uses heat from inside the Earth.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'therm' comes from Latin and means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'therm'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heat,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'therm'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-ostat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measures how hot or cold something 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 heat, like thermal underwear that keeps you warm.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when a person's body becomes too hot.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that comes from deep inside the Earth.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when a person's body becomes too cold.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bottle that keeps drinks hot or cold for a long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controls the temperature in a room or building.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'therm'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'therm'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patient had a fever.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geothermal energy in some parts of Australia to heat water using natural heat from the ground.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pack thermal socks when we go camping in the mountains this winter.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a very high temperature, so we turned down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thermostat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tool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tool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tool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our science lesson, we learned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uses Earth's heat,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measures temperature,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clothing keeps us warm.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tool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tool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tool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-ostat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ectotherm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'therm' — 3-Day Teaching Deck</dc:title>
  <dc:subject>PptxGenJS Presentation</dc:subject>
  <dc:creator>Word Labs</dc:creator>
  <cp:lastModifiedBy>Word Labs</cp:lastModifiedBy>
  <cp:revision>1</cp:revision>
  <dcterms:created xsi:type="dcterms:W3CDTF">2026-03-25T03:58:55Z</dcterms:created>
  <dcterms:modified xsi:type="dcterms:W3CDTF">2026-03-25T03:58:55Z</dcterms:modified>
</cp:coreProperties>
</file>