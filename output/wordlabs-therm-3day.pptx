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'therm'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"heat, temperature"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thermos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'therm' — heat, temperature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'therm' means 'heat, temperature'.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'therm'.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'therm'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'therm'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'therm' means 'heat, temperature'.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'therm'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'therm'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Hypothermia is a dangerous condition where the body becomes too cold.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Geothermal energy comes from heat produced by the sun's surface.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thermometer is used to measure how much light there is in a room.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'therm' comes from a Greek word meaning heat.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'thermal' has the root 'therm' in it.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'therm'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heat, temperature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thermos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hyperthermia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'therm'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used to measure how hot or cold something is, like your body temperature.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heat, such as thermal clothing that keeps you warm in cold weather.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condition where your body gets too cold and cannot warm itself back up.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controls the temperature in a room or building by turning heating or cooling on and off.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that comes from deep inside the Earth, sometimes used to make electricity.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condition where your body gets too hot, usually caused by extreme heat.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hyperthermia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container that keeps drinks hot or cold for a long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'therm'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'therm'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 thermometer to check if the student had a fever.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Geothermal energy uses heat from deep inside the Earth to generate electricity.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pack thermal socks when we go camping in the mountains this winter.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a high temperature, so Mia wrapped herself in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blanket.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energy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endothermic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she set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thermostat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keep the lab at a safe temperature.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within, inside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steady, stopping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steady, stopping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steady, stopping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'therm' = heat, temperature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'therm'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thermostat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hyperthermia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endothermic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'therm' — 3-Day Teaching Deck</dc:title>
  <dc:subject>PptxGenJS Presentation</dc:subject>
  <dc:creator>Word Labs</dc:creator>
  <cp:lastModifiedBy>Word Labs</cp:lastModifiedBy>
  <cp:revision>1</cp:revision>
  <dcterms:created xsi:type="dcterms:W3CDTF">2026-04-10T00:33:53Z</dcterms:created>
  <dcterms:modified xsi:type="dcterms:W3CDTF">2026-04-10T00:33:53Z</dcterms:modified>
</cp:coreProperties>
</file>