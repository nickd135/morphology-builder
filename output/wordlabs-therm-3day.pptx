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'therm'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"heat"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'therm' — heat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'therm' means 'heat'.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'therm'.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'therm'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'therm'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'therm' means 'heat'.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'therm'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'therm'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'thermal' means 'relating to the sound of music'.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'therm' means 'heat'.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'thermals' means 'cold drinks served in summer'.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'thermals' means 'warm underclothes, or rising currents of warm air used by gliders and birds'.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'thermal' means 'relating to heat, or designed to keep in warmth'.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'therm'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'therm'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65760" y="28072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508760" y="28072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1508760" y="28072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geo-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2487168" y="28072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2834640" y="28072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2834640" y="28072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251960" y="28072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4599432" y="28072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4599432" y="28072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495544" y="28072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5907024" y="28072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07024" y="28072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'therm'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'therm'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wore thermal socks to keep her feet warm on the ski trip.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hawk circled upward on the thermals without flapping its wings.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building is thermally insulated to keep the heat inside during winter.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wore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thermal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socks to keep her feet warm on the ski trip. The hawk circled upward on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thermals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without flapping its wings.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thermals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thermals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thermals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thermals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thermals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building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thermally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insulated to keep the heat inside during winter. The hikers became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hypothermic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after being caught in the freezing storm.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geothermal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power station uses heat from underground to make electricity.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thermally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hypothermic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geothermal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hypothermic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hypothermic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below; less than normal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hypothermic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below; less than normal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hypothermic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below; less than normal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geothermal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geothermal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geothermal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geothermal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'therm' — 3-Day Teaching Deck</dc:title>
  <dc:subject>PptxGenJS Presentation</dc:subject>
  <dc:creator>Word Labs</dc:creator>
  <cp:lastModifiedBy>Word Labs</cp:lastModifiedBy>
  <cp:revision>1</cp:revision>
  <dcterms:created xsi:type="dcterms:W3CDTF">2026-07-07T10:22:39Z</dcterms:created>
  <dcterms:modified xsi:type="dcterms:W3CDTF">2026-07-07T10:22:39Z</dcterms:modified>
</cp:coreProperties>
</file>