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'therm / thermo' suit Years 3–7, so there is no Day 3 dictation. Day 3 is the word matrix lesson only. Day 2 has 1 dictation word instead of 2. Day 1 shows 3 example words instead of 5–7. This deck teaches 'therm' and 'thermo' together: they are spellings of the same root.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'thermal' really means 'relating to heat, or designed to keep in warmth'.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Iceland uses geothermal heat from deep under the ground to warm its homes.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'therm / thermo'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"heat"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'therm / thermo' suit Years 3–7, so there is no Day 3 dictation. Day 3 is the word matrix lesson only. Day 2 has 1 dictation word instead of 2. Day 1 shows 3 example words instead of 5–7. This deck teaches 'therm' and 'thermo' together: they are spellings of the same root.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'therm / thermo' — heat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 / thermo'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'therm / thermo'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'therm / thermo' means 'heat'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'therm / thermo'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'therm / thermo'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'therm / thermo'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 / thermo'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'therm / thermo'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'therm / thermo' means 'heat'. You can find it in 'thermal'.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'geothermal', 'geo-' means 'earth'.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'thermal', '-al' means 'related 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 / thermo'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'therm / thermo' = heat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'therm / thermo' means 'heat'.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'thermostat' means 'a device that keeps a room, oven or fridge at a steady temperature'.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'thermal' means 'an instrument used to measure temperature'.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'thermometer' means 'an instrument used to measure temperature'.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 / thermo'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'therm / thermo' = heat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'therm / thermo' means 'heat'.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'thermostat' means 'a device that keeps a room, oven or fridge at a steady temperature'.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'thermal' means 'an instrument used to measure temperature'.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'thermometer' means 'an instrument used to measure temperature'.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'therm / thermo'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 / thermo'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'therm / thermo'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 / thermo'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thermostat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thermometer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'therm / thermo'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 / thermo'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'therm / thermo' = heat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-stat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-meter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463040" y="2971800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63040" y="29718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50545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79806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79806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1188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023360" y="2971800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0" y="2971800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thermal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 / thermo'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 / thermo'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'therm / thermo' = heat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an instrument used to measure temperature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thermostat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relating to heat, or designed to keep in warmth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thermometer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device that keeps a room, oven or fridge at a steady temperature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 / thermo'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 / thermo'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'therm / thermo' = heat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relating to heat, or designed to keep in warmth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thermostat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device that keeps a room, oven or fridge at a steady temperature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thermometer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an instrument used to measure temperature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'therm / thermo'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 / thermo'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'therm / thermo' = heat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'therm / thermo'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wore thermal socks to keep her feet warm on the ski trip.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 turned the thermostat down so the house would not get too hot.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nurse used a thermometer to check the patient's temperature.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 / thermo'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'therm / thermo'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 / thermo'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'therm / thermo' = heat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Iceland uses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geothermal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heat from deep under the ground to warm its homes.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geothermal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 / thermo'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'therm / thermo'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geothermal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 / thermo'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'therm / thermo'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geothermal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 / thermo'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'therm / thermo'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geothermal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 / thermo'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'therm / thermo'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geothermal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 / thermo'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'therm / thermo' = heat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 / thermo'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'therm / thermo' = heat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-stat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-meter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geothermal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'therm / thermo'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