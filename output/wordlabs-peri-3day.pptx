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'peri'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"around; near"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'peri' — around; near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'peri' means 'around; near'.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'peri'.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'peri'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'peri'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'peri' means 'around; near'.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'peri'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'peri'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'experience' means 'knowledge or skill gained from doing or seeing things, or an event that happens to someone'.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'experience' means 'a small object used to hold papers together'.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'imperial' means 'relating to an empire or its ruler'.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'peri' means 'around; near'.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'imperial' means 'relating to insects and bugs'.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'peri'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around; near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imperial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'peri'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508760" y="32644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508760" y="32644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59152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06624" y="32644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706624" y="32644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977640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325112" y="32644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325112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95544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907024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07024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imperial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imperial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scientific test carried out to see what happens or to prove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or skill gained from doing or seeing things, or an event that happens to someone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 an empire or its ruler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knowledge or skill gained from doing something many times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'peri'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'peri'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imperial palace was home to the emperor and his family.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gained a lot of experience working at the shop.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did an experiment to see how plants grow towards light.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Travelling gave her many wonderful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experiences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students carried out three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the science lesson.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town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experiencing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its heaviest rainfall in years. The scientists tried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treatment for the illness. The new medicine was developed through years of careful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51" name="Text 49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around; near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5289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5289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455415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455415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957933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57933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460451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60451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962969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62969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46548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6548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96800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6800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7052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7052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973042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73042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75560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75560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978078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78078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48059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8059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98311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8311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'peri' = around; near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'peri'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imperial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experienced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'peri' — 3-Day Teaching Deck</dc:title>
  <dc:subject>PptxGenJS Presentation</dc:subject>
  <dc:creator>Word Labs</dc:creator>
  <cp:lastModifiedBy>Word Labs</cp:lastModifiedBy>
  <cp:revision>1</cp:revision>
  <dcterms:created xsi:type="dcterms:W3CDTF">2026-07-07T10:22:39Z</dcterms:created>
  <dcterms:modified xsi:type="dcterms:W3CDTF">2026-07-07T10:22:39Z</dcterms:modified>
</cp:coreProperties>
</file>