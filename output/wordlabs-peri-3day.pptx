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'peri'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"around, near, surrounding"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peri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'peri' — around, near, surrounding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'peri' means 'around, near, surrounding'.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'peri'.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'peri'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'peri'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'peri' means 'around, near, surrounding'.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'peri'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'peri'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'peri' means 'around' or 'surrounding'.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'perimeter' means the area inside a shape.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periscope helps you see around or over obstacles.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'Peri' comes from the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'peri' means 'before' or 'in front of'.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'peri'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around, near, surrounding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peri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pericardium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perigee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'peri'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-cardium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-winkle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stretch of time, or a punctuation mark at the end of a sentence.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in a planet's orbit when it is closest to the Sun.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outside edge of a shape.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 sac of tissue that surrounds and protects your heart.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in the Moon's orbit when it is closest to Earth.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pericardium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on the outer edge or not the main part, like what you see at the sides of your eyes.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perigee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with mirrors that lets you see around corners or above water, used in submarines.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'peri'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'peri'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ruler to measure the perimeter of the rectangle by adding up all four sides.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crew used a periscope to look above the surface of the water without being seen.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the pericardium is the protective layer surrounding your heart.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calculated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oval, then looked through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see the harbour.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sports oval was marked out,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peripheral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fences were checked,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set up near the pond.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riph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riph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'peri' = around, near, surrounding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'peri'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-cardium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-winkle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perihelion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pericardium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perigee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periwinkle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'peri' — 3-Day Teaching Deck</dc:title>
  <dc:subject>PptxGenJS Presentation</dc:subject>
  <dc:creator>Word Labs</dc:creator>
  <cp:lastModifiedBy>Word Labs</cp:lastModifiedBy>
  <cp:revision>1</cp:revision>
  <dcterms:created xsi:type="dcterms:W3CDTF">2026-04-03T03:21:43Z</dcterms:created>
  <dcterms:modified xsi:type="dcterms:W3CDTF">2026-04-03T03:21:43Z</dcterms:modified>
</cp:coreProperties>
</file>