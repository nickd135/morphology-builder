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'peri'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"around, near, surrounding"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peri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'peri' — around, near, surrounding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'peri' means 'around, near, surrounding'.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'peri'.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'peri'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'peri'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'peri' means 'around, near, surrounding'.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'peri'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'peri'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perimeter measures the distance around the outside of a shape.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periscope uses mirrors to see around or above obstacles.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morpheme 'peri' means 'inside' or 'within'.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'Peri' comes from the Greek language.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'periscope' has nothing to do with the morpheme 'peri'.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'peri'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around, near, surrounding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peri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perigee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perihelion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pericardium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'peri'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epi-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-cardium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-style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with mirrors used to see around corners or above water, like on a submarine.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 in the Moon's orbit when it is closest to Earth.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distance around the outside edge of a shape.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 in a planet's orbit when it is closest to the Sun.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perigee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 layer of tissue that wraps around and protects the heart.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perihelion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on the outer edge or side, not in the centre.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pericardium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length of time, or a full stop at the end of a sentence.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'peri'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'peri'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a ruler to measure the perimeter of the rectangle in maths today.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submarine crew looked through the periscope to check if the coast was clear.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explained that the pericardium is the protective layer surrounding your heart.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periscope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sailors could see around the rocks, and they calculated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perimeter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bay.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period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scientists studied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perihelion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comet, and they noticed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peripheral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glow was spectacular!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perihelion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way, path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way, path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way, path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perihelion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perihelion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perihelion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perihelion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riph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surrounding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riph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epi-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-cardium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-style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perigee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perihelion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pericardium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periodical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'peri' — 3-Day Teaching Deck</dc:title>
  <dc:subject>PptxGenJS Presentation</dc:subject>
  <dc:creator>Word Labs</dc:creator>
  <cp:lastModifiedBy>Word Labs</cp:lastModifiedBy>
  <cp:revision>1</cp:revision>
  <dcterms:created xsi:type="dcterms:W3CDTF">2026-04-10T00:37:32Z</dcterms:created>
  <dcterms:modified xsi:type="dcterms:W3CDTF">2026-04-10T00:37:32Z</dcterms:modified>
</cp:coreProperties>
</file>