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'review' has very few longer words built from it, so this deck practises adding the suffixes -s, -ed, -er and -ing to the base (Years 3–4). Only 6 words with 'review'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reviewers loved the new children's book about a brave wombat.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'review'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 again"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'review' has very few longer words built from it, so this deck practises adding the suffixes -s, -ed, -er and -ing to the base (Years 3–4). Only 6 words with 'review'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'review' — look again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-er and -ing to the base 'review'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'review'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'review'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'review' means 'look again'. You can find it in 'reviews'.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'reviewer', '-er' means 'person who'.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'reviews',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'reviews',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'reviewed',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'reviewer',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'reviewing', the suffix '-ing'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'reviewers',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'reviews',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'reviewed',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'reviewer',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'reviewing', the suffix '-ing'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'reviewers',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'review'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again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'review'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16052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checks or judges something, such as a book or film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look at or check something again carefully, often to judge or improve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the process of checking or judging something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opinions or judgements about something, often written down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looked at or checked again in the past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look at or check something again carefully, often to judge or improve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opinions or judgements about something, often written down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looked at or checked again in the past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checks or judges something, such as a book or film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in the process of checking or judging something again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'review'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'review'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asked us to review our work before handing it in.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restaurant has excellent reviews online.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reviewed my spelling list before the test.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loved the new children's book about a brave wombat.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ew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'review'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'review' = look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'review'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