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'review'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 at again carefully"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'review' — look at again carefully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'review' means 'look at again carefully'.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'review'.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'review'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'review'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'review' means 'look at again carefully'.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'review'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'review'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'reviewer' contains the root 'review' plus the suffix '-er', meaning a person who reviews.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'review' means to forget something completely.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're-' in 'review' means again or back.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'reviewing' is formed by adding the suffix '-ing' to the root 'review'.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'review' comes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'review'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at again carefully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prereview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'review'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opinion piece about a book, film or show, or the act of checking things more than once.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give their opinion about books, films, games or restaurants.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looking at something again to check it or decide what you think.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looked at again or checked over at a later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carefully again, or to write about whether you liked a book, film or show.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prereview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look at something before the main review or assessment takes place.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looked at something again carefully to check or give an opinion on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'review'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'review'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test, our teacher asked us to review our notes from the whole term.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gave the new movie five stars because the story was so exciting.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spent Friday afternoon reviewing the science experiment to make sure our results were correct.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a detailed report, and the class enjoyed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work together.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draft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students needed to complete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self-review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handing it 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 carefully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prereview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'review' — 3-Day Teaching Deck</dc:title>
  <dc:subject>PptxGenJS Presentation</dc:subject>
  <dc:creator>Word Labs</dc:creator>
  <cp:lastModifiedBy>Word Labs</cp:lastModifiedBy>
  <cp:revision>1</cp:revision>
  <dcterms:created xsi:type="dcterms:W3CDTF">2026-04-09T22:13:16Z</dcterms:created>
  <dcterms:modified xsi:type="dcterms:W3CDTF">2026-04-09T22:13:16Z</dcterms:modified>
</cp:coreProperties>
</file>