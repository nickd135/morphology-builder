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'review'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'review' — look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'review' means 'look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'review'.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'review'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'review'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'review' means 'look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'review'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'review'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'review' means 'to write a brand new story from scratch'.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'review' means 'to look at or check something again carefully, often to judge or improve 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'review' means 'look again'.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'review'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'review'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07238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41985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41985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31596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72744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2744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check something again carefully, often to judge or improve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'review'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'review'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review our work before handing it 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restaurant has excellent reviews online.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reviewed my spelling list before the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restaurant has excellent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online.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 spelling list before the test.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movie five stars.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praised the new book. The judges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entries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'review'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