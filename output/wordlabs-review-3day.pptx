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'review'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"look at again, examine"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revidere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'review' — look at again, examine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'review' means 'look at again, examine'.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'review'.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'review'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'review'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'review' means 'look at again, examine'.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'review'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'review'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'review' comes from a Latin word meaning to look or see again.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reviewer is a person who destroys books and films.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'reviewed' is the past tense of 'review'.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self-review is when you examine your own work carefully.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'-ing' in 'reviewing' means the action is finished.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'review'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 at again, examine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revidere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prereview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self-review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'review'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opinion written about a book, film, game or restaurant.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give their opinion about books, films, games or restaurants.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looking at something carefully right now to check or give an opinion.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look carefully at your own work and think about how well you did.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carefully at something again, or to give your opinion about a book, film or game.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prereview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 done before the main review to get ready for it.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self-review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has already been looked at carefully and an opinion was given.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'review'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'review'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test, our teacher asked us to review our notes from the whole term.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gave the new movie five stars because the story was so exciting.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spent Friday afternoon reviewing our maths work to fix any mistakes.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reviewer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reviewed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student's science project and gave helpful feedback.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reviewer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finished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reviewing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book, but she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again before publishing her notes.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or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'review' = look at again, examine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'review'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prereview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self-review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peer review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'review' — 3-Day Teaching Deck</dc:title>
  <dc:subject>PptxGenJS Presentation</dc:subject>
  <dc:creator>Word Labs</dc:creator>
  <cp:lastModifiedBy>Word Labs</cp:lastModifiedBy>
  <cp:revision>1</cp:revision>
  <dcterms:created xsi:type="dcterms:W3CDTF">2026-03-25T03:25:09Z</dcterms:created>
  <dcterms:modified xsi:type="dcterms:W3CDTF">2026-03-25T03:25:09Z</dcterms:modified>
</cp:coreProperties>
</file>