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'warm'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"having moderate heat"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formus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'warm' — having moderate heat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'warm' means 'having moderate heat'.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'warm'.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'warm'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'warm'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'warm' means 'having moderate heat'.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'warm'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'warm'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'warmth' contains the root 'warm' plus the suffix '-th'.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'lukewarm' means extremely hot.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suffix '-ly' in 'warmly' turns the adjective 'warm' into an adverb.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'rewarm' means to heat something up again.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'warm' originally comes from French.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'warm'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having moderate heat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formus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warmth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warmly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lukewarm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rewarm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warmest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'warm'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luke-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-th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luke-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63347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98094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98094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5196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59943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59943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9554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0702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0702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warmer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Becoming more warm, or making something hotter than it was before.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warmth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friendly and kind way, or in a way that keeps you feeling warm.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warm of all — used when comparing temperatures or feelings of kindness.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warmly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heat something up again after it has gone cold.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lukewarm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has more heat than another thing, or a device used to heat something up.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rewarm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slightly warm — not hot and not cold, like water that has been sitting out for a while.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warmest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feeling of gentle heat, or a sense of kindness and friendliness.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'warm'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'warm'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warmth of the fireplace made the whole family feel cosy on the cold winter evening.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smiled warmly at the new student to help them feel welcome on their first day.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explained that global warming is causing temperatures around the world to rise.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warmth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sun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rewarms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earth each morning after a cold night.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warmth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rewarms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warmth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warmth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moderate 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 a noun (state or quality of)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warmth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moderate 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 a noun (state or quality of)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warmth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warmth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moderate 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 a noun (state or quality of)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warmth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rewarms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rewarms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moderate heat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 person singular verb ending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rewarms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moderate heat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 person singular verb ending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rewarms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moderate heat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 person singular verb ending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warmed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lukewarm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soup on the stove, then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warmly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offered a bowl to every guest.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lukewarm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warmly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moderate 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moderate 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warmed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moderate 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warmed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lukewarm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lukewarm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luke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slightly or moderately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moderate heat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lukewarm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luke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slightly or moderately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moderate heat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luke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lukewarm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luke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slightly or moderately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moderate heat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luke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moderate 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particular way (forms an adverb)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moderate 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particular way (forms an adverb)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moderate 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particular way (forms an adverb)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luke-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-th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warmer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warmth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warmly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lukewarm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rewarm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warmest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overwarm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'warm' — 3-Day Teaching Deck</dc:title>
  <dc:subject>PptxGenJS Presentation</dc:subject>
  <dc:creator>Word Labs</dc:creator>
  <cp:lastModifiedBy>Word Labs</cp:lastModifiedBy>
  <cp:revision>1</cp:revision>
  <dcterms:created xsi:type="dcterms:W3CDTF">2026-04-03T03:26:11Z</dcterms:created>
  <dcterms:modified xsi:type="dcterms:W3CDTF">2026-04-03T03:26:11Z</dcterms:modified>
</cp:coreProperties>
</file>