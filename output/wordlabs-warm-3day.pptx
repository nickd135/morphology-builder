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'warm'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"fairly hot; friendly"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'warm' — fairly hot; friendly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'warm' means 'fairly hot; friendly'.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'warm'.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'warm'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'warm'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'warm' means 'fairly hot; friendly'.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'warm'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'warm'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'warms' means 'makes something warmer'.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'warms' means 'makes something much colder'.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'warm' means 'fairly hot; friendly'.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'warm' means 'having a comfortably high temperature, or friendly and kind'.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'warm' means 'extremely cold and icy'.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'warm'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fairly hot; friendly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'warm'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heat something up again after it has gone cold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warmer than before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something warmer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comfortably high temperature, or friendly and kind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'warm'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'warm'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wrapped herself in a warm blanket by the fire.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warms the sand on a summer's 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rewarm the soup in the microwave.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feels much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warmer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than yesterday. She smiled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warmly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welcomed the new students.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fairly hot; friendly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fairly hot; friendly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fairly hot; friendly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fairly hot; friendly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fairly hot; friendly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fairly hot; friendly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is usually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warmest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month in Australia. The soup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warming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nicely on the stove. Mum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rewarmed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leftovers for dinner.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fairly hot; friendly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fairly hot; friendly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fairly hot; friendly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fairly hot; friendly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fairly hot; friendly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fairly hot; friendly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fairly hot; friendly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fairly hot; friendly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fairly hot; friendly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fairly hot; friendly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'warm' — 3-Day Teaching Deck</dc:title>
  <dc:subject>PptxGenJS Presentation</dc:subject>
  <dc:creator>Word Labs</dc:creator>
  <cp:lastModifiedBy>Word Labs</cp:lastModifiedBy>
  <cp:revision>1</cp:revision>
  <dcterms:created xsi:type="dcterms:W3CDTF">2026-07-07T10:22:40Z</dcterms:created>
  <dcterms:modified xsi:type="dcterms:W3CDTF">2026-07-07T10:22:40Z</dcterms:modified>
</cp:coreProperties>
</file>