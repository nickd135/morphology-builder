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'warm'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'rewarmed' really means 'heated something up again after it had gone cold'.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new neighbours invited us to their housewarming barbecue on Sunday.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'warm'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"fairly hot; friendly"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'warm'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'warm' — fairly hot; friendly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'warm' means 'fairly hot; friendly'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'warm'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'warm'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'warm'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'warm' means 'fairly hot; friendly'. You can find it in 'warmer'.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'rewarmed',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'warmer',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'warm' means 'fairly hot; friendly'.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'warmly' means 'in a warm or friendly manner'.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'rewarmed' means 'more warm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'warmer' means 'more warm than something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'warm' means 'fairly hot; friendly'.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'warmly' means 'in a warm or friendly manner'.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'rewarmed' means 'more warm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'warmer' means 'more warm than something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'warm'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fairly hot; friendly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rewarmed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'warm'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52374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2374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2900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72160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2160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3542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94690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rewarmed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heated something up again after it had gone cold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a comfortably high temperature, or friendly and kind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more warm than something else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rewarmed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warm or friendly manner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a comfortably high temperature, or friendly and kind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warm than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warm or friendly manner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rewarmed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heated something up again after it had gone cold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'warm'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'warm'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wrapped herself in a warm blanket by the fire.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feels much warmer than yesterday.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smiled warmly and welcomed the new students.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new neighbours invited us to their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housewarming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barbecue on Sunday.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housewarming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housewarming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housewarming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people live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hot; friendly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housewarming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people live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hot; friendly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housewarming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people live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hot; friendly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'warm' = fairly hot; friendly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housewarming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'warm'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