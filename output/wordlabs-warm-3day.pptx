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'warm'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"having moderate heat"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formus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'warm' — having moderate heat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'warm' means 'having moderate heat'.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'warm'.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'warm'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'warm'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'warm' means 'having moderate heat'.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'warm'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'warm'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'warm' means extremely cold.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'warmhearted' person is unkind and unfriendly.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'lukewarm' contains the root 'warm'.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'warming' uses the suffix '-ing' added to the root 'warm'.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the suffix '-th' to 'warm' makes the word 'warmth'.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'warm'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having moderate heat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formus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'warm'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-th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pleasant feeling of heat or friendliness.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or someone that has more heat than another, or a device that heats things up.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slightly warm — not hot and not cold, like lukewarm bathwater.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heat something up again after it has cooled down.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something hotter or less cold, like warmed-up soup.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friendly or heated way, like greeting someone warmly.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making something warmer, like warming your hands by a fire.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'warm'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'warm'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warmth of the campfire made everyone feel safe and comfortable on the cold night.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warmed up her breakfast in the microwave before eating it at the kitchen table.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gave the new student a warmly worded welcome card on her first day of school.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lukewarm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water in the pool felt refreshing,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warming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sunshine made the afternoon perfect.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tepid or slightly warm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tepid or slightly warm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tepid or slightly warm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warmly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greeted her guests, checked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warmth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room, and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rewarmed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soup on the stove.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ew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-th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warmhearted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'warm' — 3-Day Teaching Deck</dc:title>
  <dc:subject>PptxGenJS Presentation</dc:subject>
  <dc:creator>Word Labs</dc:creator>
  <cp:lastModifiedBy>Word Labs</cp:lastModifiedBy>
  <cp:revision>1</cp:revision>
  <dcterms:created xsi:type="dcterms:W3CDTF">2026-07-03T09:03:19Z</dcterms:created>
  <dcterms:modified xsi:type="dcterms:W3CDTF">2026-07-03T09:03:19Z</dcterms:modified>
</cp:coreProperties>
</file>