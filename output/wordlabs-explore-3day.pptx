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'explore'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search or travel through"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explorare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'explore' — to search or travel through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'explore' means 'to search or travel through'.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'explore'.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'explore'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'explore'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'explore' means 'to search or travel through'.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'explore'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'explore'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'explorer' contains the root 'explore' and the suffix '-er', meaning a person who explores.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'explore'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'unexplored' uses the prefix 'un-' to mean something has not been explored.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'exploration' is built from the root 'explore' plus the suffix '-ation'.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'-atory' in 'exploratory'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'explore'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search or travel through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explorare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'explore'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travels to unknown or unfamiliar places to discover new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through or investigate a place or idea to find out more about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idea that has not been investigated or travelled through yet.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travelling through or looking into something new to find out more.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done to find out more information, like an exploratory mission.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travelling through or investigating a place or idea to learn about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already travelled through or investigated something to learn about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'explore'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'explore'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brave explorer climbed the mountain to discover what was on the other side.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go on an exploration of the rock pools at the beach to find out which animals live there.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sent a robot to explore the surface of Mars and send back photographs.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 off on an exciting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ancient caves.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mission led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unexplored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jungle, where every step brought a new discovery!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serving for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serving for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serving for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 through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travel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reexplore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'explore' — 3-Day Teaching Deck</dc:title>
  <dc:subject>PptxGenJS Presentation</dc:subject>
  <dc:creator>Word Labs</dc:creator>
  <cp:lastModifiedBy>Word Labs</cp:lastModifiedBy>
  <cp:revision>1</cp:revision>
  <dcterms:created xsi:type="dcterms:W3CDTF">2026-03-25T03:11:37Z</dcterms:created>
  <dcterms:modified xsi:type="dcterms:W3CDTF">2026-03-25T03:11:37Z</dcterms:modified>
</cp:coreProperties>
</file>