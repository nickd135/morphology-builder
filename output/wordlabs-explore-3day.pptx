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'explore'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"investigate"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'explore' — investigate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'explore' means 'investigate'.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'explore'.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'explore'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'explore'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'explore' means 'investigate'.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'explore'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'explore'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'explore' means 'to build something from scratch'.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'explore' means 'to travel through a place to learn about it'.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'explored' means 'travelled through a place to learn about it (in the past)'.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'explore' means 'investigate'.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'explored' means 'built something from scratch'.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'explore'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'explore'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travels through a place to learn about 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through a place to learn about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travelled through a place to learn about it (in the past)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travels to unfamiliar places to learn about them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travel to unfamiliar places to learn about them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'explore'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'explore'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plan to explore the old castle this weekend.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divers explored the sunken ship for hidden treasure.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explorer sailed across the ocean to find new lands.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rock pools at the beach. The cave's deepest tunnels remain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unexplored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explorers set off on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rainforest. The scientists took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approach, trying several new methods. The doctor ran some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tests to find out what was wrong.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investigate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'explore'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