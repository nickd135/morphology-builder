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'explore'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'explore' really means 'investigate'.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Space exploration helps scientists learn more about distant planets.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'explore'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"investigate"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'explore'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'explore' — investigate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'explore' means 'investigate'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'explore'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'explore'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'explore'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'explore' means 'investigate'. You can find it in 'explorer'.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'unexplored',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'explorer',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'explore' means 'investigate'.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'explorer' means 'a person who travels to unfamiliar places to learn about them'.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'unexplored' means 'not yet visited, searched, or looked into'.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'explore'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'explore' means 'investigate'.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'explorer' means 'a person who travels to unfamiliar places to learn about them'.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'unexplored' means 'not yet visited, searched, or looked into'.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'explore'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'explore'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investigate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unexplored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'explore'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2971800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2971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4048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3308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3308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94690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358384" y="2971800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58384" y="29718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unexplored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yet visited, searched, or looked into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travel through a place to learn about 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unexplored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travels to unfamiliar places to learn about them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travel through a place to learn about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travels to unfamiliar places to learn about them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unexplored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yet visited, searched, or looked into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'explore'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'explore'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plan to explore the old castle this weekend.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famous explorer sailed across the ocean to find new lands.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cave's deepest tunnels remain unexplored.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helps scientists learn more about distant planets.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'explore'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'explore' = investigate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'explore'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