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'explore'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search or discover new things"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explorare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'explore' — to search or discover new things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'explore' means 'to search or discover new things'.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'explore'.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'explore'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'explore'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'explore' means 'to search or discover new things'.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'explore'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'explore'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'explore' comes from a Latin word meaning to search or discover.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An 'explorer' is a person who travels to discover new places.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'unexplored' means a place that has already been fully mapped and studied.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'explore' comes from a Greek word meaning to look at the sky.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'-ation' to 'explore' gives us the word 'exploration'.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'explore'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search or discover new things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explorare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'explore'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travels to unknown places to find out about them.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travel around and discover new places or things.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place that has not yet been visited or discovered by anyone.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travelling around and discovering new things.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done to find out more information, like an exploratory investigation.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of travelling to unknown places to learn about them.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Went to a new place and looked around to find out about 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'explore'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'explore'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brave explorer sailed across the ocean to discover new lands.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went on an exploration of the school garden to find different insects.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Scientists are still exploring the deepest parts of the ocean.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young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went on an exciting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rainforest.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process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0624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mission, the team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explored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unexplored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cave in the valley.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serving the purpose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serving the purpose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atory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serving the purpose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or discover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happened in the past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plored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'explore' = to search or discover new things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'explore'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-atory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exploratory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unexplored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reexplore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'explore' — 3-Day Teaching Deck</dc:title>
  <dc:subject>PptxGenJS Presentation</dc:subject>
  <dc:creator>Word Labs</dc:creator>
  <cp:lastModifiedBy>Word Labs</cp:lastModifiedBy>
  <cp:revision>1</cp:revision>
  <dcterms:created xsi:type="dcterms:W3CDTF">2026-04-09T21:59:05Z</dcterms:created>
  <dcterms:modified xsi:type="dcterms:W3CDTF">2026-04-09T21:59:05Z</dcterms:modified>
</cp:coreProperties>
</file>