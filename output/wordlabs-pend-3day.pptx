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hang, hang down"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'pend' — to hang, hang down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'pend' means 'to hang, hang down'.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'pend' means 'to hang, hang down'.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'pend' comes from a Latin word meaning to hang.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pendulum moves in a straight line without swinging.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'depend' contains the root 'pend' meaning to hang.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Something described as 'impending' is about to happen very soon.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'pend' originally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hang, hang down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pendulum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impending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-ulum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 something from above, or to stop something for a period of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pendulum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attach or add something on to the end of something else.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jewellery that hangs from a chain around your neck.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about to happen very soon, like it is hanging over you.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to happen or be decided — like it is still hanging in the air.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impending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 someone or something, like hanging on them for support.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 that hangs and swings back and forth, often used in clocks.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watched the pendulum swing slowly back and forth inside the old grandfather clock.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depend on the rain to fill our water tanks during dry summers in Australia.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told us that our excursion approval was still pending because she hadn't heard back from the office.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was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our teacher for an answer.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storm made us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our torches, so Mum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extra batteries to the shopping list.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quality, being in a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quality, being in a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quality, being in a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'pend' = to hang, hang down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-ulum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pendant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pendulum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impending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appendix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'pend' — 3-Day Teaching Deck</dc:title>
  <dc:subject>PptxGenJS Presentation</dc:subject>
  <dc:creator>Word Labs</dc:creator>
  <cp:lastModifiedBy>Word Labs</cp:lastModifiedBy>
  <cp:revision>1</cp:revision>
  <dcterms:created xsi:type="dcterms:W3CDTF">2026-03-25T03:48:56Z</dcterms:created>
  <dcterms:modified xsi:type="dcterms:W3CDTF">2026-03-25T03:48:56Z</dcterms:modified>
</cp:coreProperties>
</file>