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This deck teaches 'pend' and 'pens' together: they are spellings of the same 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'dependence' really means 'the state of relying on someone or something'.
'expenses' really means 'amounts of money spent on something'.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Grandpa saved a little from his pension each week to buy Gran a heart-shaped pendant.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farm is dependent on our old ute. A new one would be expensive, so we're lucky it is so dependable.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'pend / pens'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"hang; weigh"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This deck teaches 'pend' and 'pens' together: they are spellings of the same root.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'pend / pens' — hang; weigh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'pend / pens' means 'hang; weigh'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'pend / pens'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'pend / pens'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'pend / pens'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'pend / pens' means 'hang; weigh'. You can find it in 'suspend'.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'suspend', 'sus-' means 'under; below'.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'dispenser', '-er' means 'thing that'.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'pend / pens' means 'hang; weigh'.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'dispenser' means 'a machine or container that gives out a fixed amount of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'dependence' means 'to hang something up, or to stop something for a while'.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'suspend' means 'to hang something up, or to stop something for a while'.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'expenses' means 'giving something out or distributing it to people'.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'pend / pens' means 'hang; weigh'.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'dispenser' means 'a machine or container that gives out a fixed amount of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'dependence' means 'to hang something up, or to stop something for a while'.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'suspend' means 'to hang something up, or to stop something for a while'.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'expenses' means 'giving something out or distributing it to people'.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'pend / pens'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hang; weigh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suspend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dispenser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dispensing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'pend / pens'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-ence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42900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72160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72160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53542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4946904" y="3776472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46904" y="377647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suspend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giving something out or distributing it to people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machine or container that gives out a fixed amount of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dispenser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state of relying on someone or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dispensing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amounts of money spent on something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hang something up, or to stop something for a while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suspend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hang something up, or to stop something for a while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amounts of money spent on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dispenser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machine or container that gives out a fixed amount of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dispensing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giving something out or distributing it to people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state of relying on someone or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'pend / pens'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'pend / pens'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suspend the paper planets from the classroom ceiling.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covered all the expenses for the trip.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soap dispenser in the bathroom was almost empty.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Grandpa saved a little from his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pension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week to buy Gran a heart-shaped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pendant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pendant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pendant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pendant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hang; weigh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pendant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hang; weigh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pendant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hang; weigh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pay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pay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pay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dependent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our old ute. A new one would be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we're lucky it is so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dependable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dependable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hang; weigh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hang; weigh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hang; weigh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pay 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pay 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expensive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weigh; pay 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hang; weigh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hang; weigh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dependable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undo; remove; down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hang; weigh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'pend / pens'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'pend / pens' = hang; weigh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-ence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suspension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'pend / pens'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