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'pend'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"hang, hang down, weigh"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pendere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'pend' — hang, hang down, weigh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hang, hang down, weigh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'pend' means 'hang, hang down, weigh'.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'pend'.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'pend'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'pend'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hang, hang down, weigh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'pend' means 'hang, hang down, weigh'.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'pend'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'pend'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hang, hang down, weigh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'in' in 'independent' means 'not', so independent means not dependent on others.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pendulum hangs and swings, which connects to the meaning of 'pend'.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'pend' comes from a Greek word meaning to push.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'pendant' has nothing to do with hanging.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'pend' comes from a Latin word meaning to hang or weigh.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'pend'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hang, hang down, weigh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hang, hang down, weigh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pendere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suspend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append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expend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pendant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pendulum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'pend'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hang, hang down, weigh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-ulum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hang, hang down, weigh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add something extra onto the end of something.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suspend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to happen or be decided; not yet finished.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append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rely on someone or something for help or support.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expend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piece of jewellery that hangs from a chain around your neck.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weight that hangs and swings from side to side, like in a grandfather clock.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pendant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up energy, money, or effort on something.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pendulum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hang something from above, or to stop something for a period of time.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'pend'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hang, hang down, weigh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'pend'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outcome of the school carnival will depend on whether it rains tomorrow.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decided to suspend the activity until everyone was ready to listen.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had to expend a lot of energy testing each experiment carefully.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hang, hang down, weigh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hang, hang down, weigh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wore a beautiful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pendant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around her neck, and the result of the competition was still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pendant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hang, hang down, weigh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hang, hang down, weigh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thing that does the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hang, hang down, weigh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thing that does the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hang, hang down, weigh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thing that does the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hang, hang down, weigh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hang, hang down, weigh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state or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hang, hang down, weigh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state or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hang, hang down, weigh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state or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hang, hang down, weigh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hang, hang down, weigh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depend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each other, but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thinker chose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suspend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judgement until she had all the facts.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independent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suspend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hang, hang down, weigh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hang, hang down, weigh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hang, hang down, weigh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hang, hang down, weigh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hang, hang down, weigh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independent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hang, hang down, weigh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independent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from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quality; a person who does something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hang, hang down, weigh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independent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from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quality; a person who does something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dent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hang, hang down, weigh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independent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from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quality; a person who does something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dent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hang, hang down, weigh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hang, hang down, weigh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up, under, from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hang, hang down, weigh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up, under, from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hang, hang down, weigh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up, under, from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hang, hang down, weigh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hang, hang down, weigh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-ulum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suspend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append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expend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pending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pendant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pendulum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independent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'pend' — 3-Day Teaching Deck</dc:title>
  <dc:subject>PptxGenJS Presentation</dc:subject>
  <dc:creator>Word Labs</dc:creator>
  <cp:lastModifiedBy>Word Labs</cp:lastModifiedBy>
  <cp:revision>1</cp:revision>
  <dcterms:created xsi:type="dcterms:W3CDTF">2026-04-09T22:39:58Z</dcterms:created>
  <dcterms:modified xsi:type="dcterms:W3CDTF">2026-04-09T22:39:58Z</dcterms:modified>
</cp:coreProperties>
</file>