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"hang; weigh"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'pend' — hang; weigh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'pend' means 'hang; weigh'.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'pend' means 'hang; weigh'.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'append' means 'to remove something from a list completely'.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'depend' means 'to argue loudly with someone'.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'pend' means 'hang; weigh'.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'depend' means 'to rely on someone or something'.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'append' means 'to add something extra at the end of a document'.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hang; weigh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32511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32511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relies on someone or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decided or completed; waiting to happen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add something extra at the end of a document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decorative piece of jewellery that hangs from a chain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rely on someone or something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decorative piece of jewellery that hangs from a chain, often worn around the neck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append your signature at the end of the form.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depend on your friends to help you.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we play outside depends on the rain.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children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dependent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their parents for food and care. We will go to the park,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weather.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find the extra data 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appendices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back of the report. My grandmother is always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dependable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I need help. The plant's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dependence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sunlight was clear to see.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appendices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appendices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appendices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appendices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appendices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hang;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'pend'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