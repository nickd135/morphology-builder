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'pod'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"foot or foot-like part"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pous/podos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'pod' — foot or foot-like part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'pod' means 'foot or foot-like part'.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'pod'.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'pod'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'pod'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'pod' means 'foot or foot-like part'.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'pod'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'pod'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Arthropods are animals that have jointed legs.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podium is a raised platform that a speaker stands 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tripod has two legs.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'pod' comes from a Latin word meaning hand.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'pod' comes from a Greek word meaning foot.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'pod'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 or foot-like part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pous/podos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monopod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myriopod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'pod'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-ium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myria-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-iatry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amphi-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48716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3464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3464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9593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306824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306824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-ium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3095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42432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42432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raised platform where a speaker or winner stands in front of an audience.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soft-bodied animal that moves on a fleshy foot, like a snail or slug.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 with three legs used to hold a camera or telescope steady.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care of people's feet, treating problems like blisters and sore toenails.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creature with a very large number of legs, such as a centipede or millipede.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animal with no backbone but with jointed legs, like an insect, spider or crab.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myriopod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one-legged support used to hold a camera or other equipment.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'pod'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'pod'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photographer placed her camera on a tripod so the photo would not be blurry.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science teacher explained that spiders are arthropods because they have jointed legs.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captain walked up to the podium and delivered a fantastic speech to the whole school.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athlete stepped onto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podium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tripod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held the camera in place to film the moment.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 platform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 platform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 platform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science class, we learnt that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gastropod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moves on one fleshy foot, and that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arthropods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like beetles, have jointed legs.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or belly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or belly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or belly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treatment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treatment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treatment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'pod' = foot or foot-like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'pod'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-ium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myria-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-iatry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amphi-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monopod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podium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gastropod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podiatry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myriopod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pseudopod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'pod' — 3-Day Teaching Deck</dc:title>
  <dc:subject>PptxGenJS Presentation</dc:subject>
  <dc:creator>Word Labs</dc:creator>
  <cp:lastModifiedBy>Word Labs</cp:lastModifiedBy>
  <cp:revision>1</cp:revision>
  <dcterms:created xsi:type="dcterms:W3CDTF">2026-07-03T09:16:14Z</dcterms:created>
  <dcterms:modified xsi:type="dcterms:W3CDTF">2026-07-03T09:16:14Z</dcterms:modified>
</cp:coreProperties>
</file>