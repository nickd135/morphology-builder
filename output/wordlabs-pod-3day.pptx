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'-pod'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"foot; leg"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'-pod' — foot; leg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'-pod' means 'foot; leg'.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'-pod'.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'-pod'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'-pod'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'-pod' means 'foot; leg'.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'pod', the root is the part before the suffix '-pod'.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'pod'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'pods' means 'the long cases that hold the seeds of plants such as peas and beans'.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'tripods' means 'round wheels that make a cart roll'.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'tripods' means 'three-legged stands used to hold cameras or telescopes steady'.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'pods' means 'the roots that grow under the ground'.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'pod' means 'foot; leg'.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'-pod'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foot; leg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'-pod'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'-pod'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arthro-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gastro-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92608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273552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273552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599432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599432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-pod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62356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603504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'-pod'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'-pod'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open the pea pods and popped the fresh peas into a bowl.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photographers set up their tripods before the birds arrived.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over the log and found a tiny isopod curling into a ball.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open the pea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popped the fresh peas into a bowl. The photographers set up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tripods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birds arrived.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tripods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that holds seeds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that holds seeds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that holds seeds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foot; leg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foot; leg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tripods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foot; leg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over the log and found a tiny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isopod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curling into a ball. A snail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gastropod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carries its curly shell on its back. A crab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arthropod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tough shell and lots of jointed legs.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isopod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gastropod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arthropod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equal; same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arthropod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'-pod'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'-pod' = foot; leg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'-pod'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arthro-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'-pod' — 3-Day Teaching Deck</dc:title>
  <dc:subject>PptxGenJS Presentation</dc:subject>
  <dc:creator>Word Labs</dc:creator>
  <cp:lastModifiedBy>Word Labs</cp:lastModifiedBy>
  <cp:revision>1</cp:revision>
  <dcterms:created xsi:type="dcterms:W3CDTF">2026-07-07T10:55:16Z</dcterms:created>
  <dcterms:modified xsi:type="dcterms:W3CDTF">2026-07-07T10:55:16Z</dcterms:modified>
</cp:coreProperties>
</file>