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'take'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get; to carry; to accept"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'take' — to get; to carry; to accept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'take' = to get; to carry; to accept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'take' means 'to get; to carry; to accept'.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'take'.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'take'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'take'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'take' = to get; to carry; to accept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'take' means 'to get; to carry; to accept'.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'take'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'take'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'take' = to get; to carry; to accept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'taken' means 'thrown far into the distance'.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'take' means 'to get; to carry; to accept'.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'taken' means 'had something removed or received'.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'take' means 'to throw something far away'.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'take' means 'to get hold of, reach for, or carry something'.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'take'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'take' = to get; to carry; to accept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'take'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get; to carry; to accept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take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taken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takes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intake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retake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taking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mistake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'take'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'take' = to get; to carry; to accept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'take'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take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under-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'take'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4325112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4325112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522122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1" name="Shape 49"/>
          <p:cNvSpPr/>
          <p:nvPr/>
        </p:nvSpPr>
        <p:spPr>
          <a:xfrm>
            <a:off x="563270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63270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take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'take'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'take' = to get; to carry; to accept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take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get hold of, reach for, or carry something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taken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gets hold of or removes something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takes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process of getting hold of or removing something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intake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amount of something, such as food or air, that is taken in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retake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something again, such as a test or photo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taking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done incorrectly; an error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mistake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had something removed or received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'take'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'take' = to get; to carry; to accept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'take'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Please take a seat while you wait.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last seat had already been taken.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takes the bus to school every morning.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'take' = to get; to carry; to accept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'take' = to get; to carry; to accept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old car was quickly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overtaken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the motorway. The students will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undertake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research project this term.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overtaken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undertake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'take' = to get; to carry; to accept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overtaken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'take' = to get; to carry; to accept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overtaken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get; to carry; to accept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of; to make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'take' = to get; to carry; to accept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overtaken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get; to carry; to accept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of; to make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tak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'take' = to get; to carry; to accept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overtaken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get; to carry; to accept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of; to make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tak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'take' = to get; to carry; to accept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undertake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'take' = to get; to carry; to accept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undertake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get; to carry; to accept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'take' = to get; to carry; to accept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undertake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get; to carry; to accept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take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'take' = to get; to carry; to accept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undertake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get; to carry; to accept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take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a_e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'take' = to get; to carry; to accept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'take' = to get; to carry; to accept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Overtaking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a bend can be very dangerous. The school has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undertaken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major project to plant a new garden. Building the new library was a huge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undertaking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the school.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overtaking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undertaken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undertaking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'take' = to get; to carry; to accept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overtaking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'take' = to get; to carry; to accept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overtaking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get; to carry; to accept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'take' = to get; to carry; to accept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overtaking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get; to carry; to accept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tak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'take' = to get; to carry; to accept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overtaking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get; to carry; to accept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tak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'take' = to get; to carry; to accept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undertaken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'take' = to get; to carry; to accept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undertaken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get; to carry; to accept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of; to make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'take' = to get; to carry; to accept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undertaken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get; to carry; to accept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of; to make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tak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'take' = to get; to carry; to accept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undertaken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get; to carry; to accept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of; to make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tak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'take' = to get; to carry; to accept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undertaking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'take' = to get; to carry; to accept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undertaking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get; to carry; to accept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'take' = to get; to carry; to accept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undertaking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get; to carry; to accept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tak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'take' = to get; to carry; to accept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undertaking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get; to carry; to accept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tak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'take' = to get; to carry; to accept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'take'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'take' = to get; to carry; to accept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'take'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take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under-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take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taken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takes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intake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retake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taking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mistake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'take' — 3-Day Teaching Deck</dc:title>
  <dc:subject>PptxGenJS Presentation</dc:subject>
  <dc:creator>Word Labs</dc:creator>
  <cp:lastModifiedBy>Word Labs</cp:lastModifiedBy>
  <cp:revision>1</cp:revision>
  <dcterms:created xsi:type="dcterms:W3CDTF">2026-07-07T10:22:37Z</dcterms:created>
  <dcterms:modified xsi:type="dcterms:W3CDTF">2026-07-07T10:22:37Z</dcterms:modified>
</cp:coreProperties>
</file>