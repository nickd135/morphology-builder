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'take'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grasp, seize, or receive"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Norse: taka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'take' — to grasp, seize, or receive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'take' means 'to grasp, seize, or receive'.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'take'.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'take'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'take'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'take' means 'to grasp, seize, or receive'.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'take'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'take'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'overtake' contains the root 'take' meaning to seize or grasp.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'take' comes from the Latin language.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'mistake' is a word formed by adding the prefix 'mis-' to the root 'take'.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'undertake' means to start and carry out a task.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'-er' in 'taker' means to do something again.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'take'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grasp, seize, or receive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Norse: taka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mistake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retake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overtake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undertake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outtake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'take'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-off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mistake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mistake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you do wrong by accident, like getting an answer incorrect.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retake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past someone or something that was ahead of you.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overtake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has already been grabbed or is no longer available.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undertake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start and agree to do a task or job.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outtake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 of a film or recording that was not used in the final version.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accepts or takes something that is offered.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something again, like doing a test a second time.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'take'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'take'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faster runner managed to overtake her competitor just before the finish line.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class will undertake a science project about the solar system this term.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realised his mistake as soon as the teacher handed back the marked test.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the champion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overtake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leader, or was she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mistaken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about the final lap?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overtake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mistaken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overtake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overtake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seize or grasp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overtake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seize or grasp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overtake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seize or grasp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mistaken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mistaken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seize or grasp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participle ending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'n'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mistaken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seize or grasp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participle ending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'n'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mistaken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seize or grasp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participle ending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'n'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undertaker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retake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photo, but his assistant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mistaken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about which camera to use.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undertaker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retake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mistaken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undertaker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undertaker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below, beneath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seize or grasp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undertaker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below, beneath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seize or grasp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ker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undertaker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below, beneath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seize or grasp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ker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retake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retake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seize or grasp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retake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seize or grasp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retake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seize or grasp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mistaken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mistaken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seize or grasp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participle ending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'n'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mistaken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seize or grasp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participle ending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'n'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mistaken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seize or grasp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participle ending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'n'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'take' = to grasp, seize, or receive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'take'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-off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mistake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retake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overtake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undertake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outtake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taker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'take' — 3-Day Teaching Deck</dc:title>
  <dc:subject>PptxGenJS Presentation</dc:subject>
  <dc:creator>Word Labs</dc:creator>
  <cp:lastModifiedBy>Word Labs</cp:lastModifiedBy>
  <cp:revision>1</cp:revision>
  <dcterms:created xsi:type="dcterms:W3CDTF">2026-03-25T03:38:16Z</dcterms:created>
  <dcterms:modified xsi:type="dcterms:W3CDTF">2026-03-25T03:38:16Z</dcterms:modified>
</cp:coreProperties>
</file>