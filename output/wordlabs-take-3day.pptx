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grasp, seize, or receive"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Norse: taka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'take' — to grasp, seize, or receive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'take' means 'to grasp, seize, or receive'.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'take' means 'to grasp, seize, or receive'.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'undertake' means to start or carry out a task.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'mis' can combine with 'take' to form the word 'mistake'.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'intake' means to push something away.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'retake' contains the root 'take' meaning to seize or receive.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'take'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grasp, seize, or receive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Norse: taka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-away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-away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again, like sitting a test a second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catch up with and move past someone or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of a film or recording that is removed and not used in the final version.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have the wrong idea or have made an error.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one person or group takes control of something from another.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outtake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something you take in, like food or air.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start doing something that takes effort or responsibility.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decided to undertake the difficult challenge of cleaning up the local park.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retake the maths test because she had been sick on the day of the first one.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faster runner began to overtake his competitors in the final lap of the race.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planned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manager warned staff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mistake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changes for something negative.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across, or in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across, or in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across, or in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deciding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undertake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project, the class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survey; luckily, they avoided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overtaking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time limit.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in a lesser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in a lesser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in a lesser position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or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-away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takeover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outtake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'take' — 3-Day Teaching Deck</dc:title>
  <dc:subject>PptxGenJS Presentation</dc:subject>
  <dc:creator>Word Labs</dc:creator>
  <cp:lastModifiedBy>Word Labs</cp:lastModifiedBy>
  <cp:revision>1</cp:revision>
  <dcterms:created xsi:type="dcterms:W3CDTF">2026-04-09T22:27:49Z</dcterms:created>
  <dcterms:modified xsi:type="dcterms:W3CDTF">2026-04-09T22:27:49Z</dcterms:modified>
</cp:coreProperties>
</file>