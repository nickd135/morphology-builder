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"after, later, behind"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'post-' — after, later, behind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'post-' means 'after, later, behind'.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'post-'.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'post-'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'post-'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'post-' means 'after, later, behind'.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'postwar', the root is the part after the prefix 'post-'.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'post-' means the same as the prefix 'pre-'.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Postpone means to move something to a later time.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'postcard' means a card you send before an event.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'Post-'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'post-' means after or later.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'post-'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after, later, behind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postdate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'post-'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to a later time; to delay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added at the end of a letter, after you have already signed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after a war has ended.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after a baby is born.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a date on something that is later than the actual day.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at university after you have already finished your first degree.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postdate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card you send through the mail, often with a picture on one side.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'post-'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'post-'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held a postmatch discussion to talk about how they played.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wrote a postscript at the bottom of her letter to remind us about dinner.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decided to postpone the school fete because of the rain.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postpone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 and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postscript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our last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put, to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put, to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put, to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postwar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period,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postgraduate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postnatal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 for families.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conflict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conflict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armed conflict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particular quality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particular quality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particular quality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'post-' = after, later, behind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'post-'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postcard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postpone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postnatal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postdate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postmortem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'post-' — 3-Day Teaching Deck</dc:title>
  <dc:subject>PptxGenJS Presentation</dc:subject>
  <dc:creator>Word Labs</dc:creator>
  <cp:lastModifiedBy>Word Labs</cp:lastModifiedBy>
  <cp:revision>1</cp:revision>
  <dcterms:created xsi:type="dcterms:W3CDTF">2026-04-10T01:02:39Z</dcterms:created>
  <dcterms:modified xsi:type="dcterms:W3CDTF">2026-04-10T01:02:39Z</dcterms:modified>
</cp:coreProperties>
</file>