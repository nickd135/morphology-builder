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'post-'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"after, behind, later"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post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'post-' — after, behind, later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'post-' = after, behind, later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prefix 'post-' means 'after, behind, later'.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prefix 'post-'.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'post-'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'post-'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'post-' = after, behind, later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The prefix 'post-' means 'after, behind, later'.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'postwar', the root is the part after the prefix 'post-'.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'-ed' changes a verb to past tense.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'post-' = after, behind, later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prefix 'post-' means 'after' or 'later in time'.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'postcard' means a card you send before an event happens.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prefix 'post-' comes from Latin.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To postpone something means to do it at a later time.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prefix 'post-' means the same thing as the prefix 'pre-'.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 'post-'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'post-' = after, behind, later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'post'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after, behind, later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post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prefix: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postwar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postcard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postpone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postcode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postgraduate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postnatal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postscript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'post-'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'post-' = after, behind, later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'post-'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pone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card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code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-tion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63347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980944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980944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83133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178808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178808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07492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48640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48640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postwar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'post'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'post-' = after, behind, later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postwar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something to a later time; to delay it.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postcard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continues studying at university after finishing their first degree.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postpone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after a war has ended.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postcode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the time just after a baby is born.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postgraduate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extra message added at the end of a letter, usually written as 'P.S.'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postnatal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group of numbers used in an address to help sort and deliver mail.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postscript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card you send in the mail, often with a picture on one side.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'post-'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'post-' = after, behind, later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'post-'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decided to postpone the sports carnival because of the heavy rain.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Grandma sent me a postcard from her holiday in Queensland.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postcode helps the post office know exactly where to deliver your letters.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'post-' = after, behind, later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'post-' = after, behind, later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had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postpone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match, so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postseason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finals were moved to next week.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postpone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postseason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'post-' = after, behind, later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postpone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'post-' = after, behind, later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postpone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after, later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pone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place, to put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'post-' = after, behind, later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postpone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after, later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pone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place, to put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pone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'post-' = after, behind, later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postpone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after, later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pone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place, to put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pone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'post-' = after, behind, later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postseason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'post-' = after, behind, later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postseason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after, later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season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period of time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'post-' = after, behind, later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postseason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after, later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season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period of time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son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'post-' = after, behind, later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postseason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after, later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season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period of time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son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'post-' = after, behind, later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'post-' = after, behind, later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postwar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years, people sent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postcards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friends, and many chose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postpone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large celebrations.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postwar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postcards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postpone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'post-' = after, behind, later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postwar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'post-' = after, behind, later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postwar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after, later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armed conflict between countries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'post-' = after, behind, later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postwar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after, later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armed conflict between countries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'post-' = after, behind, later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postwar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after, later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armed conflict between countries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'post-' = after, behind, later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postcards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'post-' = after, behind, later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postcards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after, later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flat piece of stiff paper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'post-' = after, behind, later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postcards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after, later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flat piece of stiff paper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cards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'post-' = after, behind, later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postcards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after, later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flat piece of stiff paper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cards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'post-' = after, behind, later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postpone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'post-' = after, behind, later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postpone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after, later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pone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place, to put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'post-' = after, behind, later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postpone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after, later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pone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place, to put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pone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'post-' = after, behind, later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postpone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after, later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pone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place, to put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pone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'post-' = after, behind, later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'post-'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'post-' = after, behind, later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'post-'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pone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card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code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-tion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postwar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postcard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postpone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postcode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postgraduate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postnatal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postscript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postseason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Prefix 'post-' — 3-Day Teaching Deck</dc:title>
  <dc:subject>PptxGenJS Presentation</dc:subject>
  <dc:creator>Word Labs</dc:creator>
  <cp:lastModifiedBy>Word Labs</cp:lastModifiedBy>
  <cp:revision>1</cp:revision>
  <dcterms:created xsi:type="dcterms:W3CDTF">2026-03-26T07:38:40Z</dcterms:created>
  <dcterms:modified xsi:type="dcterms:W3CDTF">2026-03-26T07:38:40Z</dcterms:modified>
</cp:coreProperties>
</file>