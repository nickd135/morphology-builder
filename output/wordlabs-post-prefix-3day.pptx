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'post-'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"after"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Prefix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'post-' — after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'post-' means 'after'.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prefix 'post-'.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base words and other morphemes to build and decode 'post-'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'post-'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The prefix 'post-' means 'after'.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In 'post', the root is the part after the prefix 'post-'.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'-ed' changes a verb to past tense.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'postwar' means 'relating to the build-up before a war'.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'postfix' means 'a tool used for repairing engines'.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'postfix' means 'a letter or group of letters added to the end of a word'.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'post' means 'after'.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'postwar' means 'relating to the period after a war has ended'.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'post-'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Prefix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'post-'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'post-'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508760" y="4178808"/>
            <a:ext cx="10972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508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63347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980944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980944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877056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4288536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88536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'post-'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'post-'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'-ing' as a postfix changes 'run' into 'running'.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postwar years saw rapid rebuilding of the city.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coach gave a postgame interview about the win.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'-ing' as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postfix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changes 'run' into 'running'.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postwar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years saw rapid rebuilding of the city.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postfix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postwar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postfix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postfix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fasten; attach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postfix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fasten; attach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postfix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fasten; attach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postwar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postwar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conflict between groups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postwar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conflict between groups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postwar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conflict between groups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coach gave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postgame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interview about the win. She added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postscript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reminding him to bring an umbrella. She is doing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postgraduate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degree in marine biology.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postgame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postscript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postgraduate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postgame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postgame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activity played for fun or sport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postgame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activity played for fun or sport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postgame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activity played for fun or sport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postscript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postscript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postscript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postscript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postgraduate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postgraduate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complete a course of study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postgraduate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complete a course of study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postgraduate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complete a course of study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2244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2244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461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461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14013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4013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734077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34077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328021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28021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21966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1966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15910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15910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09855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09855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703799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03799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29774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9774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8916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916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'post-'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'post-' = after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'post-'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'post-' — 3-Day Teaching Deck</dc:title>
  <dc:subject>PptxGenJS Presentation</dc:subject>
  <dc:creator>Word Labs</dc:creator>
  <cp:lastModifiedBy>Word Labs</cp:lastModifiedBy>
  <cp:revision>1</cp:revision>
  <dcterms:created xsi:type="dcterms:W3CDTF">2026-07-07T10:24:25Z</dcterms:created>
  <dcterms:modified xsi:type="dcterms:W3CDTF">2026-07-07T10:24:25Z</dcterms:modified>
</cp:coreProperties>
</file>