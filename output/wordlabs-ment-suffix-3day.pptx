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'-ment'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"action, result, or state"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-mentum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'-ment' — action, result, or state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'-ment' means 'action, result, or state'.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'-ment'.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'-ment'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'-ment'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'-ment' means 'action, result, or state'.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'enjoyment', the root is the part before the suffix '-ment'.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'excitement'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'-ment' can turn a verb into a noun (e.g. enjoy → enjoyment).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'-ment' comes from a Greek origin.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'-ment' to a word usually creates a noun that names an action or result.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'amazement' contains the suffix '-ment'.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'-ment' changes the meaning of a word to mean 'without'.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'-ment'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action, result, or state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-mentum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amazement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achievement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'-ment'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'-ment'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amaze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achieve-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gets better than it was before.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growing, improving, or becoming more advanced over time.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amazement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someone is looked after, cared for, or dealt with.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feeling of surprise or wonder at something unexpected.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you have successfully done through hard work or skill.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achievement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feeling of happiness or pleasure you get from doing something you like.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feeling of being very happy and enthusiastic about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'-ment'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'-ment'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felt great excitement when they heard about the excursion.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improvement in maths made her teacher very proud.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Winning the award was a huge achievement for the whole team.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excitement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clear to everyone in the room.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achievement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strong feelings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strong feelings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strong feelings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/ight/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achievement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achievement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achieve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succeed at something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achievement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achieve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succeed at something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chieve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achievement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achieve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succeed at something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chieve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enjoyment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game led to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treatment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each other was respectful.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upon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better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upon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better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upon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better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56535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/oo/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care for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care for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care for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'-ment'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result, or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'-ment'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amaze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achieve-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enjoyment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amazement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achievement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disappointment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'-ment' — 3-Day Teaching Deck</dc:title>
  <dc:subject>PptxGenJS Presentation</dc:subject>
  <dc:creator>Word Labs</dc:creator>
  <cp:lastModifiedBy>Word Labs</cp:lastModifiedBy>
  <cp:revision>1</cp:revision>
  <dcterms:created xsi:type="dcterms:W3CDTF">2026-03-26T07:43:38Z</dcterms:created>
  <dcterms:modified xsi:type="dcterms:W3CDTF">2026-03-26T07:43:38Z</dcterms:modified>
</cp:coreProperties>
</file>