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"result of action"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'-ment' — result of action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'-ment' means 'result of action'.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'-ment'.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'-ment'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'-ment'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'-ment' means 'result of action'.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'payment', the root is the part before the suffix '-ment'.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'movement'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'movement' means 'the act of moving from one place to another'.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'movement' means 'a type of loud musical instrument'.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'payment' means 'an amount of money given in exchange for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'ment' means 'result of action'.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'payment' means 'a loud musical performance'.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'-ment'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 of action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enactment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'-ment'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03250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03250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2029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6144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144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or opinion formed after careful thought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or arrangement that two or more people accept together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making something into law, or acting something 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amounts of money given in exchange for something, more than one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enactment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pleasure or happiness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amount of money given in exchange for something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moving from one place to another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'-ment'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'-ment'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made a payment for the new shoes online.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sudden movement of the branch startled the birds.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made monthly payments on their new car.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made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local park. Guests at the hotel received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complimentary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breakfast each morning.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medicine was developed through years of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They rented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apartment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fifth floor. The new building has forty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apartments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rent.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result of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enactment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'-ment'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