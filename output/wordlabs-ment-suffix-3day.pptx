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'movement' really means 'the act of moving from one place to another'.
'treatment' really means 'medical care given to help someone get better, or a way of dealing with something'.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There was a disagreement about the measurement of the long jump, so the teacher measured it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When Dad faced unemployment, he felt some discouragement, but our encouragement helped him find a new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'-ment'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"result of action"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'-ment' — result of 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'-ment' means 'result of action'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'-ment'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'-ment'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'-ment'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'-ment' means 'result of action'. In 'payment', it is added to 'pay'.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'payment', the base is 'pay' (to give money for something).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'department', 'de-' means 'undo; remove; down'.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'-ment' means 'result of action'.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'department' means 'a separate section of an organisation or building'.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'movement' means 'an amount of money given in exchange for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'excitement' means 'a feeling of great enthusiasm and eagerness'.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'treatment' means 'the act of moving from one place to another'.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'-ment' means 'result of action'.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'department' means 'a separate section of an organisation or building'.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'movement' means 'an amount of money given in exchange for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'excitement' means 'a feeling of great enthusiasm and eagerness'.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'treatment' means 'the act of moving from one place to another'.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'-ment'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of action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'-ment'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721608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721608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feeling of great enthusiasm and eagerness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feeling of pleasure or happiness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act of moving from one place to another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amount of money given in exchange for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separate section of an organisation or building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decision or opinion formed after careful thought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medical care given to help someone get better, or a way of dealing with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amount of money given in exchange for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act of moving from one place to another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decision or opinion formed after careful thought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medical care given to help someone get better, or a way of dealing with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feeling of pleasure or happiness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separate section of an organisation or building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feeling of great enthusiasm and eagerness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'-ment'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'-ment'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sudden movement of the branch startled the birds.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court reached its judgement after a long trial.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recommended a course of treatment for his broken arm.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long jump, so the teacher measured it again.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 the same opinion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 the same opinion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 the same opinion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Dad faced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he felt some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discouragement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encouragement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helped him find a new job.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discouragement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discouragement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discouragement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discouragement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discouragement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support; give confidence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support; give confidence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support; give confidence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'-ment'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'-ment' = result of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agreement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employment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disagreement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'-ment'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