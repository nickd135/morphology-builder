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"action, state, or result"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-mentum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'-ment' — action, state, or result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'-ment' means 'action, state, or result'.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'-ment'.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'-ment'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'-ment'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'-ment' means 'action, state, or result'.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'movement', the root is the part before the suffix '-ment'.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'excitement'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'-ment' always makes a word mean the opposite of the base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'-ment' to a word always doubles the final consonant.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'-ment' comes from a Latin origin.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'-ment' can turn a verb into a noun (e.g. move → movement).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'enjoyment' contains the suffix '-ment'.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'-ment'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action, state, or result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-mentum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'-ment'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gets better than it was before.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given to someone in exchange for goods or work.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or more people decide on the same thing together.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someone is looked after, or care given to someone who is sick.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great surprise and wonder.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from one place to another.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of happiness and energy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'-ment'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'-ment'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crowd watched the movement of the dancers on stage with great interest.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a sense of amazement when she saw the fireworks light up the night sky.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improvement in spelling this term made his teacher very proud.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young patient received at the hospital was a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 for or handle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 for or handle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 for or handle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better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better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better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when they heard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special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strong feelings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an before 'n'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declare or make known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an before 'n'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declare or make known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announcement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or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an before 'n'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declare or make known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nounce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entertainment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within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tertain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'-ment' = action, state,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'-ment'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amazement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improvement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'-ment'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