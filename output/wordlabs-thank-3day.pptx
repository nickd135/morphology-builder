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'thank'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"express gratitude or praise"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þancian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'thank' — express gratitude or praise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'thank' means 'express gratitude or praise'.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'thank'.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'thank'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'thank'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'thank' means 'express gratitude or praise'.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'thank'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'thank'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'thankful' contains the root 'thank' plus a suffix.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word 'thankfully' has only two morphemes.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root 'thank' comes from the Latin language.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'Thankless' means a task that nobody appreciates or notices.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Adding '-ful' to 'thank' changes the word into an adjective.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'thank'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express gratitude or praise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Old English: þancian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'thank'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389888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3898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4123944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471416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471416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67528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779008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779008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Words you say to show you are grateful for something someone did.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act of telling someone you appreciate what they have done right now.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to say that something good happened and you are relieved about it.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Feeling happy and glad about something good that happened to you.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job or task that nobody notices or appreciates, even when it is done well.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feeling of being deeply grateful and appreciating what you have.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someone already told another person they were grateful for something.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'thank'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'thank'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thankful that her friend helped her carry the heavy bags home from school.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can feel thankless to clean up after others when no one notices the effort you put in.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 thanked his teacher for staying after class to explain the maths problem again.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was truly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for the help, and she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thanked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friend warmly.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 tense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384048"/>
          </a:xfrm>
          <a:prstGeom prst="rect">
            <a:avLst>
              <a:gd name="adj" fmla="val 9524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274052" y="4572000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/t/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Thankfully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she showed great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thankfulness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her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thanks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made everyone smile.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forms an adverb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forms an adverb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certain way; forms an adverb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ly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9" name="Text 3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of; having the quality of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state or quality of being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13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13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9593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ful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016752" y="336499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6428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28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ness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951828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951828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260520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60520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5858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25858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911969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11969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6535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6535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5218730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218730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587211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7211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652549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52549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7178871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178871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7832252" y="4169664"/>
            <a:ext cx="603504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7832252" y="4169664"/>
            <a:ext cx="603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plural; 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plural; 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express gratitude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plural; more than 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3708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3708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'thank' = express gratitude or praise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'thank'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over-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self-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-ful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whole-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thanks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thanked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thanking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thankless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thankfully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thankfulness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unthankful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'thank' — 3-Day Teaching Deck</dc:title>
  <dc:subject>PptxGenJS Presentation</dc:subject>
  <dc:creator>Word Labs</dc:creator>
  <cp:lastModifiedBy>Word Labs</cp:lastModifiedBy>
  <cp:revision>1</cp:revision>
  <dcterms:created xsi:type="dcterms:W3CDTF">2026-04-10T00:42:22Z</dcterms:created>
  <dcterms:modified xsi:type="dcterms:W3CDTF">2026-04-10T00:42:22Z</dcterms:modified>
</cp:coreProperties>
</file>