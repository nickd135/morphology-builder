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'thank'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'thank' really means 'to show you are grateful'.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At dinner, Grandpa spoke about his thankfulness for having the whole family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'thank'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show you are grateful"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'thank'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'thank' — to show you are grateful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'thank'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'thank' = to show you are grateful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'thank' means 'to show you are grateful'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'thank'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'thank'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'thank'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'thank'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'thank' = to show you are grateful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'thank' means 'to show you are grateful'. You can find it in 'thankful'.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'thankful', '-ful' means 'full of'.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'thankless', '-less' means 'without'.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'thank'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'thank' = to show you are grateful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'thank' means 'to show you are grateful'.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'thankless' means 'not likely to be noticed or appreciated, even though hard work was done'.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'thankful' means 'feeling grateful for something'.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'thank'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'thank'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'thank' = to show you are grateful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'thank' means 'to show you are grateful'.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'thankless' means 'not likely to be noticed or appreciated, even though hard work was done'.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'thankful' means 'feeling grateful for something'.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'thank'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'thank'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'thank'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'thank' = to show you are grateful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'thank'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show you are grateful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thankful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thankless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'thank'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'thank'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'thank' = to show you are grateful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63040" y="2569464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63040" y="25694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50545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798064" y="2569464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98064" y="25694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74904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160520" y="2569464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60520" y="2569464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thankful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'thank'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'thank'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'thank' = to show you are grateful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feeling grateful for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thankful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not likely to be noticed or appreciated, even though hard work was done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thankless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tell someone you are grateful for something they did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'thank'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'thank'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'thank' = to show you are grateful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tell someone you are grateful for something they did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thankful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feeling grateful for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thankless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not likely to be noticed or appreciated, even though hard work was done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'thank'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'thank'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'thank' = to show you are grateful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'thank'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thank you for helping me with my homework.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were thankful for the warm meal after the long, cold walk.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up after the whole school felt like a thankless job.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'thank'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'thank' = to show you are grateful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'thank'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'thank' = to show you are grateful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dinner, Grandpa spoke about his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thankfulness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having the whole family together.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thankfulness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'thank'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'thank' = to show you are grateful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thankfulness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'thank'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'thank' = to show you are grateful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thankfulness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show you are grateful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'thank'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'thank' = to show you are grateful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thankfulness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show you are grateful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'thank'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'thank' = to show you are grateful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thankfulness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show you are grateful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'thank'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'thank' = to show you are grateful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'thank'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'thank' = to show you are grateful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thankfulness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'thank'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