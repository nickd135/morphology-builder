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'thank'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show you are grateful"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'thank' — to show you are grateful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'thank' means 'to show you are grateful'.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'thank'.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'thank'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'thank'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'thank' means 'to show you are grateful'.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'thank'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'thank'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'thank' means 'to show you are grateful'.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'thank' means 'to tell someone you are grateful for something they did'.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'thanks' means 'words used to show you are grateful'.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'thanks' means 'small coins used for shopping'.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'thank' means 'to paint a wall a bright colour'.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'thank'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show you are grateful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'thank'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27355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27355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1696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5811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811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you are grateful for something they did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someone you were grateful for something they did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used to show you are grateful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grateful for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'thank'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'thank'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want to thank you for helping me with my homework.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gave her thanks to everyone who helped organise the fete.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thanked her grandmother for the birthday present.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captain spent the evening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player for their effort. Cleaning up after the whole school felt like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job.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rain stopped just before the match started.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cleaned the entire classroom every day after school. She wrote a letter expressing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their support.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you are grateful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to show you are grateful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'thank'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