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'thank'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"express gratitude or praise"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þancian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'thank' — express gratitude or praise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'thank' means 'express gratitude or praise'.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'thank'.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'thank'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'thank'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'thank' means 'express gratitude or praise'.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'thank'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'thank'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'Thankless' means a task that nobody appreciates or notices.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'-ful' to 'thank' changes the word into an adjective.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'thank' comes from the Latin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'thankfully' has only two morphemes.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'thankful' contains the root 'thank' plus a suffix.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'thank'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 gratitude or praise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þancian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'thank'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you say to show you are grateful for something someone did.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telling someone you appreciate what they have done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say that something good happened and you are relieved about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happy and glad about something good that happened to you.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or task that nobody notices or appreciates, even when it is done well.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deeply grateful and appreciating what you have.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already told another person they were grateful for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'thank'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'thank'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thankful that her friend helped her carry the heavy bags home from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feel thankless to clean up after others when no one notices the effort you put 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thanked his teacher for staying after class to explain the maths problem again.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help, and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friend warmly.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she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everyone smile.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forms an adverb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forms an adverb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forms an adverb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plural; 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plural; 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plural; 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unthankful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'thank'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