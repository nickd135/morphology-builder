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'thank'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"express gratitude or appreciation"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þancian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'thank' — express gratitude or appreciation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'thank' means 'express gratitude or appreciation'.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'thank'.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'thank'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'thank'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'thank' means 'express gratitude or appreciation'.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'thank'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'thank'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'thankful' uses the suffix '-ful' to mean full of gratitude.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'thankless' means you are very grateful for everything.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'un-' in 'unthankful' means 'not', so unthankful means not grateful.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'thank' comes from an Old English word meaning to express gratitude.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'thankfully' contains only one morpheme.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'thank'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 gratitude or appreciation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þancian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unthankful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'thank'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you say to show you are grateful for something someone did.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telling someone right now that you are grateful.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say you are relieved or happy that something turned out well.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happy and grateful because something good happened.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or task that no one notices or appreciates, even when done well.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showing gratitude or appreciation for something kind that was done.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unthankful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already told someone you were grateful, it happened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'thank'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'thank'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thankful that her friend had helped her finish the science project on time.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said it was a thankless task to tidy the art room, but someone had to do it.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wrote a card thankfully accepting the award on behalf of his whole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help, and she spent the afternoon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writing cards to everyone.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unthankful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gave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shrug, but the rest of the class spent the morning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cheering for their coach.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unthankful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appreciation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unthankful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thanksgiving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'thank' — 3-Day Teaching Deck</dc:title>
  <dc:subject>PptxGenJS Presentation</dc:subject>
  <dc:creator>Word Labs</dc:creator>
  <cp:lastModifiedBy>Word Labs</cp:lastModifiedBy>
  <cp:revision>1</cp:revision>
  <dcterms:created xsi:type="dcterms:W3CDTF">2026-04-03T03:23:16Z</dcterms:created>
  <dcterms:modified xsi:type="dcterms:W3CDTF">2026-04-03T03:23:16Z</dcterms:modified>
</cp:coreProperties>
</file>