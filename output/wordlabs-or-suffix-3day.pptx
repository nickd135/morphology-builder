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 who"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'-or' — person who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'-or' means 'person who'.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'-or' means 'person who'.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'actor', the root is the part before the suffix '-or'.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'actors'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'actors' means 'people who repair cars'.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'actors' means 'people who perform roles in a play, film, or television show'.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'or' means 'person who'.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'actor' means 'a person who repairs cars'.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'actor' means 'a person who performs a role in a play, film, or television show'.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 who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3133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7880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7880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7492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8640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senses, such as sight, sound, touch, taste and smell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makes or invents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that detect light, heat, movement or other signals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performs a role in a play, film, or television show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machine in which a nuclear or chemical reaction is controlled to produce energy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detects light, heat, movement or other signals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perform roles in a play, film, or television show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 forgot his lines halfway through the play.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actors rehearsed their lines every day before opening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switched the light on automatically when someone walked past.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referee acted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terminator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unfair match, stopping it immediately. She gently pressed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 light turned green.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boundary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swift;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swift;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swift; fast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corporation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employs thousands of workers worldwide. The teacher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more games into the lesson.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incorporation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new ideas made the project much stronger.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incorporation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creator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reactor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'-or'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