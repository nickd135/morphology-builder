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Suffix: '-or'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"one who does something"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-or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Suffix '-or' — one who does something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'-or' = one who does something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suffix '-or' means 'one who does something'.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suffix '-or'.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base words and other morphemes to build and decode '-or'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'-or'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'-or' = one who does something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The suffix '-or' means 'one who does something'.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In 'actor', the root is the part before the suffix '-or'.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'un-' in 'director' means 'not'.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'-or' = one who does something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An actor is a person who acts.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The suffix '-or' comes from Latin.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The suffix '-or' means 'without' or 'not'.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The suffix '-or' can only be added to words that already end in a vowel.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The suffix '-or' turns a verb into a noun meaning a person who does that action.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 '-or'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'-or' = one who does something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'or'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one who does something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-or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suffix: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actor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director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inventor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visitor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editor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senator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conductor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'-or'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'-or' = one who does something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Base Words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Suffix: '-or'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act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-or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direct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invent</a:t>
            </a:r>
            <a:endParaRPr lang="en-US" sz="1300" dirty="0"/>
          </a:p>
        </p:txBody>
      </p:sp>
      <p:sp>
        <p:nvSpPr>
          <p:cNvPr id="32" name="Shape 30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visit</a:t>
            </a:r>
            <a:endParaRPr lang="en-US" sz="1300" dirty="0"/>
          </a:p>
        </p:txBody>
      </p:sp>
      <p:sp>
        <p:nvSpPr>
          <p:cNvPr id="37" name="Shape 35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edit</a:t>
            </a:r>
            <a:endParaRPr lang="en-US" sz="1300" dirty="0"/>
          </a:p>
        </p:txBody>
      </p:sp>
      <p:sp>
        <p:nvSpPr>
          <p:cNvPr id="42" name="Shape 40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65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1508760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1508760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in-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2359152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2706624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2706624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act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3557016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3904488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3904488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-or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4800600" y="41788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3" name="Shape 51"/>
          <p:cNvSpPr/>
          <p:nvPr/>
        </p:nvSpPr>
        <p:spPr>
          <a:xfrm>
            <a:off x="5212080" y="41788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212080" y="41788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actor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'or'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'-or' = one who does something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actor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who leads an orchestra or collects tickets on a train or bus.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director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who comes to see a place or another person.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inventor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who is an elected member of a senate or government.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visitor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who performs in plays, films or shows.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editor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who checks and improves writing before it is published.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senator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who creates or designs something new for the first time.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conductor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who is in charge of making a film or running an organisation.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'-or'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'-or' = one who does something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'-or'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inventor worked in her laboratory for many years before finally creating a brilliant new device.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school visitor spoke to the class about protecting the environment and caring for native animals.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conductor raised his baton and the orchestra began to play a beautiful piece of music.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'-or' = one who does something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'-or' = one who does something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editor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gave the young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actor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some helpful advice before the performance.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editor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actor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'-or' = one who does something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editor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'-or' = one who does something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editor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edit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correct or prepare text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who does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'-or' = one who does something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editor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edit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correct or prepare text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who does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it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'-or' = one who does something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editor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edit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correct or prepare text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who does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it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4277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4277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72740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72740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'-or' = one who does something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actor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'-or' = one who does something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actor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perform or do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who does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'-or' = one who does something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actor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perform or do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who does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tor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'-or' = one who does something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actor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perform or do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who does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tor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670048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70048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4123944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123944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4123944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/k/</a:t>
            </a:r>
            <a:endParaRPr lang="en-US" sz="750" dirty="0"/>
          </a:p>
        </p:txBody>
      </p:sp>
      <p:sp>
        <p:nvSpPr>
          <p:cNvPr id="38" name="Shape 36"/>
          <p:cNvSpPr/>
          <p:nvPr/>
        </p:nvSpPr>
        <p:spPr>
          <a:xfrm>
            <a:off x="5577840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5577840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7031736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7031736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'-or' = one who does something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marks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'-or' = one who does something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director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asked 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inventor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and 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supervisor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to present their ideas to the whole team.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director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inventor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supervisor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'-or' = one who does something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director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'-or' = one who does something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director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apart, through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22199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 → di before some consonants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rect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guide or lead straight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who does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'-or' = one who does something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director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apart, through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22199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 → di before some consonants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rect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guide or lead straight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who does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rec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tor</a:t>
            </a:r>
            <a:endParaRPr lang="en-US" sz="1400" dirty="0"/>
          </a:p>
        </p:txBody>
      </p:sp>
      <p:sp>
        <p:nvSpPr>
          <p:cNvPr id="37" name="Shape 3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0" name="Text 38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'-or' = one who does something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director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apart, through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22199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 → di before some consonants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rect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guide or lead straight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who does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rec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tor</a:t>
            </a:r>
            <a:endParaRPr lang="en-US" sz="1400" dirty="0"/>
          </a:p>
        </p:txBody>
      </p:sp>
      <p:sp>
        <p:nvSpPr>
          <p:cNvPr id="37" name="Shape 3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212483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212483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303352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03352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394220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94220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48508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48508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575957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575957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50" name="Text 48"/>
          <p:cNvSpPr/>
          <p:nvPr/>
        </p:nvSpPr>
        <p:spPr>
          <a:xfrm>
            <a:off x="5759577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/k/</a:t>
            </a:r>
            <a:endParaRPr lang="en-US" sz="750" dirty="0"/>
          </a:p>
        </p:txBody>
      </p:sp>
      <p:sp>
        <p:nvSpPr>
          <p:cNvPr id="51" name="Shape 49"/>
          <p:cNvSpPr/>
          <p:nvPr/>
        </p:nvSpPr>
        <p:spPr>
          <a:xfrm>
            <a:off x="666826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666826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757694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757694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'-or' = one who does something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inventor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'-or' = one who does something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inventor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into, upon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vent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come, arrive at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who does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'-or' = one who does something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inventor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into, upon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vent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come, arrive at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who does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ven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tor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'-or' = one who does something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inventor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into, upon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vent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come, arrive at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who does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ven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tor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12483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12483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303352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03352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94220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94220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575957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575957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666826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666826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757694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757694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'-or' = one who does something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supervisor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'-or' = one who does something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supervisor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super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over, above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see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who does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'-or' = one who does something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supervisor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super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over, above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see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who does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sor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2" name="Text 4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'-or' = one who does something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supervisor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super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over, above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see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who does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sor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202387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202387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28315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28315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363931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363931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444703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44703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525475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525475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606247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606247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68701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68701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56" name="Text 54"/>
          <p:cNvSpPr/>
          <p:nvPr/>
        </p:nvSpPr>
        <p:spPr>
          <a:xfrm>
            <a:off x="6870192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/z/</a:t>
            </a:r>
            <a:endParaRPr lang="en-US" sz="750" dirty="0"/>
          </a:p>
        </p:txBody>
      </p:sp>
      <p:sp>
        <p:nvSpPr>
          <p:cNvPr id="57" name="Shape 55"/>
          <p:cNvSpPr/>
          <p:nvPr/>
        </p:nvSpPr>
        <p:spPr>
          <a:xfrm>
            <a:off x="767791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767791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'-or' = one who does something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Base Words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Suffix: '-or'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'-or' = one who does something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Base Words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Suffix: '-or'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act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-or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direct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invent</a:t>
            </a:r>
            <a:endParaRPr lang="en-US" sz="1300" dirty="0"/>
          </a:p>
        </p:txBody>
      </p:sp>
      <p:sp>
        <p:nvSpPr>
          <p:cNvPr id="32" name="Shape 30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visit</a:t>
            </a:r>
            <a:endParaRPr lang="en-US" sz="1300" dirty="0"/>
          </a:p>
        </p:txBody>
      </p:sp>
      <p:sp>
        <p:nvSpPr>
          <p:cNvPr id="37" name="Shape 35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edit</a:t>
            </a:r>
            <a:endParaRPr lang="en-US" sz="1300" dirty="0"/>
          </a:p>
        </p:txBody>
      </p:sp>
      <p:sp>
        <p:nvSpPr>
          <p:cNvPr id="42" name="Shape 40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actor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director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inventor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visitor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editor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senator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conductor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6894576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894576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supervisor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Suffix '-or' — 3-Day Teaching Deck</dc:title>
  <dc:subject>PptxGenJS Presentation</dc:subject>
  <dc:creator>Word Labs</dc:creator>
  <cp:lastModifiedBy>Word Labs</cp:lastModifiedBy>
  <cp:revision>1</cp:revision>
  <dcterms:created xsi:type="dcterms:W3CDTF">2026-04-10T01:07:26Z</dcterms:created>
  <dcterms:modified xsi:type="dcterms:W3CDTF">2026-04-10T01:07:26Z</dcterms:modified>
</cp:coreProperties>
</file>