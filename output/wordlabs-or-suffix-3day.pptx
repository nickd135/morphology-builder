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'actor' really means 'a person who performs a role in a play, film, or television show'.
'collector' really means 'a person who gathers and keeps items as a hobby'.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inventor showed her new machine to the safety inspector before the science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sailing instructor said 'calm' was the best descriptor for the bay. I was the navigator, reading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'-or'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 or thing that"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'-or' — person or thing that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'-or' means 'person or thing that'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'-or'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'-or'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'-or'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'-or' means 'person or thing that'. In 'actor', it is added to 'act'.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'actor', the base is 'act' (do).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'inspector', 'in-' means 'in; into'.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'-or' means 'person or thing that'.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'creator' means 'a person who makes or invents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'actor' means 'a person who visits a place or person'.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'protector' means 'a person or thing that keeps someone or something safe'.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'collector' means 'a person who performs a role in a play, film, or television show'.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'-or' means 'person or thing that'.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'creator' means 'a person who makes or invents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'actor' means 'a person who visits a place or person'.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'protector' means 'a person or thing that keeps someone or something safe'.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'collector' means 'a person who performs a role in a play, film, or television show'.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'-or'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or thing that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'-or'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officially runs a state, region or organisation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performs a role in a play, film, or television show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part or thing that joins two things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makes or invents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or thing that keeps someone or something safe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person who gathers and keeps items as a hobby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person who visits a place or person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performs a role in a play, film, or television show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makes or invents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visits a place or person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officially runs a state, region or organisation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 gathers and keeps items as a hobby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part or thing that joins two things together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person or thing that keeps someone or something safe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'-or'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'-or'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 forgot his lines halfway through the play.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of the app worked on it for three years.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visitor signed the guest book before touring the museum.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inventor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her new machine to the safety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the science fair.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something new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sailing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said 'calm' was the best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bay. I was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reading the map.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writing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way; steer a route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way; steer a route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way; steer a route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'-or'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'-or' = person or thing that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'-or'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