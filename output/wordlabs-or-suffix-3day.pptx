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who does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'-or' — one who does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'-or' means 'one who does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'-or' means 'one who does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'actor', the root is the part before the suffix '-or'.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'visitor'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'-or' usually means 'one who does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'-or' comes from Old English.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'actor' contains the suffix '-or'.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'-or' to a base word creates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'-or' means 'full of'.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who does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80060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21208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208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of a group of people who help make laws for a country.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makes or produces something original.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a film, play, or organisation.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in plays, films, or television shows.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checks and improves writing before it is published.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or designs something new for the first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comes to see a place or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instructor showed the class how to use the new equipment safely.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invited a special visitor to talk about life as an inventor.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director called 'action' and the actor began his scene.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review the script before filming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revise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revise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revise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examine her remarkable new creation.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or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or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or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elders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elders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elders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'-or' — 3-Day Teaching Deck</dc:title>
  <dc:subject>PptxGenJS Presentation</dc:subject>
  <dc:creator>Word Labs</dc:creator>
  <cp:lastModifiedBy>Word Labs</cp:lastModifiedBy>
  <cp:revision>1</cp:revision>
  <dcterms:created xsi:type="dcterms:W3CDTF">2026-03-26T07:42:00Z</dcterms:created>
  <dcterms:modified xsi:type="dcterms:W3CDTF">2026-03-26T07:42:00Z</dcterms:modified>
</cp:coreProperties>
</file>