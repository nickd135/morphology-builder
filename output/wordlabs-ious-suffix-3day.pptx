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qualities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'-ious' — having qualities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'-ious' means 'having qualities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'-ious' means 'having qualities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'curious', the root is the part before the suffix '-ious'.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'serious'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'curious' means 'wanting to know or learn about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'curious' means 'feeling very tired and sleepy'.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'ious' means 'having qualities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'serious' means 'light and full of jokes'.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'serious' means 'important and needing careful thought; not joking'.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qualities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98094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98094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15137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56285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6285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and needing careful thought; not joking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to know or learn about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kind and pleasant, especially towards other people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angry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curious puppy sniffed every corner of the new house.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had a serious talk with the class about being kind.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was furious when he saw the muddy footprints on the clean floor.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day we had visited the museum in the city. The shop sold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various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flavours of ice cream, from mango to bubblegum.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before; earlier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having; 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before; earlier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having; 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before; earlier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having; 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(from varius)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(from varius)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(from varius)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obvious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her big smile that she had won the prize. The warm apple pie was absolutely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scoop of ice cream.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mysterious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light glowed at the end of the dark tunnel.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view; easy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view; easy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view; easy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delightful; tasty (from deliciae)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delightful; tasty (from deliciae)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delightful; tasty (from deliciae)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secret; hidden (from mysterion)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secret; hidden (from mysterion)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secret; hidden (from mysterion)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'-ious' — 3-Day Teaching Deck</dc:title>
  <dc:subject>PptxGenJS Presentation</dc:subject>
  <dc:creator>Word Labs</dc:creator>
  <cp:lastModifiedBy>Word Labs</cp:lastModifiedBy>
  <cp:revision>1</cp:revision>
  <dcterms:created xsi:type="dcterms:W3CDTF">2026-07-07T10:53:36Z</dcterms:created>
  <dcterms:modified xsi:type="dcterms:W3CDTF">2026-07-07T10:53:36Z</dcterms:modified>
</cp:coreProperties>
</file>