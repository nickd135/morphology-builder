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'serious' really means 'important and needing careful thought; not joking'.
'furious' really means 'very, very angry'.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It was obvious the dog had been in the garden, because various plants were dug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mysterious smell drifted from the kitchen. Gran's laugh was infectious as she served her delicious apple 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'-ious'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"having qualities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'-ious' — having qualities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'-ious' means 'having qualities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'-ious'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'-ious'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'-ious'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'-ious' means 'having qualities of'. In 'curious', it is added to 'cur'.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'gracious', the base is 'grace' (kindness; good manners).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'infectious', 'in-' means 'in; into'.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'-ious' means 'having qualities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'gracious' means 'polite, kind and pleasant, especially towards other people'.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'serious' means 'wanting to know or learn about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'curious' means 'wanting to know or learn about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'furious' means 'important and needing careful thought; not joking'.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'-ious' means 'having qualities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'gracious' means 'polite, kind and pleasant, especially towards other people'.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'serious' means 'wanting to know or learn about something'.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'curious' means 'wanting to know or learn about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'furious' means 'important and needing careful thought; not joking'.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'-ious'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qualities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gracious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serious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furious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previous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'-ious'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-ious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79806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9806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-ious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8620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297680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gracious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-ious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gracious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wanting to know or learn about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coming before this one; earlier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serious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polite, kind and pleasant, especially towards other people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furious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important and needing careful thought; not joking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previous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very, very angry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gracious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polite, kind and pleasant, especially towards other people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curious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wanting to know or learn about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serious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important and needing careful thought; not joking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furious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very, very angry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previous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coming before this one; earlier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'-ious'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'-ious'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gracious host welcomed everyone warmly at the door.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curious puppy sniffed every corner of the new house.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had a serious talk with the class about being kind.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obvious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dog had been in the garden, because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various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plants were dug up.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various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obvious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(from varius)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(from varius)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(from varius)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view; easy to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view; easy to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view; easy to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mysterious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smell drifted from the kitchen. Gran's laugh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infectious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she served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delicious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apple pie.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delicious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mysterious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delightful; tasty (from deliciae)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delightful; tasty (from deliciae)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delightful; tasty (from deliciae)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cious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make; 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secret; hidden (from mysterion)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secret; hidden (from mysterion)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mysterious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secret; hidden (from mysterion)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'-ious'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'-ious' = having qualities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-ious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obvious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delicious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infectious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mysterious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'-ious'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