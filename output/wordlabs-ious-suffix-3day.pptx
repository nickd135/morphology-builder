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'-ious'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"full of, having quality"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-iosus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'-ious' — full of, having quality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'-ious' means 'full of, having quality'.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'-ious'.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'-ious'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'-ious'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'-ious' means 'full of, having quality'.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'curious', the root is the part before the suffix '-ious'.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'serious'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'-ious' turns a base word into an adjective (describing word).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'-ious' means 'without' or 'not having'.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'curious' contains the suffix '-ious'.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Words ending in '-ious' describe a person, place, or thing as having a quality.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'-ious' can only be added to words from Old English.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'-ious'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of, having quality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-iosus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curious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serious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victorious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studious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ambitious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obvious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furious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'-ious'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'-ious'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-ious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glob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vict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ambit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68503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03250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03250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-ious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curious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curious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angry.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serious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Eager to learn or find out about something.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victorious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a lot of time studying and learning.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studious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strong wish to succeed or achieve something big.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ambitious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to see or understand; very clear.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obvious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won a game, battle, or competition.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furious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or not silly; meaning what you say.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'-ious'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'-ious'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curious puppy sniffed every corner of the garden.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felt victorious after winning the swimming race at school.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gave the class a serious look before the test began.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studious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girl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curious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every topic in her science book.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studious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curious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study or be eager to learn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'-ious' spelling simplified to '-ous' after 'i' already present in base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study or be eager to learn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'-ious' spelling simplified to '-ous' after 'i' already present in base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study or be eager to learn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'-ious' spelling simplified to '-ous' after 'i' already present in base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care, concern, eagerness to know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'-ious' spelling simplified to '-ous' after 'i' already present in base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care, concern, eagerness to know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'-ious' spelling simplified to '-ous' after 'i' already present in base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care, concern, eagerness to know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'-ious' spelling simplified to '-ous' after 'i' already present in base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victorious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ambitious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team felt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furious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their trophy was lost.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victorious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ambitious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furious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victorious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victorious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conquer or win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victorious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conquer or win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victorious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conquer or win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ambitious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ambitious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ambit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around, a strong desire or goal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't' + 'ious' = /sh/ sound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ambitious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ambit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around, a strong desire or goal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't' + 'ious' = /sh/ sound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tious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ambitious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ambit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around, a strong desire or goal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't' + 'ious' = /sh/ sound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tious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rage, fierce anger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'-ious' simplified to '-ous' after 'i' in base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rage, fierce anger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'-ious' simplified to '-ous' after 'i' in base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rage, fierce anger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'-ious' simplified to '-ous' after 'i' in base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'-ious'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'-ious'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-ious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glob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vict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ambit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curious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serious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victorious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studious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ambitious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obvious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furious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famous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'-ious' — 3-Day Teaching Deck</dc:title>
  <dc:subject>PptxGenJS Presentation</dc:subject>
  <dc:creator>Word Labs</dc:creator>
  <cp:lastModifiedBy>Word Labs</cp:lastModifiedBy>
  <cp:revision>1</cp:revision>
  <dcterms:created xsi:type="dcterms:W3CDTF">2026-04-03T03:22:31Z</dcterms:created>
  <dcterms:modified xsi:type="dcterms:W3CDTF">2026-04-03T03:22:31Z</dcterms:modified>
</cp:coreProperties>
</file>