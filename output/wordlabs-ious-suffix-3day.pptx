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'-ious'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"full of, having quality"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-iosus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'-ious' — full of, having quality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'-ious' means 'full of, having quality'.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'-ious'.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'-ious'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'-ious'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'-ious' means 'full of, having quality'.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'curious', the root is the part before the suffix '-ious'.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'furious'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'-ious'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'curious' contains the suffix '-ious'.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'-ious' turns a base word into an adjective.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'-ious' means 'without' or 'lacking'.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Words ending in '-ious' always describe actions, not qualities.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'-ious'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of, having quality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-iosus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furious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mysterious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ambitious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'-ious'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'-ious'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glory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strong wish to succeed or achieve great things.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furious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Wanting to find out and learn about things.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serious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Wonderful and full of beauty or great achievement.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Strange and difficult to explain or understand.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mysterious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see or understand; very clear.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and needing careful thought; not joking.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ambitious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angry.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'-ious'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'-ious'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curious cat crept slowly towards the mysterious box in the corner of the room.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furious when she found out her brother had eaten the last piece of cake.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glorious sunrise painted the sky in shades of orange, pink, and gold.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ambitious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serious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winning the science competition.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around, strive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around, strive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around, strive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grave,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of -ious after vowel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grave,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of -ious after vowel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grave, important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of -ious after vowel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curious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explorer made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glorious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discovery 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mysterious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jungle cave.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mysterious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care, concern, interest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of -ious after vowel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care, concern, interest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of -ious after vowel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care, concern, interest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of -ious after vowel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glory, great fame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of -ious after vowel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glory, great fame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of -ious after vowel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glory, great fame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of -ious after vowel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mystery, secret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of -ious after vowel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mystery, secret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of -ious after vowel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mystery, secret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of -ious after vowel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'-ious'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'-ious'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glory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furious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serious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glorious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mysterious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ambitious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'-ious' — 3-Day Teaching Deck</dc:title>
  <dc:subject>PptxGenJS Presentation</dc:subject>
  <dc:creator>Word Labs</dc:creator>
  <cp:lastModifiedBy>Word Labs</cp:lastModifiedBy>
  <cp:revision>1</cp:revision>
  <dcterms:created xsi:type="dcterms:W3CDTF">2026-04-10T01:14:17Z</dcterms:created>
  <dcterms:modified xsi:type="dcterms:W3CDTF">2026-04-10T01:14:17Z</dcterms:modified>
</cp:coreProperties>
</file>