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'remove'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"take away, move back"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removere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'remove' — take away, move back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'remove' means 'take away, move back'.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'remove'.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'remove'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'remove'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'remove' means 'take away, move back'.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'remove'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'remove'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'remove' comes from the Latin word 'removere'.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'removable' means something that cannot be taken away.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suffix '-al' to 'remove' makes the word 'removal'.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'remover' is a person or product that takes something away.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'ir-' in 'irremovable' means 'again'.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'remove'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 away, move back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removere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irremovable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'remove'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taking something away right now.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already been taken away.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be taken away or lifted off.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cannot be taken away or moved at all.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something away from where it is.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product that takes something away, like a stain remover.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irremovable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taking something away.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'remove'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'remove'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students to help with the removal of the old displays from the classroom wall.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used a special remover to clean the paint stains from her school shirt.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council decided that the fallen tree was irremovable without special equipment.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removal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old fence was tricky,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remover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finished the job before lunch.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the act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the act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the act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who, something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who, something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who, something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removal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old shed,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remover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found that one wall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irremovable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they called for help.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irremovable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the act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the act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the act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who, something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who, something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who, something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50" name="Text 4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'remove' = take away, move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'remove'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removable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irremovable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unremoved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'remove' — 3-Day Teaching Deck</dc:title>
  <dc:subject>PptxGenJS Presentation</dc:subject>
  <dc:creator>Word Labs</dc:creator>
  <cp:lastModifiedBy>Word Labs</cp:lastModifiedBy>
  <cp:revision>1</cp:revision>
  <dcterms:created xsi:type="dcterms:W3CDTF">2026-03-25T03:22:47Z</dcterms:created>
  <dcterms:modified xsi:type="dcterms:W3CDTF">2026-03-25T03:22:47Z</dcterms:modified>
</cp:coreProperties>
</file>