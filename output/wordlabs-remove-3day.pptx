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'remove'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"take away, move back"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Latin: removere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'remove' — take away, move back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'remove'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'remove' = take away, move back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'remove' means 'take away, move back'.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'remove'.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'remove'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'remove'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'remove'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'remove' = take away, move back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'remove' means 'take away, move back'.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'remove'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'remove'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'remove'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'remove' = take away, move back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'ir' in 'irremovable' means 'not'.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'Removable' means something that cannot be taken away.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The root 'remove' comes from Greek.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 'remover' is something or someone that takes things away.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word 'removal' contains the root 'remove'.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'remove'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'remove'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'remove' = take away, move back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'remove'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take away, move back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Latin: removere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removal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removable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remover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irremovable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'remove'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'remove'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'remove' = take away, move back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'remove'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291840" y="31272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de-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291840" y="35844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65760" y="41788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508760" y="4178808"/>
            <a:ext cx="82296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508760" y="41788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2359152" y="41788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2706624" y="4178808"/>
            <a:ext cx="1536192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2706624" y="4178808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'remove'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270248" y="41788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4617720" y="4178808"/>
            <a:ext cx="82296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617720" y="41788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513832" y="41788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5925312" y="41788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25312" y="41788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'remove'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'remove'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'remove' = take away, move back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 be taken off or taken away.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1907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190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1907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1907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 of taking something away.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49424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494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49424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49424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process of taking something away.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79776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797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removal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79776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7977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able to be taken away or moved.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310128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3101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removable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310128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310128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take something away from where it is.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84048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remover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84048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84048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or product that takes something away.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37083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3708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irremovable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37083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37083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Taken away or moved from a place.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'remove'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'remove'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'remove' = take away, move back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'remove'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school caretaker organised the removal of the broken bench from the playground.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make sure all removable stickers are taken off your books before you hand them in.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dentist explained that removing a tooth is sometimes the best way to stop the pain.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'remove'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'remove' = take away, move back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'remove'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'remove' = take away, move back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careful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removal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old paint made the wall look brand new, and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remover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worked quickly.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737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'remove'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'remove' = take away, move back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'remove'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'remove' = take away, move back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back, 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to, the act of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519672" y="27523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'e' dropped before vowel suffix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'remove'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'remove' = take away, move back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back, 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to, the act of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519672" y="27523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'e' dropped before vowel suffix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'remove'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'remove' = take away, move back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back, 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to, the act of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519672" y="27523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'e' dropped before vowel suffix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12483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12483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03352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3352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94220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94220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75957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5957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66826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6826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57694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7694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'remove'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'remove' = take away, move back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'remove'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'remove' = take away, move back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back, 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who, something that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'remove'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'remove' = take away, move back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back, 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who, something that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'remove'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'remove' = take away, move back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back, 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who, something that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54649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54649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93146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93146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331643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31643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370141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70141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408638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8638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447135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47135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'remove'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'remove' = take away, move back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'remove'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'remove' = take away, move back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was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removing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removable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labels, but one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irremovable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sticker stayed stuck to the lid.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removable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irremovable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'remove'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'remove' = take away, move back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'remove'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'remove' = take away, move back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back, 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action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519672" y="27523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'e' dropped before vowel suffix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'remove'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'remove' = take away, move back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back, 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action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519672" y="27523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'e' dropped before vowel suffix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'remove'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'remove' = take away, move back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back, 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action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519672" y="27523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'e' dropped before vowel suffix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12483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12483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03352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3352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94220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94220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75957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5957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66826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6826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57694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7694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'remove'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'remove' = take away, move back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'remove'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'remove' = take away, move back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back, 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 be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519672" y="27523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'e' dropped before vowel suffix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'remove'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'remove' = take away, move back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back, 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 be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519672" y="27523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'e' dropped before vowel suffix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3" name="Text 4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'remove'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'remove' = take away, move back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back, 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 be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519672" y="27523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'e' dropped before vowel suffix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9513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9513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677363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677363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403397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03397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1294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294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855464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55464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5814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5814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307531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07531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033565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033565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7595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7595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'remove'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'remove' = take away, move back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irremovable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'remove'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'remove' = take away, move back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irremovable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989734" y="2752344"/>
            <a:ext cx="1581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→ ir before 'r'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back, again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move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 be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998818" y="2752344"/>
            <a:ext cx="1581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'e' dropped before vowel suffix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'remove'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'remove' = take away, move back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irremovable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989734" y="2752344"/>
            <a:ext cx="1581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→ ir before 'r'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back, again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move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 be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998818" y="2752344"/>
            <a:ext cx="1581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'e' dropped before vowel suffix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50" name="Text 48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'remove'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'remove' = take away, move back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irremovable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989734" y="2752344"/>
            <a:ext cx="1581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→ ir before 'r'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back, again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move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 be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998818" y="2752344"/>
            <a:ext cx="1581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'e' dropped before vowel suffix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51828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951828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60520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60520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5858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5858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91196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91196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56535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6535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21873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21873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87211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87211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52549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52549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17887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17887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832252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832252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'remove'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'remove' = take away, move back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'remove'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'remove'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'remove' = take away, move back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'remove'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971800" y="2825496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de-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971800" y="3246120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542032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42032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removed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718304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18304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removing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894576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94576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removal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65760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removable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542032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42032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remover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718304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18304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irremovable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894576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94576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unremoved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'remove' — 3-Day Teaching Deck</dc:title>
  <dc:subject>PptxGenJS Presentation</dc:subject>
  <dc:creator>Word Labs</dc:creator>
  <cp:lastModifiedBy>Word Labs</cp:lastModifiedBy>
  <cp:revision>1</cp:revision>
  <dcterms:created xsi:type="dcterms:W3CDTF">2026-07-03T09:03:18Z</dcterms:created>
  <dcterms:modified xsi:type="dcterms:W3CDTF">2026-07-03T09:03:18Z</dcterms:modified>
</cp:coreProperties>
</file>