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 away, move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removere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'remove' — take away, move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'remove' means 'take away, move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'remove' means 'take away, move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'remover' is something or someone that takes things away.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'remove'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'removal' contains the root 'remove'.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'ir' in 'irremovable'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'Removable' means something that cannot be taken away.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 away, move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removere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taken off or taken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taking something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taking something away.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to be taken away or moved.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away from where it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product that takes something away.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away or moved from a place.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caretaker organised the removal of the broken bench from the playground.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make sure all removable stickers are taken off your books before you hand them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dentist explained that removing a tooth is sometimes the best way to stop the pain.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paint made the wall look brand new,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labels, but 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sticker stayed stuck to the lid.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unremoved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'remove' — 3-Day Teaching Deck</dc:title>
  <dc:subject>PptxGenJS Presentation</dc:subject>
  <dc:creator>Word Labs</dc:creator>
  <cp:lastModifiedBy>Word Labs</cp:lastModifiedBy>
  <cp:revision>1</cp:revision>
  <dcterms:created xsi:type="dcterms:W3CDTF">2026-04-09T22:10:46Z</dcterms:created>
  <dcterms:modified xsi:type="dcterms:W3CDTF">2026-04-09T22:10:46Z</dcterms:modified>
</cp:coreProperties>
</file>