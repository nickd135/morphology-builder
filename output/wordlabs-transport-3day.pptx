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'transport'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across or over"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'transport' — carry across or over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'transport' means 'carry across or over'.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'transport'.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'transport'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'transport' means 'carry across or over'.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'transport'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'transport'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'transport' comes from Latin and means to carry across.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'transported' has the suffix '-er' added to 'transport'.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transporter is someone or something that carries goods from one place to another.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'transportable' means something can be moved from place to place.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'retransport' means 'not' or 'against'.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'transport'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across or over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of moving people or goods from one place to another, like buses, trains, or trucks.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has been moved from one place to another.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move something back to where it came from, or to transport it again.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people or goods from one place to another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moved or carried from one place to another.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moved or carried again, back to its original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vehicle that carries people or goods from one place to another.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city's transportation system includes buses, trains, and ferries that help thousands of people get to school and work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transporter truck carried the new playground equipment all the way from the factory to our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ancient Egyptians transported enormous stone blocks along the Nile River to build the pyramids.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fresh food requires careful planning, and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follow strict safety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animals is complicated; however, a 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uses safe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to keep them calm.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over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intertransport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'transport' — 3-Day Teaching Deck</dc:title>
  <dc:subject>PptxGenJS Presentation</dc:subject>
  <dc:creator>Word Labs</dc:creator>
  <cp:lastModifiedBy>Word Labs</cp:lastModifiedBy>
  <cp:revision>1</cp:revision>
  <dcterms:created xsi:type="dcterms:W3CDTF">2026-03-25T03:27:16Z</dcterms:created>
  <dcterms:modified xsi:type="dcterms:W3CDTF">2026-03-25T03:27:16Z</dcterms:modified>
</cp:coreProperties>
</file>