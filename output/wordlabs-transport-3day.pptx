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'transport' has very few longer words built from it, so this deck practises adding the suffixes -er, -ed, -ing and -s to the base (Years 3–4). Only 5 words with 'transport'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Every morning, a big blue bus transports our class to the swimming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'transport'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"carry from place to place"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'transport' has very few longer words built from it, so this deck practises adding the suffixes -er, -ed, -ing and -s to the base (Years 3–4). Only 5 words with 'transport'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'transport' — carry from place to place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-er, -ed, -ing and -s to the base 'transport'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'transport'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'transport'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'transport' means 'carry from place to place'. You can find it in 'transporter'.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'transporter', '-er' means 'person or thing that'.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'transporting',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'transporter', the suffix '-er' tells us more, or a person or thing that does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'transported',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'transporting',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'transports',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'transporter', the suffix '-er' tells us more, or a person or thing that does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'transported',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'transporting',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'transports',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'transport'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carry from place to place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'transport'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3374136"/>
            <a:ext cx="15544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33741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540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4670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4670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6052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572000" y="3374136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3741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carrying people or goods from one place to another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carry people or goods from one place to another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vehicle or person that carries goods or people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carried from one place to another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carry people or goods from one place to another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vehicle or person that carries goods or people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carried from one place to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carrying people or goods from one place to another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'transport'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'transport'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 will transport passengers to the city centre.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transporter carried six vehicles to the dealership.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goods were transported by ship across the ocean.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a big blue bus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transports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class to the swimming pool.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from place to place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from place to place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from place to place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'transport'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'transport' = carry from place to place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'transport'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