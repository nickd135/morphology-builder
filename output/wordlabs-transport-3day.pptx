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'transport'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across or beyond"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'transport' — carry across or beyond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'transport' means 'carry across or beyond'.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'transport'.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'transport'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'transport'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'transport' means 'carry across or beyond'.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'transport'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'transport'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'transport' comes from Latin and means to carry across.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'transport' can only be used as a noun, never a verb.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'-ation' to 'transport' makes the word 'transportation'.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'transporter' is a person or vehicle that carries things from place to place.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'retransport' means to do something for the very first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'transport'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across or beyond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transportare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'transport'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527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642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642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people or things from one place to another.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or someone has already been moved from one place to another.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moved or carried from one place to another.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moving people or things from one place to another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or person that carries goods or people from one place to another.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carry something again to another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or method used to move people or goods from place to place.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'transport'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'transport'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built a new transportation system to help people travel to school and work more easily.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trucks are used for transporting fresh fruit and vegetables from farms to supermarkets across the country.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transporter carried the new cars safely from the factory to the dealership in town.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supplies was carefully planned,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arrived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costly,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goods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retransported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safely to the new warehouse.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085816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755242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5242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8019027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019027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beyond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across or beyond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retransportation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'transport' — 3-Day Teaching Deck</dc:title>
  <dc:subject>PptxGenJS Presentation</dc:subject>
  <dc:creator>Word Labs</dc:creator>
  <cp:lastModifiedBy>Word Labs</cp:lastModifiedBy>
  <cp:revision>1</cp:revision>
  <dcterms:created xsi:type="dcterms:W3CDTF">2026-04-09T22:15:26Z</dcterms:created>
  <dcterms:modified xsi:type="dcterms:W3CDTF">2026-04-09T22:15:26Z</dcterms:modified>
</cp:coreProperties>
</file>