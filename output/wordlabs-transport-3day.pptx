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'transport'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"carry from place to place"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Core English root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'transport' — carry from place to place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'transport'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'transport' = carry from place to place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'transport' means 'carry from place to place'.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'transport'.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'transport'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'transport'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'transport'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'transport' = carry from place to place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'transport' means 'carry from place to place'.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'transport'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'transport'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'transport'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'transport' = carry from place to place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'transport' means 'to change something into a completely new form'.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'transport' means 'carry from place to place'.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'transport' means 'to carry people or goods from one place to another'.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'transport'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'transport'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'transport' = carry from place to place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'transport'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carry from place to place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Core English root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transport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'transport'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'transport'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'transport' = carry from place to place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'transport'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transport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-ate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1508760" y="4178808"/>
            <a:ext cx="1975104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0" name="Text 38"/>
          <p:cNvSpPr/>
          <p:nvPr/>
        </p:nvSpPr>
        <p:spPr>
          <a:xfrm>
            <a:off x="1508760" y="4178808"/>
            <a:ext cx="19751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'transport'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3511296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858768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3" name="Text 41"/>
          <p:cNvSpPr/>
          <p:nvPr/>
        </p:nvSpPr>
        <p:spPr>
          <a:xfrm>
            <a:off x="3858768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-ate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4882896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45" name="Shape 43"/>
          <p:cNvSpPr/>
          <p:nvPr/>
        </p:nvSpPr>
        <p:spPr>
          <a:xfrm>
            <a:off x="5294376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294376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transport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'transport'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'transport'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'transport' = carry from place to place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transport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carry people or goods from one place to another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'transport'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'transport'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'transport' = carry from place to place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'transport'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train will transport passengers to the city centre.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ferry transports passengers across the harbour every hour.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goods were transported by ship across the ocean.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'transport'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'transport' = carry from place to place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'transport'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'transport' = carry from place to place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ferry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transports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passengers across the harbour every hour. The goods were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transported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by ship across the ocean.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transports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transported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'transport'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'transport' = carry from place to place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transports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'transport'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'transport' = carry from place to place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transports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transport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 from place to place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'transport'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'transport' = carry from place to place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transports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transport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 from place to place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ports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'transport'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'transport' = carry from place to place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transports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transport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 from place to place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ports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'transport'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'transport' = carry from place to place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transported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'transport'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'transport' = carry from place to place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transported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transport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 from place to place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'transport'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'transport' = carry from place to place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transported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transport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 from place to place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'transport'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'transport' = carry from place to place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transported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transport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 from place to place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951828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951828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60520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520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25858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25858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391196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91196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456535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56535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521873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21873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587211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87211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652549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52549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717887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17887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7832252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7832252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'transport'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'transport' = carry from place to place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'transport'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'transport' = carry from place to place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car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transporter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carried six vehicles to the dealership. The lorry is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transporting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furniture across the country. Buses are the main form of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transportation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 this town.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transporter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transporting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transportation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'transport'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'transport' = carry from place to place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transporter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'transport'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'transport' = carry from place to place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transporter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transport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 from place to place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who; more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'transport'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'transport' = carry from place to place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transporter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transport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 from place to place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who; more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'transport'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'transport' = carry from place to place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transporter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transport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 from place to place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who; more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'transport'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'transport' = carry from place to place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transporting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'transport'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'transport' = carry from place to place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transporting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transport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 from place to place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'transport'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'transport' = carry from place to place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transporting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transport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 from place to place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'transport'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'transport' = carry from place to place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transporting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transport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 from place to place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951828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951828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60520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520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25858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25858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391196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91196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456535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56535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521873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21873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587211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87211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652549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52549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717887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17887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7832252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7832252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'transport'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'transport' = carry from place to place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transportation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'transport'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'transport' = carry from place to place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transportation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transport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 from place to place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make; to become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'transport'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'transport' = carry from place to place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transportation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transport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 from place to place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make; to become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'transport'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'transport' = carry from place to place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transportation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transport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 from place to place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make; to become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2596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2596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497015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497015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041435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041435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3585855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585855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13027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13027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467469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467469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521911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21911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576353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576353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6307953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307953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6852373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6852373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7396793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7396793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7941212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7941212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'transport'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'transport' = carry from place to place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'transport'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'transport'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'transport' = carry from place to place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'transport'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transport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-ate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transport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'transport' — 3-Day Teaching Deck</dc:title>
  <dc:subject>PptxGenJS Presentation</dc:subject>
  <dc:creator>Word Labs</dc:creator>
  <cp:lastModifiedBy>Word Labs</cp:lastModifiedBy>
  <cp:revision>1</cp:revision>
  <dcterms:created xsi:type="dcterms:W3CDTF">2026-07-07T10:24:23Z</dcterms:created>
  <dcterms:modified xsi:type="dcterms:W3CDTF">2026-07-07T10:24:23Z</dcterms:modified>
</cp:coreProperties>
</file>