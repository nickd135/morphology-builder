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'rational'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"based on reason or logic"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rationalis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'rational' — based on reason or logic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'rational' means 'based on reason or logic'.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'rational'.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'rational'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'rational'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'rational' means 'based on reason or logic'.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'rational'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'rational'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'rational' comes from Latin and relates to reason or logic.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the suffix '-ity' to 'rational' creates a noun meaning the quality of being rational.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'irrational' means behaving in a very sensible and logical way.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rationalist is someone who values reason and logic when seeking knowledge.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'ir-' in 'irrational' means 'more than' or 'above'.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'rational'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based on reason or logic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rationalis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rationalise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rationality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rationalism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rationalist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'rational'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supra-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-ism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82880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628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9103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9103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344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459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459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based on clear thinking and good reasons.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able to think clearly and make sensible decisions.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rationalise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explain or justify something using reasons, even if they are not the real ones.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rationality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believes that reason and logic are the most important guides to truth.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decisions based on clear thinking and good reasons.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rationalism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belief that knowledge comes mostly from reason and logic rather than feelings or religion.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rationalist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based on clear thinking; making no logical sense.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'rational'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'rational'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tried to be rational when looking at the evidence, even though the results were surprising.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hard to think rationally when you are feeling very upset or scared.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the students to rationalise their answer by explaining the steps they used to solve the problem.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tried to think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rationally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irrational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fear of spiders made it very difficult.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rationalist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argued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irrationality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logic, was driving the debate about the new school rules.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irrationality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rationality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believes 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believes 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believes 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25858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3734077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25858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supra-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-ism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rationalise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rationality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rationalism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rationalist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irrationality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'rational' — 3-Day Teaching Deck</dc:title>
  <dc:subject>PptxGenJS Presentation</dc:subject>
  <dc:creator>Word Labs</dc:creator>
  <cp:lastModifiedBy>Word Labs</cp:lastModifiedBy>
  <cp:revision>1</cp:revision>
  <dcterms:created xsi:type="dcterms:W3CDTF">2026-04-09T22:18:50Z</dcterms:created>
  <dcterms:modified xsi:type="dcterms:W3CDTF">2026-04-09T22:18:50Z</dcterms:modified>
</cp:coreProperties>
</file>