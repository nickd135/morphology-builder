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'rational'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"based on reason or logic"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rationalis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'rational' — based on reason or logic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'rational' means 'based on reason or logic'.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'rational'.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'rational'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'rational'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'rational' means 'based on reason or logic'.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'rational'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'rational'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'rational' comes from Latin and relates to reason or thinking.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'irrational' means the same thing as 'rational'.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prefix 'ir' to 'rational' creates a word meaning not based on reason.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rationalist is someone who values clear thinking and logic when making decisions.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'-ly' in 'rationally' turns the word into a noun.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'rational'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based on reason or logic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rationalis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irrational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rationalise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rationality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irrationality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rationalism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'rational'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-ism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82880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628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91032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91032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344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459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459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based on clear thinking and good reasons.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irrational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thinking clearly and making sensible decisions based on facts and logic.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rationalise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up with reasons to explain why you did something, or to make a system more efficient.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rationality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belief that reason and logic are the best ways to find truth and make decisions.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decisions based on clear thinking and good reasons, not just feelings.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irrationality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not thinking clearly or making decisions that don't make logical sense.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rationalism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based on clear thinking or good reasons; something that doesn't make logical sense.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'rational'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'rational'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gave a rational explanation for why the experiment produced such surprising results.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important to think rationally when solving a tricky maths problem, rather than just guessing.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the students to rationalise their choices and explain the reasons behind their decisions.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tried to think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rationally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irrational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fear of spiders made it very difficult.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irrational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reason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reason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reason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reason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reason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reason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4470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rationalist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argued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irrationality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clouds good judgement, so we must always think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rationally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solve problems.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irrationality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reason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believes 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reason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believes 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reason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believes 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258589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irrationality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irrationality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reason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irrationality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reason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irrationality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reason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3734077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reason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reason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reason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'rational' = based on reason or logic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'rational'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-ism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irrational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rationalise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rationality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irrationality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rationalism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rationalist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'rational' — 3-Day Teaching Deck</dc:title>
  <dc:subject>PptxGenJS Presentation</dc:subject>
  <dc:creator>Word Labs</dc:creator>
  <cp:lastModifiedBy>Word Labs</cp:lastModifiedBy>
  <cp:revision>1</cp:revision>
  <dcterms:created xsi:type="dcterms:W3CDTF">2026-03-25T03:30:31Z</dcterms:created>
  <dcterms:modified xsi:type="dcterms:W3CDTF">2026-03-25T03:30:31Z</dcterms:modified>
</cp:coreProperties>
</file>