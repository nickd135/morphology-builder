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'rational'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"reasonable; based on logic"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'rational' — reasonable; based on logic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'rational' means 'reasonable; based on logic'.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'rational'.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'rational'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'rational'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'rational' means 'reasonable; based on logic'.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'rational'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'rational'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'irrational' means 'extremely tall and narrow'.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'irrational' means 'not based on clear thinking or logic'.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'rational' means 'reasonable; based on logic'.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'rational' means 'based on clear thinking and good reasons'.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'rational' means 'based on strong feelings and emotion'.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'rational'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reasonable; based on logic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'rational'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2350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08760" y="23500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08760" y="2350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359152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06624" y="2350008"/>
            <a:ext cx="18288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06624" y="23500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62856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910328" y="23500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10328" y="2350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806440" y="23500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217920" y="23500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2350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'rational'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'rational'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made a rational decision after weighing the facts.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felt irrational to be scared of a tiny spider.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praised the rationality of her argument.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made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rational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decision after weighing the facts. It felt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irrational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be scared of a tiny spider. The judge praised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rationality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her argument.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irrational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reasonable; based on logic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reasonable; based on logic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reasonable; based on logic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reasonable; based on logic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reasonable; based on logic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reasonable; based on logic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reasonable; based on logic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reasonable; based on logic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reasonable; based on logic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'rational' = reasonable; based on logic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'rational'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'rational' — 3-Day Teaching Deck</dc:title>
  <dc:subject>PptxGenJS Presentation</dc:subject>
  <dc:creator>Word Labs</dc:creator>
  <cp:lastModifiedBy>Word Labs</cp:lastModifiedBy>
  <cp:revision>1</cp:revision>
  <dcterms:created xsi:type="dcterms:W3CDTF">2026-07-07T10:22:37Z</dcterms:created>
  <dcterms:modified xsi:type="dcterms:W3CDTF">2026-07-07T10:22:37Z</dcterms:modified>
</cp:coreProperties>
</file>