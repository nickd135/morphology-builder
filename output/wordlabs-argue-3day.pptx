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'argue'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dispute or give reasons"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arguere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'argue' — to dispute or give reasons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'argue' means 'to dispute or give reasons'.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'argue'.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'argue'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'argue'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'argue' means 'to dispute or give reasons'.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'argue'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'argue'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'argue' comes from a Latin word meaning to make clear or dispute.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'argument' is formed by adding the suffix '-ment' to the base word 'argue'.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'arguably' has only one morpheme.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counterargument is a reason given to challenge someone else's argument.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'-able' in 'arguable' means 'without' or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'argue'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dispute or give reasons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arguere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counterargument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'argue'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07238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419856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419856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8371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1846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1846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5508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6656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6656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say that something could be considered true, even if not everyone agrees.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debated or is not completely certain.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argues or debates with others.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disagreeing with someone or giving reasons for your opinion.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given to disagree with or challenge someone else's argument.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disagree with someone and say why you think differently.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counterargument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disagreement between people, or a set of reasons you give to support your view.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'argue'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'argue'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a strong argument about whether sport should be compulsory at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arguably the most important decision our class has ever made together.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presented a clever counterargument that made everyone stop and think.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lawyer's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so convincing that 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best in the courtroom.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consonant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consonant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consonant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debate,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 led to a heated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remained calm and polite.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consonant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consonant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consonant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counterargument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reargue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'argue' — 3-Day Teaching Deck</dc:title>
  <dc:subject>PptxGenJS Presentation</dc:subject>
  <dc:creator>Word Labs</dc:creator>
  <cp:lastModifiedBy>Word Labs</cp:lastModifiedBy>
  <cp:revision>1</cp:revision>
  <dcterms:created xsi:type="dcterms:W3CDTF">2026-03-25T03:04:15Z</dcterms:created>
  <dcterms:modified xsi:type="dcterms:W3CDTF">2026-03-25T03:04:15Z</dcterms:modified>
</cp:coreProperties>
</file>