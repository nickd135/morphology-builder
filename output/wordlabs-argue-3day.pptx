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'argue'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dispute or give reasons"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arguere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'argue' — to dispute or give reasons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'argue' means 'to dispute or give reasons'.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'argue'.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'argue'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'argue'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'argue' means 'to dispute or give reasons'.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'argue'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'argue'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'arguable' means something that can never be questioned or debated.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'argue' comes from a Latin word meaning to dispute or make clear.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'arguably' has no suffix added to the root 'argue'.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'-ment' can be added to 'argue' to make the noun 'argument'.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An argument can mean a set of reasons given to support an idea, not just a fight.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'argue'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dispute or give reasons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arguere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'argue'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could be disagreed about or debated.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disagreement or set of reasons supporting an idea.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say that something could be considered true or the best.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disagreement between people, or a set of reasons given to support an idea.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having a disagreement or giving reasons for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disagree with someone and give reasons for your opinion.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had a disagreement with someone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'argue'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'argue'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had a strong argument about which planet was the most interesting.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could arguably be the best debater in the whole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arguable whether dogs or cats make better pets.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arguing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argument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heard by the teacher.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doing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doing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doing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arguably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strongest argument ever made,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arguable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 was never settled.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'argue' — 3-Day Teaching Deck</dc:title>
  <dc:subject>PptxGenJS Presentation</dc:subject>
  <dc:creator>Word Labs</dc:creator>
  <cp:lastModifiedBy>Word Labs</cp:lastModifiedBy>
  <cp:revision>1</cp:revision>
  <dcterms:created xsi:type="dcterms:W3CDTF">2026-07-03T09:03:15Z</dcterms:created>
  <dcterms:modified xsi:type="dcterms:W3CDTF">2026-07-03T09:03:15Z</dcterms:modified>
</cp:coreProperties>
</file>