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'argue' suit Years 3–7, so there is no Day 3 dictation. Day 3 is the word matrix lesson only. Day 2 has 1 dictation word instead of 2. Day 1 shows 3 example words instead of 5–7. Argue drops its 'e' in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'argue' really means 'give reasons'.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Saturday's netball final was arguably the most exciting game of the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'argue'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reasons"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'argue' suit Years 3–7, so there is no Day 3 dictation. Day 3 is the word matrix lesson only. Day 2 has 1 dictation word instead of 2. Day 1 shows 3 example words instead of 5–7. Argue drops its 'e' in argument.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'argue' — give reasons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'argue' means 'give reasons'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'argue'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'argue'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'argue'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'argue' means 'give reasons'. You can find it in 'argument'.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'argument', '-ment' means 'result of action'.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'arguable',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'argue' means 'give reasons'.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'arguable' means 'able to be disputed or questioned; open to debate'.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'argument' means 'a disagreement, or a set of reasons given to support an idea'.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'argue'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'argue' means 'give reasons'.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'arguable' means 'able to be disputed or questioned; open to debate'.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'argument' means 'a disagreement, or a set of reasons given to support an idea'.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'argue'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'argue'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reasons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'argue'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29768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3026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'argue' drops its 'e' before -ment (an exception)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be disputed or questioned; open to debate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disagree with someone, often giving reasons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disagreement, or a set of reasons given to support an idea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disagree with someone, often giving reasons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disagreement, or a set of reasons given to support an idea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disputed or questioned; open to debate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'argue'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'argue'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brothers began to argue over the last biscuit.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persuasive text needs a strong argument in every paragraph.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arguable whether the film was better than the book.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Saturday's netball final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arguably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most exciting game of the season.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-able;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-able;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-able;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'argue'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'argue' = give reasons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'argue'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