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'argue'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"give reasons"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'argue' — give reasons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'argue' means 'give reasons'.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'argue'.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'argue'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'argue'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'argue' means 'give reasons'.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'argue'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'argue'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'argued' means 'agreed completely without any fuss'.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'argue' means 'to agree completely and happily with someone'.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'argued' means 'disagreed with someone, often giving reasons'.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'argue' means 'to disagree with someone, often giving reasons'.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'argue' means 'give reasons'.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'argue'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reasons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'argue'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706624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706624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2394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471416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471416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64184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05332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5332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disagreed with someone, often giving reasons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disagrees with someone using spoken reasons, often in a heated way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disagree with someone, often giving reasons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'argue'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'argue'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began to argue over the last biscuit.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friends argued about whose turn it was to play.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argues that the new rule is unfair to younger students.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whose turn it was to choose the film. It's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whether the film was better than the book.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best runner in the whole school. It is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unarguable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fact that the Earth orbits the Sun. She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unarguably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fastest runner in the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unarguable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unarguably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reasons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'argue' — 3-Day Teaching Deck</dc:title>
  <dc:subject>PptxGenJS Presentation</dc:subject>
  <dc:creator>Word Labs</dc:creator>
  <cp:lastModifiedBy>Word Labs</cp:lastModifiedBy>
  <cp:revision>1</cp:revision>
  <dcterms:created xsi:type="dcterms:W3CDTF">2026-07-07T10:22:32Z</dcterms:created>
  <dcterms:modified xsi:type="dcterms:W3CDTF">2026-07-07T10:22:32Z</dcterms:modified>
</cp:coreProperties>
</file>