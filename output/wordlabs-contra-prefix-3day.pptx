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'contra-'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"against, opposite, opposing"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contra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'contra-' — against, opposite, opposing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'contra-' = against, opposite, opposing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'contra-' means 'against, opposite, opposing'.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'contra-'.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'contra-'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'contra-'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'contra-' = against, opposite, opposing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'contra-' means 'against, opposite, opposing'.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'contradict', the root is the part after the prefix 'contra-'.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'contra-' = against, opposite, opposing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prefix 'contra-' means against or opposite.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prefix 'contra-' comes from Ancient Greek.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'contradict' uses the prefix 'contra-'.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If you contradict someone, you agree with everything they say.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'contravene' means to go against a rule or law.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'contra-'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'contra-' = against, opposite, opposing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'contra'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against, opposite, opposing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contra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contradict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contradiction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contraband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contravene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contrary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contrast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contradict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'contra-'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'contra-' = against, opposite, opposing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'contra-'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vene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92608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3273552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3273552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5196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599432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599432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62356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03504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3504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contradict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'contra'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'contra-' = against, opposite, opposing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contradict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say something that is the opposite of what another person has said.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contradiction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 against a rule or law; to do something that is not allowed.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contraband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clear difference between two things when you compare them.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contravene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Completely different or opposite in meaning or direction.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contrary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say the opposite of what someone else has said, or to disagree with a statement.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contrast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Goods that are illegal to have or to bring into a country.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contradict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two things are so different that they cannot both be true at the same time.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'contra-'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'contra-' = against, opposite, opposing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'contra-'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 did not want to contradict her teacher, but she was sure the answer was wrong.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Bringing contraband items into the school is against the rules.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witnesses gave contradictory stories about what had happened.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'contra-' = against, opposite, opposing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'contra-' = against, opposite, opposing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important not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contradict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rules, as doing so would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contravene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our school agreement.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contradict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contravene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'contra-' = against, opposite, opposing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contradict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'contra-' = against, opposite, opposing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contradict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against, opposite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say, speak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'contra-' = against, opposite, opposing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contradict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against, opposite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say, speak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'contra-' = against, opposite, opposing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contradict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against, opposite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say, speak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51828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7178871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6" name="Shape 54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'contra-' = against, opposite, opposing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contravene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'contra-' = against, opposite, opposing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contravene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against, opposite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'contra-' = against, opposite, opposing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contravene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against, opposite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'contra-' = against, opposite, opposing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contravene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against, opposite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51330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'contra-' = against, opposite, opposing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'contra-' = against, opposite, opposing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contradiction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the report was clear: the two findings were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contrary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each other and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contravened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original evidence.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contradiction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contrary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contravened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'contra-' = against, opposite, opposing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contradiction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'contra-' = against, opposite, opposing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contradiction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against, opposite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say, speak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'contra-' = against, opposite, opposing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contradiction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against, opposite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say, speak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'contra-' = against, opposite, opposing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contradiction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against, opposite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say, speak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2244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2244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952244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25461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5461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14013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14013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734077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734077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328021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328021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921966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921966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515910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515910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109855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109855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703799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703799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6703799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62" name="Shape 60"/>
          <p:cNvSpPr/>
          <p:nvPr/>
        </p:nvSpPr>
        <p:spPr>
          <a:xfrm>
            <a:off x="729774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29774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8916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8916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7891688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/shun/</a:t>
            </a:r>
            <a:endParaRPr lang="en-US" sz="7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'contra-' = against, opposite, opposing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'contra-' = against, opposite, opposing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against, opposite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of the nature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'contra-' = against, opposite, opposing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against, opposite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of the nature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ry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'contra-' = against, opposite, opposing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against, opposite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of the nature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ry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20238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'contra-' = against, opposite, opposing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contravened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'contra-' = against, opposite, opposing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contravened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against, opposite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retained before 'd'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'contra-' = against, opposite, opposing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contravened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against, opposite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retained before 'd'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vened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'contra-' = against, opposite, opposing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contravened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against, opposite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retained before 'd'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vened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952244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952244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1952244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25461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5461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14013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14013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734077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734077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328021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328021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921966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921966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5515910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515910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109855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109855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703799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703799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29774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29774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8916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8916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'contra-' = against, opposite, opposing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'contra-'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'contra'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'contra-' = against, opposite, opposing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'contra-'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vene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contradict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contradiction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contraband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contravene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contrary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contrast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contradict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contradictory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'contra-' — 3-Day Teaching Deck</dc:title>
  <dc:subject>PptxGenJS Presentation</dc:subject>
  <dc:creator>Word Labs</dc:creator>
  <cp:lastModifiedBy>Word Labs</cp:lastModifiedBy>
  <cp:revision>1</cp:revision>
  <dcterms:created xsi:type="dcterms:W3CDTF">2026-03-26T07:32:40Z</dcterms:created>
  <dcterms:modified xsi:type="dcterms:W3CDTF">2026-03-26T07:32:40Z</dcterms:modified>
</cp:coreProperties>
</file>