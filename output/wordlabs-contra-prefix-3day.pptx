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'contra-'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"against, opposite, opposing"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contra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'contra-' — against, opposite, opposing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'contra-' means 'against, opposite, opposing'.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'contra-'.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'contra-'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'contra-'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'contra-' means 'against, opposite, opposing'.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'contradict', the root is the part after the prefix 'contra-'.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'Contra-' means the same thing as the prefix 'pro-', which means in favour of something.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'contra-' comes from a Latin word.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'Contradict' uses the prefix 'contra-' because it means to go against what someone says.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'contra-' means 'against' or 'opposite'.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 word starting with 'contra-' always agrees with or supports an idea.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'contra-'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against, opposite, opposing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contra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contraband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contrast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contravene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contrary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'contra-'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'contra-'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92608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27355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27355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2356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3504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3504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argue against what someone says by saying something opposite or different.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clear difference between two things when you compare them side by side.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contraband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opposite of something, or completely different from what was expected.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contrast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break a rule or law by doing something that goes against it.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contravene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the opposite of what someone else has said, or to go against what has been stated.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contrary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Goods that are not allowed to be brought into a place because they are illegal.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two things are so different they cannot both be true at the same time.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'contra-'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'contra-'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tried to contradict the teacher by saying the opposite of what had been taught.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stories were in complete contradiction — they could not both be true.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smuggler was caught carrying contraband items that were not allowed across the border.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contradiction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say you loved sport but never wanted to exercise.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77595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/shun/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judge said it was illegal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contravene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law,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contraband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goods were a clear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contrast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what had been declared.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contravene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contraband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contrast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contravene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contravene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contravene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contravene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contraband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contraband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proclamation, ban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contraband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proclamation, ban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contraband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proclamation, ban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'contra-'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'contra-'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contraband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contrast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contravene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contrary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contralto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'contra-' — 3-Day Teaching Deck</dc:title>
  <dc:subject>PptxGenJS Presentation</dc:subject>
  <dc:creator>Word Labs</dc:creator>
  <cp:lastModifiedBy>Word Labs</cp:lastModifiedBy>
  <cp:revision>1</cp:revision>
  <dcterms:created xsi:type="dcterms:W3CDTF">2026-04-10T00:55:55Z</dcterms:created>
  <dcterms:modified xsi:type="dcterms:W3CDTF">2026-04-10T00:55:55Z</dcterms:modified>
</cp:coreProperties>
</file>