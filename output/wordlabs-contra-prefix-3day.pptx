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Prefix: 'contra-'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"against; opposite"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Prefix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29000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29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5661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7033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01568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01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85616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8561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169664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16966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'contra-' — against; opposite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'contra'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'contra-' = against; opposite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prefix 'contra-' means 'against; opposite'.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the meaning of the prefix 'contra-'.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use base words and other morphemes to build and decode 'contra-' words.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'contra-' words effectively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'contra'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'contra-' = against; opposite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beginning of a root to change its meaning. The prefix 'contra-' means 'against; opposite'.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part of a word carrying its basic meaning. In 'contra', the root is the part after the prefix 'contra-'.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end of a word to change its meaning or form. E.g. '-ed' changes a verb to past tense.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'contra'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'contra-' = against; opposite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following statements true or false?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'contraband' means 'goods that are illegal to own, bring in, or sell'.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'contradict' means 'to agree completely with someone's idea'.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'contradict' means 'to say something that is the opposite of what someone else has said'.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'contra' means 'against; opposite'.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'contraband' means 'a type of formal handshake'.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 'contra-'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'contra'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'contra-' = against; opposite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'contra'</a:t>
            </a:r>
            <a:endParaRPr lang="en-US" sz="5200" dirty="0"/>
          </a:p>
        </p:txBody>
      </p:sp>
      <p:sp>
        <p:nvSpPr>
          <p:cNvPr id="12" name="Shape 10"/>
          <p:cNvSpPr/>
          <p:nvPr/>
        </p:nvSpPr>
        <p:spPr>
          <a:xfrm>
            <a:off x="324612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7772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against; opposite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Prefix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prefix: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'contra-'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'contra'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'contra-' = against; opposite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matrix below. Choose morpheme parts to build a word. Not all combinations work!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Prefix: 'contra-'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1234440"/>
            <a:ext cx="1645920" cy="457200"/>
          </a:xfrm>
          <a:prstGeom prst="rect">
            <a:avLst>
              <a:gd name="adj" fmla="val 1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Words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band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2212848"/>
            <a:ext cx="146304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91840" y="22128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91840" y="22128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cept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-tion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" y="2670048"/>
            <a:ext cx="146304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91840" y="26700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91840" y="26700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943600" y="2670048"/>
            <a:ext cx="146304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0080" y="3127248"/>
            <a:ext cx="146304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91840" y="31272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91840" y="31272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943600" y="3127248"/>
            <a:ext cx="146304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0080" y="3584448"/>
            <a:ext cx="146304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91840" y="35844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91840" y="35844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flow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943600" y="3584448"/>
            <a:ext cx="146304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1788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1508760" y="4178808"/>
            <a:ext cx="1389888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1508760" y="4178808"/>
            <a:ext cx="1389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contra-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2926080" y="41788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3273552" y="4178808"/>
            <a:ext cx="950976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3273552" y="4178808"/>
            <a:ext cx="950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band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4251960" y="41788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4599432" y="4178808"/>
            <a:ext cx="950976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4599432" y="4178808"/>
            <a:ext cx="950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5623560" y="417880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6035040" y="4178808"/>
            <a:ext cx="219456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035040" y="41788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'contra'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'contra'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'contra-' = against; opposite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word to its meaning: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'contra-'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'contra'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'contra-' = against; opposite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example sentences. Underline the 'contra-' word and discuss its meaning.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Customs officers found contraband hidden inside the suitcase.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 answer seemed to contradict what he had said earlier.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contraflow on the motorway added twenty minutes to our journey.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'contra'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'contra-' = against; opposite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'contra'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'contra-' = against; opposite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Customs officers found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contraband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hidden inside the suitcase. His answer seemed to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contradict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what he had said earlier.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7373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373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7373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contraband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7373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57200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contradict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'contra'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'contra-' = against; opposite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contraband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'contra'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'contra-' = against; opposite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contraband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against; opposite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band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group; a strip of material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'contra'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'contra-' = against; opposite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contraband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against; opposite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band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group; a strip of material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band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'contra'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'contra-' = against; opposite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contraband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against; opposite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band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group; a strip of material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band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951828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951828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60520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0520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25858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5858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91196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91196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565350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65350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218730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218730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87211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87211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52549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2549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17887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17887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7832252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832252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'contra'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'contra-' = against; opposite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contradict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'contra'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'contra-' = against; opposite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contradict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against; opposite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say; tell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'contra'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'contra-' = against; opposite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contradict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against; opposite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say; tell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'contra'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'contra-' = against; opposite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contradict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against; opposite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say; tell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951828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951828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60520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0520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25858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5858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91196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91196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565350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65350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218730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218730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87211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87211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52549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2549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17887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17887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7832252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832252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'contra'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'contra-' = against; opposite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'contra'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'contra-' = against; opposite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contraflow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the motorway added twenty minutes to our journey. There was 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contradiction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between the two witnesses' stories. Doctors can explain different types of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contraception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adults.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1148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contraflow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8516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8516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18516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contradiction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8516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588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588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59588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contraception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588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'contra'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'contra-' = against; opposite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contraflow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'contra'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'contra-' = against; opposite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contraflow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against; opposite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flow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move steadily, like water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'contra'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'contra-' = against; opposite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contraflow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against; opposite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flow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move steadily, like water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flow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'contra'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'contra-' = against; opposite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contraflow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against; opposite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flow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move steadily, like water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flow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951330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951330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677363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77363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403397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03397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129430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29430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855464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55464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581498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81498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307531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07531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033565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033565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759598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759598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ow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'contra'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'contra-' = against; opposite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contradiction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'contra'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'contra-' = against; opposite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contradiction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against; opposite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say; speak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'contra'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'contra-' = against; opposite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contradiction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against; opposite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say; speak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'contra'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'contra-' = against; opposite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contradiction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against; opposite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say; speak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52596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52596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497015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497015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041435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041435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585855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585855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130274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130274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674694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674694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219114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219114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5763534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763534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307953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307953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852373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852373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396793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396793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7941212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941212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'contra'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'contra-' = against; opposite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contraception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'contra'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'contra-' = against; opposite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contraception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against; opposite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cept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take; receive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'contra'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'contra-' = against; opposite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contraception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against; opposite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cept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take; receive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cep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'contra'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'contra-' = against; opposite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contraception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against; opposite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cept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take; receive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cep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52596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52596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497015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497015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041435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041435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585855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585855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130274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130274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674694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674694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219114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219114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5763534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763534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307953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307953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852373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852373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396793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396793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7941212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941212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'contra'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'contra-' = against; opposite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17043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7043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600200"/>
            <a:ext cx="2468880" cy="438912"/>
          </a:xfrm>
          <a:prstGeom prst="rect">
            <a:avLst>
              <a:gd name="adj" fmla="val 125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6002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Prefix: 'contra-'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718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718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Words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066544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404872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718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2743200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718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081528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718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each: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'contra'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'contra-' = against; opposite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words you could have made. Check your list!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15568"/>
            <a:ext cx="2468880" cy="420624"/>
          </a:xfrm>
          <a:prstGeom prst="rect">
            <a:avLst>
              <a:gd name="adj" fmla="val 1304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1556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Prefix: 'contra-'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718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Words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band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1984248"/>
            <a:ext cx="246888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71800" y="1984248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71800" y="198424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cept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-tion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65760" y="2404872"/>
            <a:ext cx="246888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971800" y="2404872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971800" y="240487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943600" y="2404872"/>
            <a:ext cx="28346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" y="2825496"/>
            <a:ext cx="246888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971800" y="2825496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971800" y="2825496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943600" y="2825496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5760" y="3246120"/>
            <a:ext cx="246888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971800" y="3246120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971800" y="324612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flow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943600" y="3246120"/>
            <a:ext cx="28346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3611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Prefix 'contra-' — 3-Day Teaching Deck</dc:title>
  <dc:subject>PptxGenJS Presentation</dc:subject>
  <dc:creator>Word Labs</dc:creator>
  <cp:lastModifiedBy>Word Labs</cp:lastModifiedBy>
  <cp:revision>1</cp:revision>
  <dcterms:created xsi:type="dcterms:W3CDTF">2026-07-07T10:22:43Z</dcterms:created>
  <dcterms:modified xsi:type="dcterms:W3CDTF">2026-07-07T10:22:43Z</dcterms:modified>
</cp:coreProperties>
</file>