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'beast'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"wild or fierce animal"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bestia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'beast' — wild or fierce animal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'beast' means 'wild or fierce animal'.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'beast'.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'beast'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'beast'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'beast' means 'wild or fierce animal'.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'beast'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'beast'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'beastly' means to be kind and gentle to others.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'beast' comes from the Latin word 'bestia', meaning animal.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'werebeast' is a creature that can change between human and animal form.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'-ly' to 'beast' creates the word 'beastly', which describes something cruel or fierce.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'beast' originally came from an Ancient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'beast'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wild or fierce animal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bestia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beastlike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beasthood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unbeast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overbeast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'beast'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-like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-hood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wild, or fierce animal.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large or wild animal.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nature of being a beast or animal.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beastlike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or someone less like a beast; to tame.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beasthood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or behaving like a wild animal.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unbeast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overwhelm or overpower using beast-like force.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overbeast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in a cruel or unpleasant way, like a wild animal.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'beast'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'beast'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beastly storm knocked down trees all along our street last night.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old fable, the werebeast transformed under the full moon and terrified the village.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described the creature as a fearsome beast that roared from deep in the jungle.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beastly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creature growled, but the zookeeper remained calm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beastlike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stillness.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beastlike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 or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 or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 or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beasts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roared fiercely;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werebeast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howled,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beasthood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seemed to consume them 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werebeast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beasthood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werebeast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werebeast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who transforms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werebeast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who transforms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werebeast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who transforms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or fierce animal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 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'beast' = wild or fierce animal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'beast'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-like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-hood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beastlike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beasthood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unbeast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overbeast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werebeast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'beast' — 3-Day Teaching Deck</dc:title>
  <dc:subject>PptxGenJS Presentation</dc:subject>
  <dc:creator>Word Labs</dc:creator>
  <cp:lastModifiedBy>Word Labs</cp:lastModifiedBy>
  <cp:revision>1</cp:revision>
  <dcterms:created xsi:type="dcterms:W3CDTF">2026-07-03T09:18:52Z</dcterms:created>
  <dcterms:modified xsi:type="dcterms:W3CDTF">2026-07-03T09:18:52Z</dcterms:modified>
</cp:coreProperties>
</file>