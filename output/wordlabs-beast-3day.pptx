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Root: 'beast'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large or fierce animal"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Core English root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429000"/>
            <a:ext cx="4023360" cy="347472"/>
          </a:xfrm>
          <a:prstGeom prst="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4290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566160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5661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703320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70332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401568"/>
            <a:ext cx="4023360" cy="347472"/>
          </a:xfrm>
          <a:prstGeom prst="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40156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785616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78561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169664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16966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023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'beast' — a large or fierce animal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'beast'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'beast' = a large or fierce animal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root 'beast' means 'a large or fierce animal'.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the meaning of the root 'beast'.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use prefixes and suffixes to build and decode 'beast' words.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'beast' words effectively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'beast'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'beast' = a large or fierce animal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part of a word carrying its basic meaning. For example, 'beast' means 'a large or fierce animal'.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meaningful word part added to the beginning of a root to change its meaning. E.g. a prefix before 'beast' changes the word's meaning.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meaningful word part added to the end of a word to change its meaning or form. E.g. a suffix after 'beast' can make a noun or adjective.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'beast'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'beast' = a large or fierce animal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 following statements true or false?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'beast' means 'a large or fierce animal'.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'beasts' means 'small pieces of furniture'.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'beast' means 'a small piece of furniture'.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'beast' means 'a large or fierce animal'.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'beasts' means 'large or fierce animals'.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 'beast' — Meaning &amp; Origin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'beast'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'beast' = a large or fierce animal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'beast'</a:t>
            </a:r>
            <a:endParaRPr lang="en-US" sz="5200" dirty="0"/>
          </a:p>
        </p:txBody>
      </p:sp>
      <p:sp>
        <p:nvSpPr>
          <p:cNvPr id="12" name="Shape 10"/>
          <p:cNvSpPr/>
          <p:nvPr/>
        </p:nvSpPr>
        <p:spPr>
          <a:xfrm>
            <a:off x="324612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77724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large or fierce animal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132320" y="77724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Core English root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root: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'beast'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'beast'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'beast' = a large or fierce animal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matrix below. Choose morpheme parts to build a word. Not all combinations work!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1234440"/>
            <a:ext cx="1463040" cy="457200"/>
          </a:xfrm>
          <a:prstGeom prst="rect">
            <a:avLst>
              <a:gd name="adj" fmla="val 12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234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91840" y="1234440"/>
            <a:ext cx="1645920" cy="457200"/>
          </a:xfrm>
          <a:prstGeom prst="rect">
            <a:avLst>
              <a:gd name="adj" fmla="val 12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1234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'beast'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0" y="1234440"/>
            <a:ext cx="1463040" cy="457200"/>
          </a:xfrm>
          <a:prstGeom prst="rect">
            <a:avLst>
              <a:gd name="adj" fmla="val 12000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234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17556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17556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91840" y="1755648"/>
            <a:ext cx="1645920" cy="420624"/>
          </a:xfrm>
          <a:prstGeom prst="rect">
            <a:avLst/>
          </a:prstGeom>
          <a:solidFill>
            <a:srgbClr val="CCFBF1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175564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beast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0" y="17556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17556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5760" y="235000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508760" y="2350008"/>
            <a:ext cx="109728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508760" y="235000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mini-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633472" y="2350008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2980944" y="2350008"/>
            <a:ext cx="1389888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2980944" y="2350008"/>
            <a:ext cx="13898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'beast'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398264" y="2350008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745736" y="2350008"/>
            <a:ext cx="82296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745736" y="2350008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641848" y="2350008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6053328" y="2350008"/>
            <a:ext cx="2194560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53328" y="235000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beast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'beast'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'beast'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'beast' = a large or fierce animal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word to its meaning: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'beast'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'beast'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'beast' = a large or fierce animal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example sentences. Underline the 'beast' word and discuss its meaning.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knight bravely fought the beast guarding the castle.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zookeeper looked after several dangerous beasts in the reptile house.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found a minibeast hiding under the log in the garden.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'beast'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'beast' = a large or fierce animal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aloud. Students write the sentence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sentence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1168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1168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84632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'beast'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'beast' = a large or fierce animal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sentence.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rewrite each focus word below with space between letters — leave room for your breakdown.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'beast'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'beast' = a large or fierce animal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aloud. Students write the sentence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sentence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1168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1168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84632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'beast'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'beast' = a large or fierce animal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sentence.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knight bravely fought the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beast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guarding the castle. The zookeeper looked after several dangerous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beasts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the reptile house. We found a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minibeast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hiding under the log in the garden.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rewrite each focus word below with space between letters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41148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beast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1148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18516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8516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18516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beasts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18516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95884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5884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595884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minibeast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95884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'beast'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'beast' = a large or fierce animal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beast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'beast'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'beast' = a large or fierce animal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beast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beast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 or fierce animal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'beast'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'beast' = a large or fierce animal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beast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beast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 or fierce animal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beast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'beast'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'beast' = a large or fierce animal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beast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beast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 or fierce animal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beast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670048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670048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123944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23944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ea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577840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77840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031736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031736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'beast'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'beast' = a large or fierce animal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beasts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'beast'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'beast' = a large or fierce animal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beasts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beast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 or fierce animal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'beast'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'beast' = a large or fierce animal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beasts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beast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 or fierce animal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beasts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'beast'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'beast' = a large or fierce animal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beasts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beast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 or fierce animal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beasts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42773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42773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63931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3931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ea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85089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5089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06247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06247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27405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27405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3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'beast'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'beast' = a large or fierce animal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minibeast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'beast'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'beast' = a large or fierce animal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minibeast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beast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 or fierce animal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'beast'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'beast' = a large or fierce animal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minibeast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beast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 or fierce animal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beast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'beast'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'beast' = a large or fierce animal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minibeast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beast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 or fierce animal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beast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02387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02387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83159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83159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63931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3931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44703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44703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25475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25475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06247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06247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ea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87019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87019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767791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67791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'beast'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'beast' = a large or fierce animal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1170432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7043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1600200"/>
            <a:ext cx="2468880" cy="438912"/>
          </a:xfrm>
          <a:prstGeom prst="rect">
            <a:avLst>
              <a:gd name="adj" fmla="val 125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60020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971800" y="1600200"/>
            <a:ext cx="2834640" cy="438912"/>
          </a:xfrm>
          <a:prstGeom prst="rect">
            <a:avLst>
              <a:gd name="adj" fmla="val 125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71800" y="16002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'beast'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0" y="1600200"/>
            <a:ext cx="2834640" cy="438912"/>
          </a:xfrm>
          <a:prstGeom prst="rect">
            <a:avLst>
              <a:gd name="adj" fmla="val 12500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0" y="16002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2066544"/>
            <a:ext cx="24688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71800" y="2066544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0" y="2066544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2404872"/>
            <a:ext cx="24688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71800" y="2404872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2404872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2743200"/>
            <a:ext cx="24688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71800" y="2743200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0" y="2743200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3081528"/>
            <a:ext cx="24688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971800" y="3081528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43600" y="3081528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each: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'beast'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'beast' = a large or fierce animal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some words you could have made. Check your list!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15568"/>
            <a:ext cx="2468880" cy="420624"/>
          </a:xfrm>
          <a:prstGeom prst="rect">
            <a:avLst>
              <a:gd name="adj" fmla="val 1304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15568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971800" y="1115568"/>
            <a:ext cx="2834640" cy="420624"/>
          </a:xfrm>
          <a:prstGeom prst="rect">
            <a:avLst>
              <a:gd name="adj" fmla="val 1304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71800" y="111556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'beast'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0" y="1115568"/>
            <a:ext cx="2834640" cy="420624"/>
          </a:xfrm>
          <a:prstGeom prst="rect">
            <a:avLst>
              <a:gd name="adj" fmla="val 1304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11556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1563624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1563624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971800" y="1563624"/>
            <a:ext cx="2834640" cy="402336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71800" y="156362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beast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0" y="1563624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156362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5760" y="36118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Root 'beast' — 3-Day Teaching Deck</dc:title>
  <dc:subject>PptxGenJS Presentation</dc:subject>
  <dc:creator>Word Labs</dc:creator>
  <cp:lastModifiedBy>Word Labs</cp:lastModifiedBy>
  <cp:revision>1</cp:revision>
  <dcterms:created xsi:type="dcterms:W3CDTF">2026-07-07T10:22:42Z</dcterms:created>
  <dcterms:modified xsi:type="dcterms:W3CDTF">2026-07-07T10:22:42Z</dcterms:modified>
</cp:coreProperties>
</file>