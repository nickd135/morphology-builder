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'push'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press or move forward"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pulsare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'push' — to press or move forward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'push' means 'to press or move forward'.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'push'.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'push'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'push'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'push' means 'to press or move forward'.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'push'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'push'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'-ing' cannot be added to the root 'push'.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'push' comes from a Greek word meaning 'to pull'.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'pushchair' is a type of wheeled chair that you push.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'-ed' to 'push' makes a past tense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'pushover' contains the root 'push'.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'push'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press or move forward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pulsare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pushpin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'push'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someone already moved something away using force.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something outward or beyond a normal boundary.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chair on wheels that you push to carry a baby or young child around.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very easy to do, or a person who is easily convinced to do things.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pin with a flat top used to stick paper to a board by pushing it in.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pushes something along.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pushpin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hands or body to move something away from you with force.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'push'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'push'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the students that pushing in the corridor is dangerous and disrespectful.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science experiment, the children discovered that a pushpin could hold several sheets of paper to the board.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found the maths puzzle to be a complete pushover because she had practised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heavy cart down the hill, but his little sister thought it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trolley rolled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pushchair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luckily the quick-thinking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grabbed it in time!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already done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already done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already done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or move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press or move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pushchair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pushpin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handpush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'push' — 3-Day Teaching Deck</dc:title>
  <dc:subject>PptxGenJS Presentation</dc:subject>
  <dc:creator>Word Labs</dc:creator>
  <cp:lastModifiedBy>Word Labs</cp:lastModifiedBy>
  <cp:revision>1</cp:revision>
  <dcterms:created xsi:type="dcterms:W3CDTF">2026-04-09T22:27:12Z</dcterms:created>
  <dcterms:modified xsi:type="dcterms:W3CDTF">2026-04-09T22:27:12Z</dcterms:modified>
</cp:coreProperties>
</file>