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'push'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press forward with force"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'push' — to press forward with force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'push' means 'to press forward with force'.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'push'.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'push'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'push'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'push' means 'to press forward with force'.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'push'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'push'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'push' means 'to pull something gently towards you'.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'push' means 'to press against something with force to move 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'push' means 'to press forward with force'.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'push'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press forward with force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'push'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797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12724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12724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0233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4348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against something with force to move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'push'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'push'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push the door open, it doesn't pull.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pushed the door open with both hands.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pusher moved the trolley down the aisle.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door open with both hands.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moved the trolley down the aisle.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swing higher each time.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lined up to move the heavy cart. 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ball across the yard.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forward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'push'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