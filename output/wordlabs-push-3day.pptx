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'push' has very few longer words built from it, so this deck practises adding the suffixes -ed, -es and -ing to the base (Years 3–4). Only 4 words with 'push'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children took turns pushing each other on the tyre swing.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'push'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press forward with force"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'push' has very few longer words built from it, so this deck practises adding the suffixes -ed, -es and -ing to the base (Years 3–4). Only 4 words with 'push'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'push' — to press forward with force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-es and -ing to the base 'push'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'push'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'push'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'push' means 'to press forward with force'. You can find it in 'pushed'.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'pushes', '-es'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'pushing',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'pushed',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'pushes', the suffix '-es'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'pushing',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'pushed',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'pushes', the suffix '-es'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'pushing',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'push'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press forward with force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'push'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presses against something to move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press against something with force to move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moved something by pressing against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press against something with force to move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moved something by pressing against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presses against something to move 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'push'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'push'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push the door hard because it sticks.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pushed the door open with both hands.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pushes the swing higher each time.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took turns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pushing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other on the tyre swing.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press forward with force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press forward with force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press forward with force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'push'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'push' = to press forward with force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'push'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