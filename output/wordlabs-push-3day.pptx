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'push'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forward with force"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pulsare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'push' — to move forward with force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'push' means 'to move forward with force'.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'push'.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'push'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'push'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'push' means 'to move forward with force'.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'push'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'push'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'pushed' is formed by adding the suffix '-ed' to the root 'push'.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'push'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'pushover' is someone who is easily convinced to do things.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'-er' in 'pusher' means the person or thing doing the pushing.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'Pushy' means someone who never tries to get what they want.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'push'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forward with force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pulsare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outpush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upward push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'push'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force right now to move something along.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someone who tries too hard to get what they want.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something forward using force more than once.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beyond a limit or push further than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that moves something upwards.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outpush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pushes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upward push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force to move something away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'push'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'push'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pushing the heavy box across the classroom floor.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sister is so pushy when she wants the last biscuit at afternoon tea.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said, 'Don't be a pushover — stand up for what you believe is right!'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past everyone in the lunch queue.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back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 hard, so everyone became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stepped aside.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with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'push' = to move forward with force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'push'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outpush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upward push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pushover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'push' — 3-Day Teaching Deck</dc:title>
  <dc:subject>PptxGenJS Presentation</dc:subject>
  <dc:creator>Word Labs</dc:creator>
  <cp:lastModifiedBy>Word Labs</cp:lastModifiedBy>
  <cp:revision>1</cp:revision>
  <dcterms:created xsi:type="dcterms:W3CDTF">2026-03-25T03:37:47Z</dcterms:created>
  <dcterms:modified xsi:type="dcterms:W3CDTF">2026-03-25T03:37:47Z</dcterms:modified>
</cp:coreProperties>
</file>