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'compress' really means 'to squeeze or press something so it takes up less space'.
'expression' really means 'a look, word, or phrase that shows feeling or meaning'.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The pressure in the new fountain sends water so high that it looks impressive.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Ella read her poem expressively, but the judge's face stayed expressionless, giving no impression of what he thought.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'press'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"press; push"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'press' — press; push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'press' means 'press; push'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root 'press'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'press'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'press'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root is the main part of a word that carries its meaning. The root 'press' means 'press; push'. You can find it in 'expression'.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'expression', 'ex-' means 'out of; former'.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'expression', '-ion' means 'act or result of'.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'press' means 'press; push'.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'expressive' means 'showing feelings or thoughts very clearly'.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'compress' means 'a look, word, or phrase that shows feeling or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'suppress' means 'to stop or hold back something by force or effort'.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'expression' means 'to squeeze or press something so it takes up less space'.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root 'press' means 'press; push'.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'expressive' means 'showing feelings or thoughts very clearly'.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'compress' means 'a look, word, or phrase that shows feeling or meaning'.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'suppress' means 'to stop or hold back something by force or effort'.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'expression' means 'to squeeze or press something so it takes up less space'.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'press'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press; push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suppress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'press'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834640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2029968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432304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118872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18872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627632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2029968"/>
            <a:ext cx="19316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2432304"/>
            <a:ext cx="193167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834640"/>
            <a:ext cx="193167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2523744" y="3374136"/>
            <a:ext cx="100584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2523744" y="3374136"/>
            <a:ext cx="1005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356616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3858768" y="3374136"/>
            <a:ext cx="8686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3858768" y="3374136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80974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5221224" y="3374136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21224" y="337413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squeeze or press something so it takes up less 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push down firmly on something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look, word, or phrase that shows feeling or meaning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showing feelings or thoughts very clearly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to stop or hold back something by force or effort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push down firmly on something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look, word, or phrase that shows feeling or meaning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squeeze or press something so it takes up less space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stop or hold back something by force or effort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showing feelings or thoughts very clearly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'press'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'press'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the button to switch on the light.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compress the files to make them smaller to send.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tried to suppress a laugh during the serious meeting.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pressure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new fountain sends water so high that it looks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impressive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sure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ure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Ella read her poem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expressively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but the judge's face stayed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expressionless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giving no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impression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what he thought.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5486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2232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2232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32232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32232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9600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9600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609600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9600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in- becomes im- before 'p'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in; into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way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sive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ly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of; former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press; push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result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76856"/>
            <a:ext cx="1581912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76856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679192"/>
            <a:ext cx="1581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244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244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5461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461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14013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4013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734077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34077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328021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328021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921966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21966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ssi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15910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515910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109855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09855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703799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03799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297743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297743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891688" y="4187952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91688" y="4187952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2603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2603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2603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8630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8630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8630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8630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8630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8630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46570" y="1536192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46570" y="1536192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846570" y="1975104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846570" y="2313432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2651760"/>
            <a:ext cx="193167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846570" y="2990088"/>
            <a:ext cx="193167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'press'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'press' = press; push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34056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sup-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52603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2603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603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526030" y="1965960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52603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2603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8630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630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630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630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86300" y="2350008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-ure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8630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46570" y="1143000"/>
            <a:ext cx="193167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46570" y="1143000"/>
            <a:ext cx="193167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suffixes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46570" y="1581912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46570" y="1965960"/>
            <a:ext cx="193167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-less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846570" y="2350008"/>
            <a:ext cx="193167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846570" y="2734056"/>
            <a:ext cx="193167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compression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42032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42032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718304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18304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894576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894576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pressure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365760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impressive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2542032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42032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impression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4718304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8304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expressively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894576" y="401421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894576" y="4014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expressionless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'press'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