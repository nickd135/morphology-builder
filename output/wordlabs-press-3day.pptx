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push down or squeeze"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pressare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'press' — to push down or squeeze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'press' means 'to push down or squeeze'.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'press' means 'to push down or squeeze'.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'com' in 'compress' means together, so compress means to push or squeeze together.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'press' is found in fewer than three common English words.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'press' comes from a Latin word meaning to push or squeeze.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'impressive' contains the root 'press'.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'express' has nothing to do with pushing or squeezing an idea out.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push down or squeeze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pressare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share your feelings, thoughts or ideas with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back or push down a feeling so it doesn't come out.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squeeze something together to make it smaller, like squashing a sponge.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very urgent and needs to be dealt with straight away.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pushing force on something, or the feeling of stress when you must do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think you are really good or amazing at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something down, or to make someone feel very sad and hopeless.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used a machine to compress the gas into a tiny container.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could express her feelings clearly by writing them down in her journal.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pressure of the heavy rock slowly crushed the leaves underneath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explained that too much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pressure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wound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blood vessels.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she was deeply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depressed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losing the competition.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depressed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'press' — 3-Day Teaching Deck</dc:title>
  <dc:subject>PptxGenJS Presentation</dc:subject>
  <dc:creator>Word Labs</dc:creator>
  <cp:lastModifiedBy>Word Labs</cp:lastModifiedBy>
  <cp:revision>1</cp:revision>
  <dcterms:created xsi:type="dcterms:W3CDTF">2026-04-10T00:30:02Z</dcterms:created>
  <dcterms:modified xsi:type="dcterms:W3CDTF">2026-04-10T00:30:02Z</dcterms:modified>
</cp:coreProperties>
</file>