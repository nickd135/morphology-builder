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"press; push"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'press' — press; push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'press' means 'press; push'.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'press' means 'press; push'.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'impress' means 'to squash something flat'.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'press' means 'to run as fast as possible'.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'press' means 'to push down firmly on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'press' means 'press; push'.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'impress' means 'to make someone admire or feel respect for you'.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press; push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834640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834640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25196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59943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59943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49554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590702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0702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down firmly on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squeeze or press something so it takes up less space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down firmly on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pushing down firmly on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pushing on something, or a feeling of strain from expectations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 down firmly on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admire or feel respect for you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the button to switch on the light.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impress the judges with her dance routine.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pressed the doorbell and waited for someone to answer.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suppressed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anger and stayed calm.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reduces the size of a computer file.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suppressed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suppressed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suppressed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suppressed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suppressed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guide shared her first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ancient ruins.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fire took several hours. The book described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oppression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faced by the workers.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suppression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oppression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press; push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pressing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'press'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