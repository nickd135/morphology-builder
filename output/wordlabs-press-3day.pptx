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'press'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push down or squeeze"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pressare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'press' — to push down or squeeze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to push down or squeeze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'press' means 'to push down or squeeze'.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'press'.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'press'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'press'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to push down or squeeze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'press' means 'to push down or squeeze'.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'press'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'press'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to push down or squeeze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'press' comes from a Latin word meaning to push or squeeze.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'express' means to push something back to where it started.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'compress' contains the prefix 'com' meaning together.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Pressure is a word that contains the root 'press'.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'de' in 'depress' means above or on top of.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'press'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to push down or squeeze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push down or squeeze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pressare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compress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depress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impress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repress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pressure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impression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'press'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to push down or squeeze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-ure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519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59943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59943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955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070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070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compress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to push down or squeeze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compress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or share your thoughts and feelings.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depress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hold back or force down feelings or actions.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squeeze something together to make it smaller.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impress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pushing force on something, or a feeling of stress.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repress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effect or feeling something leaves on your mind.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pressure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someone feel admiration or respect for you.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impression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something down, or to make someone feel very sad.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'press'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to push down or squeeze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'press'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doctor said to compress the wound by pressing a clean cloth firmly against it.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Maya wanted to express her feelings about the poem, so she painted a colourful picture.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heavy weight of the backpack put a lot of pressure on his shoulders during the long hike.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to push down or squeeze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to push down or squeeze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tried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impress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her teacher by writing 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expressive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poem about the ocean.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impress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to push down or squeeze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to push down or squeeze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/ upon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im before 'm/p'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or squeeze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to push down or squeeze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/ upon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im before 'm/p'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or squeeze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to push down or squeeze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/ upon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im before 'm/p'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or squeeze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to push down or squeeze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to push down or squeeze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or squeeze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to push down or squeeze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or squeeze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to push down or squeeze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or squeeze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to push down or squeeze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to push down or squeeze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compress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file, you can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expression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your ideas more efficiently, but too much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pressure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the device may cause problems.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compress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pressure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to push down or squeeze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compress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to push down or squeeze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compress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 /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or squeeze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to push down or squeeze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compress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 /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or squeeze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to push down or squeeze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compress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 /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or squeeze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12483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to push down or squeeze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to push down or squeeze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or squeeze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to push down or squeeze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or squeeze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to push down or squeeze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or squeeze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to push down or squeeze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to push down or squeeze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or squeeze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to push down or squeeze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or squeeze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to push down or squeeze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or squeeze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to push down or squeeze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'press' = to push down or squeeze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'press'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-ure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compress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depress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impress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repress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pressure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impression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expressive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'press' — 3-Day Teaching Deck</dc:title>
  <dc:subject>PptxGenJS Presentation</dc:subject>
  <dc:creator>Word Labs</dc:creator>
  <cp:lastModifiedBy>Word Labs</cp:lastModifiedBy>
  <cp:revision>1</cp:revision>
  <dcterms:created xsi:type="dcterms:W3CDTF">2026-03-25T03:55:25Z</dcterms:created>
  <dcterms:modified xsi:type="dcterms:W3CDTF">2026-03-25T03:55:25Z</dcterms:modified>
</cp:coreProperties>
</file>