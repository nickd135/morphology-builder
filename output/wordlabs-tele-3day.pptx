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'tele'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"far away, at a distance"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tele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'tele' — far away, at a distance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'tele' = far away, at a distance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'tele' means 'far away, at a distance'.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'tele'.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'tele'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'tele'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'tele' = far away, at a distance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'tele' means 'far away, at a distance'.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'tele'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'tele'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'tele' = far away, at a distance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morpheme 'tele' comes from Greek and means 'far away'.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 telescope is used to make very small things look bigger under a lens.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'telephone' contains the morpheme 'tele' meaning 'far away'.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Words with 'tele' in them often relate to sending or receiving things over a distance.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morpheme 'tele' means 'sound' in Greek.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'tele'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'tele' = far away, at a distance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'tele'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far away, at a distance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tele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telephone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telescope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television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telegraph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teleport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telepathy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telecast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'tele'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'tele' = far away, at a distance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'tele'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-phone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-scope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-vision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astro-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-graph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cyber-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-cast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77977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3127248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3127248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'tele'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39826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745736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745736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-phone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6062472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473952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473952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telephone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'tele'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'tele' = far away, at a distance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telephone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device that lets you speak to someone who is far away.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telescope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screen that shows moving pictures and sound sent from far away.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television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imagined ability to send thoughts directly to someone else's mind from far away.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telegraph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old machine that sent messages over long distances using electrical signals.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teleport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instantly move from one place to another very far away (often in science fiction).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telepathy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programme that is broadcast and sent to television screens far away.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telecast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tube-shaped tool that makes faraway objects like stars look closer and bigger.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'tele'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'tele' = far away, at a distance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'tele'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used a telescope to look at the craters on the moon during our science lesson.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mobile phones existed, people had to use a telephone attached to the wall to call their friends.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astronauts sent telemetry data back to scientists on Earth so they could monitor the spacecraft.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'tele' = far away, at a distance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'tele' = far away, at a distance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picked up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telephone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call her grandmother, then watched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telecast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school concert.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telephone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telecast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'tele' = far away, at a distance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telephone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'tele' = far away, at a distance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telephone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sound, voice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'tele' = far away, at a distance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telephone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sound, voice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'tele' = far away, at a distance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telephone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sound, voice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575957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/f/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'tele' = far away, at a distance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telecast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'tele' = far away, at a distance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telecast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throw or send 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'tele' = far away, at a distance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telecast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throw or send 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cast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'tele' = far away, at a distance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telecast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throw or send 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cast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'tele' = far away, at a distance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'tele' = far away, at a distance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telescope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 scientist studied distant planets, recorded data with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telegraph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broadcast her findings in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telecast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telescope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telegraph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telecast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'tele' = far away, at a distance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telescope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'tele' = far away, at a distance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telescope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look,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'tele' = far away, at a distance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telescope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look,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'tele' = far away, at a distance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telescope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look,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575957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/sk/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'tele' = far away, at a distance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telegraph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'tele' = far away, at a distance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telegraph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write or record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'tele' = far away, at a distance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telegraph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write or record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'tele' = far away, at a distance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telegraph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write or record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757694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/f/</a:t>
            </a:r>
            <a:endParaRPr lang="en-US" sz="7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'tele' = far away, at a distance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telecast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'tele' = far away, at a distance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telecast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throw or send 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'tele' = far away, at a distance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telecast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throw or send 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cast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'tele' = far away, at a distance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telecast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throw or send 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cast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'tele' = far away, at a distance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'tele'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'tele' = far away, at a distance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'tele'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-phone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-scope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-vision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astro-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-graph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cyber-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-cast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telephone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telescope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television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telegraph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teleport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telepathy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telecast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telemetry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'tele' — 3-Day Teaching Deck</dc:title>
  <dc:subject>PptxGenJS Presentation</dc:subject>
  <dc:creator>Word Labs</dc:creator>
  <cp:lastModifiedBy>Word Labs</cp:lastModifiedBy>
  <cp:revision>1</cp:revision>
  <dcterms:created xsi:type="dcterms:W3CDTF">2026-04-03T03:21:24Z</dcterms:created>
  <dcterms:modified xsi:type="dcterms:W3CDTF">2026-04-03T03:21:24Z</dcterms:modified>
</cp:coreProperties>
</file>