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'tele-'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"far; distant"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'tele-' — far; distant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'tele-' means 'far; distant'.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prefix 'tele-'.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base words and other morphemes to build and decode 'tele-'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'tele-'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The prefix 'tele-' means 'far; distant'.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In 'telephone', the root is the part after the prefix 'tele-'.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'-ed' changes a verb to past tense.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'telephone' means 'a device used to talk to someone else who is far away, by sending sound through wires or signals'.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'telephoned' means 'painted a fence a fresh colour'.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'telephoned' means 'contacted someone by telephone'.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'telephone' means 'a small torch used for reading in the dark'.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'tele' means 'far; distant'.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'tele-'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far; distant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Prefix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'tele-'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'tele-'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508760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508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633472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980944" y="4636008"/>
            <a:ext cx="197510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980944" y="463600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983480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330952" y="46360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330952" y="4636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55080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766560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66560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used to talk to someone else who is far away, by sending sound through wires or signals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used to talk with people who are far away, or contacts someone this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that receive and show moving pictures and sound as broadcast programmes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that receives and shows moving pictures and sound as a broadcast programme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contacting someone using a telephone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printed message sent quickly using electrical signals, especially in the past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 someone by telephone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'tele-'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'tele-'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picked up the telephone to call her grandmother.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telephoned her friend as soon as she heard the good news.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has three telephones so staff can answer calls quickly.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telescoping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antenna shrank down to fit neatly into the car. By glancing at the door again and again, he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telegraphing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his plan to leave early.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telegraphing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telescoping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view; examine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telegraphing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telegraphing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telegraphing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telegraphing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write; drawing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allows people to talk across the world instantly.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telecommunications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industry relies on satellites and cables. The twins seemed to share a kind of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telepathy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often finishing each other's sentences.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1962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1962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31048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911058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11058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60143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0153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153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89239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69249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9249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618335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98345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8345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47431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27441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7441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76526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6536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6536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1962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1962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831048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911058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11058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60143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0153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153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89239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69249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9249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618335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98345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8345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47431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27441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7441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476526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56536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56536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53589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53589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361841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61841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70094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70094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178347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78347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586600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86600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994852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94852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403105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03105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811358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11358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19610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19610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627863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27863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036116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36116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444368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4368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852621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2621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260874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60874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669127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69127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077379" y="4169664"/>
            <a:ext cx="356616" cy="475488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77379" y="416966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81962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81962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831048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911058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11058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60143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0153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153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89239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69249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9249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618335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98345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98345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47431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627441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7441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76526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56536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56536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telecommunications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81962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81962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831048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911058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11058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760143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0153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153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689239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69249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9249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618335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698345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98345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47431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627441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7441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476526" y="3364992"/>
            <a:ext cx="800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56536" y="3364992"/>
            <a:ext cx="84908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56536" y="3364992"/>
            <a:ext cx="84908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53768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53768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37995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7995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22223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22223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106450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06450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490677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90677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874904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74904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259132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59132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43359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43359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027586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7586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11814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11814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796041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96041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180268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80268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6564496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64496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948723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48723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332950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32950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717177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717177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8101405" y="4169664"/>
            <a:ext cx="332411" cy="475488"/>
          </a:xfrm>
          <a:prstGeom prst="rect">
            <a:avLst>
              <a:gd name="adj" fmla="val 11003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01405" y="4169664"/>
            <a:ext cx="33241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feeling; disease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feeling; disease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telepathy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far; at a distance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feeling; disease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'tele-'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'tele'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'tele-' = far; distant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'tele-'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Words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telephoning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'tele-' — 3-Day Teaching Deck</dc:title>
  <dc:subject>PptxGenJS Presentation</dc:subject>
  <dc:creator>Word Labs</dc:creator>
  <cp:lastModifiedBy>Word Labs</cp:lastModifiedBy>
  <cp:revision>1</cp:revision>
  <dcterms:created xsi:type="dcterms:W3CDTF">2026-07-07T10:36:52Z</dcterms:created>
  <dcterms:modified xsi:type="dcterms:W3CDTF">2026-07-07T10:36:52Z</dcterms:modified>
</cp:coreProperties>
</file>