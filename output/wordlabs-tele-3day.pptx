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'tele'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"far away, at a distance"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tele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'tele' — far away, at a distance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'tele' means 'far away, at a distance'.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'tele'.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'tele'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'tele'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'tele' means 'far away, at a distance'.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'tele'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'tele'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morpheme 'tele' means 'small' or 'tiny'.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morpheme 'tele' means 'far away' or 'at a distance'.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telescope uses the morpheme 'tele' because it helps you see things that are far away.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'telephone' contains the morpheme 'tele'.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morpheme 'tele' comes from Latin.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'tele'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 away, at a distance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tele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teleport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'tele'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-phone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cyber-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-vision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-cast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-phone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lets you talk to someone who is far away.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that receives and shows moving pictures and sound from far away.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instantly move a person or object from one place to another far away, often in stories.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message sent quickly over long distances using electrical signals.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imagined ability to send thoughts directly to someone else's mind without speaking.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teleport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programme that is broadcast and sent out over television to viewers far away.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tube-shaped tool that makes faraway things like stars look closer and bigger.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'tele'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'tele'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the rocket launch on television last night and it was absolutely amazing.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used a telescope to look at the craters on the moon from her backyard.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mobile phones existed, people sent urgent messages using a telegraph or telegram.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picked up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called her grandmother, who watched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telecast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home.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or throw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or throw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or throw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scientist sent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later studied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telegraph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records carefully.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written or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written or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written or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'tele' = far away, at a distance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'tele'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-phone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cyber-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-vision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-cast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teleport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telecast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'tele' — 3-Day Teaching Deck</dc:title>
  <dc:subject>PptxGenJS Presentation</dc:subject>
  <dc:creator>Word Labs</dc:creator>
  <cp:lastModifiedBy>Word Labs</cp:lastModifiedBy>
  <cp:revision>1</cp:revision>
  <dcterms:created xsi:type="dcterms:W3CDTF">2026-04-10T00:37:12Z</dcterms:created>
  <dcterms:modified xsi:type="dcterms:W3CDTF">2026-04-10T00:37:12Z</dcterms:modified>
</cp:coreProperties>
</file>