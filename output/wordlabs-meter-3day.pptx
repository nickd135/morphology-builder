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'meter'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"measure"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'meter' — measure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'meter' means 'measure'.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'meter'.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'meter'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'meter'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'meter' means 'measure'.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'meter'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'meter'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'meter' means 'a unit used to measure length'.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'meters' means 'small clocks that only show the date'.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'meter' means 'measure'.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'meter' means 'a device that measures and records an amount, such as electricity or gas used'.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'meters' means 'devices that measure or record an amount, such as electricity, gas, or parking time'.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'meter'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'meter'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273552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273552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03834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03834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distances around the outside edges of shapes or areas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and recording the amount of something used, such as electricity or water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line passing through the centre of a circle, touching both sides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and recorded by a meter, especially for a service like parking or electricity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outside edge of a shape or area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measures and records an amount, such as electricity or gas used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that measure or record an amount, such as electricity, gas, or parking time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'meter'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'meter'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electrician checked the meter to see how much power the house had used.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electricity meters on the wall showed how much power the house had used.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 park has metered parking, so you must pay for each hour.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check the patient's temperature. Old sailing ships carried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chronometers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help navigators calculate longitude.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checked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compare the temperature readings. Speed is 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parameter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engineers must consider when designing a car. The engineers agreed 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starting the design.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beside; beyond;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beside; beyond;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beside; beyond;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beside; beyond;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beside; beyond;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parameters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beside; beyond;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'meter'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