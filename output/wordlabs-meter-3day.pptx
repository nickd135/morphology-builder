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'meter'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"measure or measuring instrument"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metron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'meter' — measure or measuring instrument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'meter' means 'measure or measuring instrument'.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'meter'.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'meter'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'meter'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'meter' means 'measure or measuring instrument'.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'meter'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'meter'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barometer is used to measure the distance between two cities.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thermometer is used to measure temperature.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'meter' comes from a Latin word meaning 'to write'.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'perimeter' contains the root 'meter' meaning measure.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speedometer measures how fast something is moving.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'meter'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 or measuring instrument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metron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kilometer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speedometer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centimeter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diameter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'meter'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kilo-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milli-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92608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273552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273552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6908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3834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3834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line that passes through the centre of a circle from one side to the other.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total distance around the outside of a shape.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kilometer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in a vehicle that measures how fast it is travelling.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length equal to one thousand metres.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speedometer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unit of length that is one hundredth of a metre.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centimeter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measures how hot or cold something is.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diameter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that measures air pressure to help predict the weather.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'meter'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'meter'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nurse used a thermometer to check if the student had a fever.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a ruler to measure the perimeter of the rectangle in maths today.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checked the altimeter to see how high the plane was flying.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thermometer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showed it was too hot outside, so we used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speedometer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check we were driving slowly to the shaded park.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speedometer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root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root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root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om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barometer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altimeter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perimeter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measurement, the scientist recorded all the data carefully.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altimeter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or pressure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or pressure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or pressure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instrument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'meter' = measure or measuring instrument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'meter'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kilo-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milli-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thermometer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barometer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kilometer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speedometer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centimeter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diameter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altimeter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'meter' — 3-Day Teaching Deck</dc:title>
  <dc:subject>PptxGenJS Presentation</dc:subject>
  <dc:creator>Word Labs</dc:creator>
  <cp:lastModifiedBy>Word Labs</cp:lastModifiedBy>
  <cp:revision>1</cp:revision>
  <dcterms:created xsi:type="dcterms:W3CDTF">2026-04-10T00:36:33Z</dcterms:created>
  <dcterms:modified xsi:type="dcterms:W3CDTF">2026-04-10T00:36:33Z</dcterms:modified>
</cp:coreProperties>
</file>