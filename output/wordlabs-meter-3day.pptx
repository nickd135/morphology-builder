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'meter'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"measure or measuring instrument"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metron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'meter' — measure or measuring instrument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'meter' means 'measure or measuring instrument'.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'meter'.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'meter'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'meter'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'meter' means 'measure or measuring instrument'.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'meter'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'meter'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'meter' comes from Greek and means to measure.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perimeter measures the temperature of an object.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thermometer contains the root 'meter', which relates to measuring.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speedometer is an instrument used to measure speed.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'meter' comes from Latin and means distance.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'meter'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or measuring instrument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metron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kilometer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centimeter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'meter'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milli-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383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383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in a car that measures how fast it is travelling.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length that is one hundredth of a metre.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kilometer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outside edge of a shape.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length equal to one thousand metres.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line that goes through the centre of a circle from one side to the 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measures how hot or cold something is.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that measures air pressure to help predict the weather.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'meter'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'meter'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thermometer to check if the student had a fever.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ruler to measure the perimeter of the rectangle in maths today.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watched the speedometer carefully to make sure he wasn't driving too fast.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record the temperature, then calculated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garden.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checked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barometer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recorded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diameter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lens, and read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altimeter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flight.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milli-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kilometer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centimeter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'meter' — 3-Day Teaching Deck</dc:title>
  <dc:subject>PptxGenJS Presentation</dc:subject>
  <dc:creator>Word Labs</dc:creator>
  <cp:lastModifiedBy>Word Labs</cp:lastModifiedBy>
  <cp:revision>1</cp:revision>
  <dcterms:created xsi:type="dcterms:W3CDTF">2026-03-25T04:01:20Z</dcterms:created>
  <dcterms:modified xsi:type="dcterms:W3CDTF">2026-03-25T04:01:20Z</dcterms:modified>
</cp:coreProperties>
</file>