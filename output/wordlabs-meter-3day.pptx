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'meter'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'thermometer' really means 'an instrument used to measure temperature'.
'diameter' really means 'a straight line passing through the centre of a circle, touching both sides'.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Mum glanced at the speedometer to check her speed, while the odometer showed how far we had 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At the weather station, a barometer measures air pressure. An anemometer, with its spinning cups, measures wind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'meter'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"measure"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'meter'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'meter' — measure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'meter' means 'measure'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'meter'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'meter'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'meter'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'meter' means 'measure'. You can find it in 'diameter'.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'diameter', 'dia-' means 'through; across'.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'meter' means 'measure'.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'altimeter' means 'an instrument that shows how high above the ground or sea something is'.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'thermometer' means 'a straight line passing through the centre of a circle, touching both sides'.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'perimeter' means 'the total distance around the outside edge of a shape or area'.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'diameter' means 'an instrument used to measure temperature'.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'meter' means 'measure'.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'altimeter' means 'an instrument that shows how high above the ground or sea something is'.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'thermometer' means 'a straight line passing through the centre of a circle, touching both sides'.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'perimeter' means 'the total distance around the outside edge of a shape or area'.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'diameter' means 'an instrument used to measure temperature'.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'meter'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diameter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perimeter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altimeter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'meter'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alti-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4904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16052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diameter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straight line passing through the centre of a circle, touching both sides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diameter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total distance around the outside edge of a shape or area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perimeter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device that measures and records an amount, such as electricity or gas used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instrument that shows how high above the ground or sea something 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altimeter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an instrument used to measure temperature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device that measures and records an amount, such as electricity or gas 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diameter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straight line passing through the centre of a circle, touching both sides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perimeter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total distance around the outside edge of a shape or area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instrument used to measure temperature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altimeter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an instrument that shows how high above the ground or sea something is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'meter'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'meter'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electrician checked the meter to see how much power the house had used.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diameter of the circle was ten centimetres.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the perimeter of the playground by walking around its edge.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glanced at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speedometer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check her speed, while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odometer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showed how far we had driven.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speedometer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odometer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way; road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way; road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way; road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weather station,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barometer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air pressure.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anemometer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its spinning cups, measures wind speed.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barometer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anemometer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weight; pressure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weight; pressure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weight; pressure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anemometer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anemometer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anemometer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anemometer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'meter'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'meter' = measure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alti-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speedometer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'meter'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