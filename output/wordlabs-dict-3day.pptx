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"say, speak, word"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'dict' — say, speak, word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'dict' means 'say, speak, word'.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'dict' means 'say, speak, word'.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dictionary is connected to 'dict' because it contains words and their meanings.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'dict' comes from a Greek word meaning to write.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'contra' in 'contradict' means against or opposite.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'dict' comes from a Latin word meaning to say or speak.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'predict' means to say what happened in the past.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say, speak, word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decision or judgement, especially in a court of law.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leader who has complete power and tells everyone what to 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lists words and explains what they mean.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order or rule announced by someone in authority.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before it occurs.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words aloud for someone else to write down, or to give orders.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made a bold prediction that it would rain on the day of our school sports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open our dictionaries and find the meaning of the word 'perseverance'.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rude to contradict someone in front of the whole class without listening to their full explanation.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do next in the story?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agent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agent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agent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jury's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everything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recorded.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word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word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truly, word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30795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39679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say, speak, word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'dict' — 3-Day Teaching Deck</dc:title>
  <dc:subject>PptxGenJS Presentation</dc:subject>
  <dc:creator>Word Labs</dc:creator>
  <cp:lastModifiedBy>Word Labs</cp:lastModifiedBy>
  <cp:revision>1</cp:revision>
  <dcterms:created xsi:type="dcterms:W3CDTF">2026-04-09T22:35:02Z</dcterms:created>
  <dcterms:modified xsi:type="dcterms:W3CDTF">2026-04-09T22:35:02Z</dcterms:modified>
</cp:coreProperties>
</file>