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This deck teaches 'dic' and 'dict' together: they are spellings of the same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'predictive' really means 'able to predict or show what is likely to happen'.
'prediction' really means 'a statement saying what someone thinks will happen in the future'.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weather was so unpredictable that we did our dictation inside instead of under the trees.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In drama, Mr Lee praised Ella's clear diction, and nobody tried to contradict him. Arrows on the stage indicate where to 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'dic / dict'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"say; speak"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This deck teaches 'dic' and 'dict' together: they are spellings of the same root.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'dic / dict' — say; speak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'dic / dict' means 'say; speak'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'dic / dict'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'dic / dict'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'dic / dict'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'dic / dict' means 'say; speak'. You can find it in 'prediction'.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'prediction', 'pre-' means 'before'.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'prediction',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'dic / dict' means 'say; speak'.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'dedication' means 'commitment or devotion to a task or purpose'.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'predictive' means 'devoted to a task or purpose'.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'dedicated' means 'devoted to a task or purpose'.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'prediction' means 'signs that show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'dic / dict' means 'say; speak'.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'dedication' means 'commitment or devotion to a task or purpose'.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'predictive' means 'devoted to a task or purpose'.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'dedicated' means 'devoted to a task or purpose'.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'prediction' means 'signs that show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'dic / dict'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say; speak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'dic / dict'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385876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85876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signs that show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statement saying what someone thinks will happen in the future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predict or show what is likely to happen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devoted to a task or purpose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commitment or devotion to a task or purpose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statement saying what someone thinks will happen in the future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able to predict or show what is likely to happen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devoted to a task or purpose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commitment or devotion to a task or purpose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signs that show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'dic / dict'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'dic / dict'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phone's predictive text guesses the next word as you type.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dedicated teacher stayed late every day to help her students.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dedication to swimming every morning helped her win the race.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weather was so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we did 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dictation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inside instead of under the trees.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tell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tell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tell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tell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tell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tell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drama, Mr Lee praised Ella's clear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nobody tried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contradict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him. Arrows on the stage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indicate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to stand.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tell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tell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tell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 / dict'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 / dict'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'dic / dict'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