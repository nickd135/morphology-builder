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"say, speak, word"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'dict' — say, speak, word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'dict' means 'say, speak, word'.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'dict' means 'say, speak, word'.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'dict' comes from Latin and means to say or speak.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'predict' means to speak about something after it has already happened.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dictionary is connected to 'dict' because it is a book about words and their meanings.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'dictator' contains the root 'dict' because a dictator issues commands and orders.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'dict' comes from the Greek word for writing.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say, speak, word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decision or judgement made after carefully considering the facts.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blessing or kind words spoken at the end of a church service.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something out loud for someone else to write down, or to give orders.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order or announcement made by someone in authority.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the opposite of what someone else has said.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that explains the meaning of words in a language.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before it actually does.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dictate a sentence and the students must write every word correctly.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can predict the weather by studying clouds, wind, and temperature patterns.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rude to contradict someone without listening carefully to what they have said.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be at the end of the trial?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truly,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truly,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truly,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dictator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people would not accept his words.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'dict' — 3-Day Teaching Deck</dc:title>
  <dc:subject>PptxGenJS Presentation</dc:subject>
  <dc:creator>Word Labs</dc:creator>
  <cp:lastModifiedBy>Word Labs</cp:lastModifiedBy>
  <cp:revision>1</cp:revision>
  <dcterms:created xsi:type="dcterms:W3CDTF">2026-03-25T03:44:58Z</dcterms:created>
  <dcterms:modified xsi:type="dcterms:W3CDTF">2026-03-25T03:44:58Z</dcterms:modified>
</cp:coreProperties>
</file>