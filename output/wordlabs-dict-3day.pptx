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'dict'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"say; tell"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'dict' — say; tell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'dict' means 'say; tell'.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'dict'.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'dict'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'dict'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'dict' means 'say; tell'.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'dict'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'dict'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'indictment' means 'a written apology for a mistake'.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'indictment' means 'a formal charge of a serious crime, or something that strongly shows fault'.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'dict' means 'say; tell'.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'dict'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say; tell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indictment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'dict'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706624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2706624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7764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325112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4325112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221224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5632704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32704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indictment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indictment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charge of a serious crime, or something that strongly shows fault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'dict'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'dict'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was an indictment of the company's failure to protect workers.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counsellor spoke gently to the addict about getting help.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became addicted to checking his phone every few minutes.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counsellor spoke gently 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getting help. He became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addicted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checking his phone every few minutes.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phone game is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addictive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she plays it for hours. His answer seemed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he had said earlier. For breakfast, we ordered eggs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benedict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rich, buttery sauce.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benedict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good; well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good; well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good; well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say;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'dict' = say; tell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indictment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'dict'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