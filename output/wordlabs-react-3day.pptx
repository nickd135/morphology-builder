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act in response"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'react' — to act in response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'react' means 'to act in response'.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'react' means 'to act in response'.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'react'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'Overreact' means to respond in exactly the right way.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'reaction' is what happens in response to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'-ive' in 'reactive' means tending to do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'react' means to ignore what is happening.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act in response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respond to something in a way that is much stronger than needed.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or device that causes or controls a chemical or nuclear reaction.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 respond quickly or strongly to things that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past tense of react — having already responded to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feel something in response to what happens around you.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resisting or pushing back against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or how someone feels in response to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 react when you found out the excursion was cancelled?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watched carefully to see what reaction would happen when she mixed the two liquids together.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not to overreact if something goes wrong — take a deep breath first.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news, and was your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surprising to others?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tends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overreact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news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stress she had already been feeling.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reactance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interreact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'react' — 3-Day Teaching Deck</dc:title>
  <dc:subject>PptxGenJS Presentation</dc:subject>
  <dc:creator>Word Labs</dc:creator>
  <cp:lastModifiedBy>Word Labs</cp:lastModifiedBy>
  <cp:revision>1</cp:revision>
  <dcterms:created xsi:type="dcterms:W3CDTF">2026-03-25T03:21:09Z</dcterms:created>
  <dcterms:modified xsi:type="dcterms:W3CDTF">2026-03-25T03:21:09Z</dcterms:modified>
</cp:coreProperties>
</file>