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'react'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"respond"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'react' — respond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'react' means 'respond'.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'react'.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'react'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'react'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'react' means 'respond'.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'react'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'react'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'overreacted' means 'stayed calm and said nothing at all'.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'react' means 'respond'.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'overreact' means 'to respond to something with far more emotion or force than needed'.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'overreacted' means 'responded to something with far more emotion or force than needed'.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'overreact' means 'to respond calmly and thoughtfully'.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'react'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'react'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508760" y="2807208"/>
            <a:ext cx="10972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508760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33472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980944" y="2807208"/>
            <a:ext cx="1389888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980944" y="28072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398264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745736" y="28072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45736" y="28072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41848" y="2807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053328" y="28072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53328" y="28072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'react'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'react'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not to overreact when your little brother makes a small mistake.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overreacted when he lost the game, throwing the controller down.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said I was overreacting about missing one bus.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not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overreact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your little brother makes a small mistake. 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overreacted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he lost the game, throwing the controller down. Mum said I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overreacting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missing one bus.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overreacting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'react' = respond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'react'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'react' — 3-Day Teaching Deck</dc:title>
  <dc:subject>PptxGenJS Presentation</dc:subject>
  <dc:creator>Word Labs</dc:creator>
  <cp:lastModifiedBy>Word Labs</cp:lastModifiedBy>
  <cp:revision>1</cp:revision>
  <dcterms:created xsi:type="dcterms:W3CDTF">2026-07-07T10:22:36Z</dcterms:created>
  <dcterms:modified xsi:type="dcterms:W3CDTF">2026-07-07T10:22:36Z</dcterms:modified>
</cp:coreProperties>
</file>