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act in response"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'react' — to act in response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'react' means 'to act in response'.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'react' means 'to act in response'.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're-' in 'react' means 'back' or 'again'.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suffix '-ion' to 'react' makes the noun 'reaction'.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'react' comes from the Greek word meaning 'to speak'.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'reactor' is a person who writes about reactions in a diary.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'overreact' means to respond in a much bigger way than is needed.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act in response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reactance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respond to something in a way that is much bigger or stronger than needed.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or device that produces a chemical or nuclear reaction in a controlled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 respond quickly to things that happen, rather than planning ahead.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resisting or pushing back against something, used in science and everyday life.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feel something in response to what happened — like jumping when you hear a loud noise.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responded to something that happened — like how the crowd reacted to the goal.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reactance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or how someone feels after something else occurs — like laughing at a funny joke.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 began to react with cheers when the winning goal was scored.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reaction to the surprise party was one of total disbelief and joy.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not to overreact when something small goes wrong.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the chemical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carefully, noting how quickly the liquid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heat.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crowd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overreact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stayed safe and under control.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'react' = to act in response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overreact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reactance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counterreact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'react' — 3-Day Teaching Deck</dc:title>
  <dc:subject>PptxGenJS Presentation</dc:subject>
  <dc:creator>Word Labs</dc:creator>
  <cp:lastModifiedBy>Word Labs</cp:lastModifiedBy>
  <cp:revision>1</cp:revision>
  <dcterms:created xsi:type="dcterms:W3CDTF">2026-04-09T22:09:08Z</dcterms:created>
  <dcterms:modified xsi:type="dcterms:W3CDTF">2026-04-09T22:09:08Z</dcterms:modified>
</cp:coreProperties>
</file>