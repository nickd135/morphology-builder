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'educate'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lead out knowledge"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educare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'educate' — to lead out knowledge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'educate' means 'to lead out knowledge'.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'educate'.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'educate'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'educate'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'educate' means 'to lead out knowledge'.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'educate'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'educate'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'educate'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'educator' means a person who builds schools.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'educational' contains the root 'educate'.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're-' to 'educate' makes a word meaning to teach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'-ion' in 'education' means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'educate'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lead out knowledge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educare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'educate'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teaching someone or helping them learn.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learned a lot through school or study.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helps you learn, like a documentary or school trip.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teach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someone who has not had much schooling or learning.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someone new ways of thinking or doing things again.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learning and being taught at school or elsewhere.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'educate'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'educate'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new educator explained that every subject we study helps prepare us for the future.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visit was so educational that everyone in the class wanted to come back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parents believe that a good education is one of the most important things in life.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smiled as she handed 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worksheets to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reeducate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thinking, and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experience helps you grow.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 knowledge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coeducational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'educate' — 3-Day Teaching Deck</dc:title>
  <dc:subject>PptxGenJS Presentation</dc:subject>
  <dc:creator>Word Labs</dc:creator>
  <cp:lastModifiedBy>Word Labs</cp:lastModifiedBy>
  <cp:revision>1</cp:revision>
  <dcterms:created xsi:type="dcterms:W3CDTF">2026-03-25T03:09:41Z</dcterms:created>
  <dcterms:modified xsi:type="dcterms:W3CDTF">2026-03-25T03:09:41Z</dcterms:modified>
</cp:coreProperties>
</file>