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'educate'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'educate' — teach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'educate' means 'teach'.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'educate'.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'educate'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'educate'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'educate' means 'teach'.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'educate'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'educate'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'educated' means 'having been cooked in an oven'.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'educate' means 'to punish someone for doing something wrong'.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'educated' means 'having been taught and having gained knowledge'.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'educate' means 'teach'.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'educate' means 'to teach someone or give them knowledge'.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'educate'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'educate'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6360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6360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whose job is to teach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someone or give them knowledge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been taught and having gained knowledge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 someone or gives them knowledge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or giving knowledge to someone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'educate'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'educate'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schools educate children so they can succeed in life.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well-educated woman who loved reading.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programme educates young people about healthy eating.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child has a right to a good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documentary was highly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teaching viewers about the ocean.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across the city met to discuss the new curriculum.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uneducated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farmer had never been taught to read, but he knew everything about the land. The museum trip was both fun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uneducated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'educate' = teach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'educate'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educates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educator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educating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'educate'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