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'educate'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'educate' really means 'teach'.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Long ago, many children were left uneducated because there were no schools nearby.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'educate'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"teach"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'educate'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'educate' — teach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'educate' means 'teach'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'educate'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'educate'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'educate'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'educate' means 'teach'. You can find it in 'educator'.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'uneducated',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'educator', '-or'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'educate' means 'teach'.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'education' means 'the process of teaching and learning, especially in school'.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'educator' means 'a person whose job is to teach'.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'educate'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'educate' means 'teach'.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'education' means 'the process of teaching and learning, especially in school'.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'educator' means 'a person whose job is to teach'.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'educate'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'educate'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'educate'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7977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07238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7238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97680" y="2971800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29718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educator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process of teaching and learning, especially in school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teach someone or give them knowledge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whose job is to teach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teach someone or give them knowledge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whose job is to teach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process of teaching and learning, especially in school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'educate'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'educate'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schools educate children so they can succeed in life.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mother was a respected educator at the local high school.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has a right to a good education.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ago, many children were left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uneducated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there were no schools nearby.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uneducated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uneducated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uneducated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uneducated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uneducated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'educate'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'educate' = teach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uneducated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'educate'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