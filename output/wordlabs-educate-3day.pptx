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'educate'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lead out, teach"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educare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'educate' — to lead out, teach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out,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'educate' means 'to lead out, teach'.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'educate'.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'educate'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'educate'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out,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'educate' means 'to lead out, teach'.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'educate'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'educate'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out, teach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'educator' means a student who is learning at school.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Adding the prefix 're' to 'educate' makes the word 'reeducate', meaning to teach again.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An 'educational' programme is one that helps people learn something.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'educate' comes from a Latin word meaning to lead out or bring up.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'educate' originally comes from a Greek word.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'educate'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out,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lead out, teach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educare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educator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educational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reeducate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uneducated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'educate'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out, teach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881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996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996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out, teach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teaching someone right now.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educator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learning and being taught at school or home.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Describing someone who has not had the chance to learn much.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learned a lot through school or study.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educational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teach someone again, especially new ways of thinking.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reeducate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helps you learn, like an educational video.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uneducated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whose job is to teach others.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'educate'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out, teach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'educate'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said that a good education helps you solve problems in everyday life.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educator at the museum showed us how ancient Egyptians used to live.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Watching documentaries about animals can be very educational.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out,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out, teach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educator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explained that a good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education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opens many doors in life.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out,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out,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out, teach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out,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out, teach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out,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out, teach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out,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out,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out, teach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out,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out, teach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out,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out, teach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44470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out,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out, teach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Reeducating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community was important, but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uneducated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people also needed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educational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support.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reeducating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uneducated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out,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reeducating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out,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reeducating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out, teach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out,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reeducating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out, teach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out,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reeducating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out, teach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55814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out,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uneducated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out,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uneducated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out, teach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state of; past tense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out,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uneducated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out, teach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state of; past tense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out,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uneducated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out, teach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state of; past tense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521873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out,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out,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out, teach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89734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out,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out, teach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89734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50" name="Text 4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out,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out, teach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89734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3911969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521873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out, teach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to lead out, teach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educator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educational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reeducate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uneducated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coeducational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'educate' — 3-Day Teaching Deck</dc:title>
  <dc:subject>PptxGenJS Presentation</dc:subject>
  <dc:creator>Word Labs</dc:creator>
  <cp:lastModifiedBy>Word Labs</cp:lastModifiedBy>
  <cp:revision>1</cp:revision>
  <dcterms:created xsi:type="dcterms:W3CDTF">2026-04-09T21:57:13Z</dcterms:created>
  <dcterms:modified xsi:type="dcterms:W3CDTF">2026-04-09T21:57:13Z</dcterms:modified>
</cp:coreProperties>
</file>