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'respect'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look back at, regard"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respectus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'respect' — to look back at, regard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'respect' means 'to look back at, regard'.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'respect'.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'respect'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'respect'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'respect' means 'to look back at, regard'.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'respect'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'respect'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'respect' means to move forward quickly.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'Respectful' contains the root 'respect' plus a suffix.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'ir' to 'respect' makes a word that means extra respect.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'respect' comes from a Latin word.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'Disrespect' means to treat someone without care or regard.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'respect'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look back at, regard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respectus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irrespective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'respect'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445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89204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89204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letting something affect a decision; regardless of what happens.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in a polite and considerate way.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someone rudely or without care, as if they don't matter.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rude or showing that you don't care about someone's feelings.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irrespective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treat someone or something with care and consideration because they are important.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respectable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Behaving in a way that other people think is good and proper.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that you treat others with care and good manners.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'respect'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'respect'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show respectful behaviour in class by listening when others are speaking.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not to disrespect your teammates, even when your team loses a game.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were asked to treat the visiting elder respectfully and listen carefully to her story.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respectful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others is important, even when you disagree with them.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regard, look back 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regard, look back 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regard, look back 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regard, look back 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regard, look back 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regard, look back 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17887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respectfully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disagreed;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respectable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manner meant everyone listened,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irrespective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their own views.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irrespective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regard, look back 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regard, look back 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regard, look back 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921966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891688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regard, look back 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be, worthy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regard, look back 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be, worthy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regard, look back 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be, worthy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regard, look back at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regard, look back at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without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regard, look back at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515910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to look back at, regard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irrespective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respectable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respectless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'respect' — 3-Day Teaching Deck</dc:title>
  <dc:subject>PptxGenJS Presentation</dc:subject>
  <dc:creator>Word Labs</dc:creator>
  <cp:lastModifiedBy>Word Labs</cp:lastModifiedBy>
  <cp:revision>1</cp:revision>
  <dcterms:created xsi:type="dcterms:W3CDTF">2026-04-09T22:12:03Z</dcterms:created>
  <dcterms:modified xsi:type="dcterms:W3CDTF">2026-04-09T22:12:03Z</dcterms:modified>
</cp:coreProperties>
</file>