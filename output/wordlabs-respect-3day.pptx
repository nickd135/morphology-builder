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'respect' suit Years 3–7, so Day 3 has 1 dictation word instead of 3.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'respect' really means 'treat well; value'.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the game, both teams shook hands respectfully and returned to their respective buses.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Leaving rubbish on the beach is disrespectful to everyone who visits.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'respect'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"treat well; value"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'respect' suit Years 3–7, so Day 3 has 1 dictation word instead of 3.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'respect' — treat well; value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'respect' means 'treat well; value'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'respect'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'respect'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'respect'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'respect' means 'treat well; value'. You can find it in 'disrespect'.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'disrespect',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'respectful',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'respect' means 'treat well; value'.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'respectful' means 'showing politeness and consideration towards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'disrespect' means 'a lack of respect; rude or insulting behaviour towards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'respect'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'respect' means 'treat well; value'.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'respectful' means 'showing politeness and consideration towards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'disrespect' means 'a lack of respect; rude or insulting behaviour towards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'respect'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'respect'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 well; value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'respect'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2336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434840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showing politeness and consideration towards others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treat someone or something with high regard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lack of respect; rude or insulting behaviour towards someone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treat someone or something with high regard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lack of respect; rude or insulting behaviour towards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showing politeness and consideration towards others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'respect'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'respect'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students show respect to their teachers and classmates.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over the teacher is a sign of disrespect.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were respectful and quiet while the visitor spoke.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game, both teams shook hands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respectfully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returned to their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rubbish on the beach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disrespectful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everyone who visits.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well; value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'respect' = treat well; 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respectfully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94576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'respect'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