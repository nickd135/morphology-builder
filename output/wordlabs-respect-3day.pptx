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'respect'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 back at, regard"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respectus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'respect' — to look back at, regard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'respect' means 'to look back at, regard'.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'respect'.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'respect'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'respect'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'respect' means 'to look back at, regard'.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'respect'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'respect'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'respect' comes from a Latin word meaning to look back at or regard.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'disrespectful' means to show great admiration for someone.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'dis-' to 'respect' creates a word with the opposite meaning.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'respectful' contains both the root 'respect' and the suffix '-ful'.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'-less' means full of, so 'respectless' means full of respect.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'respect'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 back at, regard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respectus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irrespective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'respect'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Behaving in a way that is good and worthy of praise.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letting something affect a decision; regardless.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treat someone rudely or without care.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irrespective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rude or showing no care for others' feelings.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treat someone or something as important and valuable.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polite and considerate way.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care and politeness towards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'respect'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'respect'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should always be respectful to our teachers and classmates in the classroom.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show self-respect by standing up for what you believe is right.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Sadly, the student was sent to the principal after acting in a disrespectful way towards others.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respectful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person will never show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disrespect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someone who is trying their best.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back at, regard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back at, regard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back at, regard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back at, regard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back at, regard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back at, regard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disrespectful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first, she learned to be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respectful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earned everyone's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back at, regard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back at, regard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back at, regard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89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89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55415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55415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957933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57933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460451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60451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962969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62969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6548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6548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96800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6800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47052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7052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973042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73042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973042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6475560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475560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978078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978078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48059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8059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8311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8311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back at, regard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back at, regard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back at, regard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back at, regard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back at, regard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back at, regard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irrespective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self-respect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'respect' — 3-Day Teaching Deck</dc:title>
  <dc:subject>PptxGenJS Presentation</dc:subject>
  <dc:creator>Word Labs</dc:creator>
  <cp:lastModifiedBy>Word Labs</cp:lastModifiedBy>
  <cp:revision>1</cp:revision>
  <dcterms:created xsi:type="dcterms:W3CDTF">2026-03-25T03:23:57Z</dcterms:created>
  <dcterms:modified xsi:type="dcterms:W3CDTF">2026-03-25T03:23:57Z</dcterms:modified>
</cp:coreProperties>
</file>