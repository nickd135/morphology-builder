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'respect'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"treat well; value"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'respect' — treat well;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'respect' means 'treat well; value'.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'respect'.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'respect'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'respect'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'respect' means 'treat well; value'.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'respect'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'respect'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'respect' means 'treat someone or something with high regard'.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'respects' means 'shows regard or honour for someone or something'.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'respect' means 'disagree strongly with someone'.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'respects' means 'makes fun of someone loudly'.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'respect' means 'treat well; value'.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'respect'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 well; value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'respect'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89204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89204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politeness and consideration towards others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lack of respect; rude or insulting behaviour towards someone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 in high regard by other people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treated someone rudely or without respect (past tense)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someone or something with high regard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regard or consideration for someone or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regard or honour for someone or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'respect'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'respect'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students show respect to their teachers and classmates.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always respects the referee's decisions.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wise elder was respected by everyone in the village.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disagreed with the teacher's opinion. It's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interrupt someone while they are speaking.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disrespectfully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referee and was sent off. Each student returned to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classrooms after lunch. The gold, silver and bronze medals went to France, Spain and Italy,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respectively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338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338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38887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8887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82435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435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25983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25983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69531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9531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130802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30802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566285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66285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001768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001768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437251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37251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872734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72734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308217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308217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743700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43700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179183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179183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614666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4666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050149" y="4169664"/>
            <a:ext cx="384048" cy="47548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50149" y="4169664"/>
            <a:ext cx="3840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well; value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'respect' = treat well; value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'respect'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respectful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respecting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disrespected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'respect'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