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'act'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"do, perform, drive"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agere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'act' — do, perform, drive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'act' = do, perform, drive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'act' means 'do, perform, drive'.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'act'.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'act'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'act'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'act' = do, perform, drive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'act' means 'do, perform, drive'.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'act'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'act'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'act' = do, perform, drive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'act' comes from a Latin word meaning to do or perform.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'actor' means someone who watches a play.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'react' contains the prefix 're-' meaning again or back.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'active' describes someone who moves around and does things.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'act' comes from a Greek word meaning to speak.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'act'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'act' = do, perform, drive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do, perform, drive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agere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actor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interact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actual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exactly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'act'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'act' = do, perform, drive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-ual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83133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178808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178808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0293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1441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1441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action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'act' = do, perform, drive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around a lot and doing plenty of things.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actor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communicate and do things together with others.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is real and truly exists.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interact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something in response to what has happened.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Completely correct, with no mistakes at all.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actual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you do or perform; a deed or movement.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exactly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performs in plays, films or TV shows.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'act'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'act' = do, perform, drive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'act'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firefighter's quick action saved the family from the burning building.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actor rehearsed her lines every night before the big school play.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teacher gave the signal, everyone had to react as quickly as possible.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'act' = do, perform, drive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'act' = do, perform, drive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main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actor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react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calmly when the lights went out on stage.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actor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'act' = do, perform, drive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'act' = do, perform, drive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or perform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'act' = do, perform, drive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or perform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'act' = do, perform, drive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or perform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'act' = do, perform, drive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'act' = do, perform, drive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or perform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'act' = do, perform, drive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or perform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'act' = do, perform, drive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or perform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'act' = do, perform, drive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'act' = do, perform, drive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interaction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active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student asked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exactly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what the experiment involved.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interaction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exactly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'act' = do, perform, drive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interaction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'act' = do, perform, drive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interaction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between, among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or perform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'act' = do, perform, drive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interaction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between, among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or perform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'act' = do, perform, drive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interaction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between, among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or perform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'act' = do, perform, drive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'act' = do, perform, drive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or perform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'act' = do, perform, drive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or perform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'act' = do, perform, drive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or perform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72740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/v/</a:t>
            </a:r>
            <a:endParaRPr lang="en-US" sz="7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'act' = do, perform, drive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exactly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'act' = do, perform, drive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exactly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thoroughly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or perform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'act' = do, perform, drive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exactly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thoroughly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or perform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'act' = do, perform, drive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exactly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thoroughly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or perform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'act' = do, perform, drive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'act' = do, perform, drive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-ual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action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actor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interact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actual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exactly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transaction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'act' — 3-Day Teaching Deck</dc:title>
  <dc:subject>PptxGenJS Presentation</dc:subject>
  <dc:creator>Word Labs</dc:creator>
  <cp:lastModifiedBy>Word Labs</cp:lastModifiedBy>
  <cp:revision>1</cp:revision>
  <dcterms:created xsi:type="dcterms:W3CDTF">2026-03-25T03:03:22Z</dcterms:created>
  <dcterms:modified xsi:type="dcterms:W3CDTF">2026-03-25T03:03:22Z</dcterms:modified>
</cp:coreProperties>
</file>