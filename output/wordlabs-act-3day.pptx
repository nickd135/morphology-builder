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"do, perform, drive"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agere/actum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'act' — do, perform, drive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'act' means 'do, perform, drive'.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'act' means 'do, perform, drive'.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'act' can be found in the word 'transaction'.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're' in 'react' means again or back.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'active' means someone who does nothing all day.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'actor' does not contain the root 'act'.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'act' comes from a Latin word meaning to do or perform.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do, perform, drive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agere/actum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communicate and do things together with other people.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busy, moving around, and doing lots of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real and true, not imagined or pretend.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respond or do something because of what someone else did.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bought or sold, like paying for something at a shop.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doing something or making something happen.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performs in plays, movies, or television shows.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principal praised the student for her kind action in helping a younger child who had fallen over.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science experiment, the students watched the chemical react with the water and bubble up quickly.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drama teacher encouraged every child to interact with their partner when practising the short play.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firefighter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proof that heroes are real.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interact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carefully during the task, and each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recorded.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or through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perform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'act' = do, perform, drive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transaction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'act' — 3-Day Teaching Deck</dc:title>
  <dc:subject>PptxGenJS Presentation</dc:subject>
  <dc:creator>Word Labs</dc:creator>
  <cp:lastModifiedBy>Word Labs</cp:lastModifiedBy>
  <cp:revision>1</cp:revision>
  <dcterms:created xsi:type="dcterms:W3CDTF">2026-04-09T21:51:32Z</dcterms:created>
  <dcterms:modified xsi:type="dcterms:W3CDTF">2026-04-09T21:51:32Z</dcterms:modified>
</cp:coreProperties>
</file>