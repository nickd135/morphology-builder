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'inactive' really means 'not active or not currently working'.
'hyperactive' really means 'unusually and excessively energetic or restless'.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baby goats were active all morning. They loved to interact with the children at the farm.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young actor had to react with surprise when the action on stage suddenly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'act' — 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'act' means 'do'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'act'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'act'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'act' means 'do'. You can find it in 'transaction'.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'transaction', 'trans-' means 'across'.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'transaction',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'act' means 'do'.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'deactivate' means 'to switch something off or make it no longer active'.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'inactive' means 'an instance of buying, selling or exchanging something, especially involving money'.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'transaction' means 'an instance of buying, selling or exchanging something, especially involving money'.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'hyperactive' means 'not active or not currently working'.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'act' means 'do'.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'deactivate' means 'to switch something off or make it no longer active'.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'inactive' means 'an instance of buying, selling or exchanging something, especially involving money'.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'transaction' means 'an instance of buying, selling or exchanging something, especially involving money'.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'hyperactive' means 'not active or not currently working'.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inactive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deactivate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hyperactive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93522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93522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99592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99592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358384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58384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unusually and excessively energetic or restless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switch something off or make it no longer active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do something, or a single deed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deactivate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active or not currently working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instance of buying, selling or exchanging something, especially involving money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do something, or a single deed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instance of buying, selling or exchanging something, especially involving money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active or not currently working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deactivate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switch something off or make it no longer active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unusually and excessively energetic or restless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firefighters had to act quickly to put out the blaze.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volcano has been inactive for hundreds of years.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special key to deactivate the burglar alarm.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baby goats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morning. They loved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children at the farm.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surprise when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stage suddenly changed.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'act' =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reactor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894576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94576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'act'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