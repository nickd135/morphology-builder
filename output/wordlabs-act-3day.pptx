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'act' — 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'act' means 'do'.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'act' means 'do'.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'acts' means 'types of weather'.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'act' means 'to remain completely silent forever'.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'act' means 'do'.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'act' means 'to do something, or a single deed'.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'acts' means 'things done, performs a role, or parts of a play'.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response to something that happens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a role in a play, film, or television show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something, or performing a role in a play or film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something, or performed a role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perform roles in a play, film, or television show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something, or a single deed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done, performs a role, or parts of a play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had to act quickly to put out the blaze.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 was divided into three acts.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acted bravely when he helped the lost child find her parents.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nicely during the game.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friendly and full of laughter.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has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that reacts when you touch it.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reactionary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politician resisted every new reform. Teachers watch how students'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 over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'act' — 3-Day Teaching Deck</dc:title>
  <dc:subject>PptxGenJS Presentation</dc:subject>
  <dc:creator>Word Labs</dc:creator>
  <cp:lastModifiedBy>Word Labs</cp:lastModifiedBy>
  <cp:revision>1</cp:revision>
  <dcterms:created xsi:type="dcterms:W3CDTF">2026-07-07T10:21:39Z</dcterms:created>
  <dcterms:modified xsi:type="dcterms:W3CDTF">2026-07-07T10:21:39Z</dcterms:modified>
</cp:coreProperties>
</file>