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'van'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covered vehicle for carrying goods"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'van' — a covered vehicle for carrying goods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'van' means 'a covered vehicle for carrying goods'.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'van'.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'van'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'van'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'van' means 'a covered vehicle for carrying goods'.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'van'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'van'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'van' means 'a covered vehicle for carrying goods'.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'van' means 'a medium-sized road vehicle used for carrying goods or people'.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'vans' means 'types of tropical fruit'.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'vans' means 'more than one van; road vehicles used for carrying goods or people'.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'van' means 'a type of fruit'.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'van'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covered vehicle for carrying goods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'van'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508760" y="2807208"/>
            <a:ext cx="10972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508760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633472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980944" y="28072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980944" y="2807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05656" y="28072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453128" y="28072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453128" y="28072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9240" y="2807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760720" y="28072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28072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'van'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'van'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van pulled up outside our house.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removalists used two vans to move all the furniture.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loaded their bags into the minivan for the trip.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van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pulled up outside our house.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1546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covered vehicle for carrying goods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covered vehicle for carrying goods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covered vehicle for carrying goods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removalists used two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vans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move all the furniture. The family loaded their bags into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minivan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trip. His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vanity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made him check the mirror every few minutes.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minivan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covered vehicle for carrying goods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covered vehicle for carrying goods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covered vehicle for carrying goods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23944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23944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77840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3173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3173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minivan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minivan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covered vehicle for carrying goods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minivan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covered vehicle for carrying goods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minivan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covered vehicle for carrying goods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covered vehicle for carrying goods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covered vehicle for carrying goods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covered vehicle for carrying goods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'van' = a covered vehicle for carrying goods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'van'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'van' — 3-Day Teaching Deck</dc:title>
  <dc:subject>PptxGenJS Presentation</dc:subject>
  <dc:creator>Word Labs</dc:creator>
  <cp:lastModifiedBy>Word Labs</cp:lastModifiedBy>
  <cp:revision>1</cp:revision>
  <dcterms:created xsi:type="dcterms:W3CDTF">2026-07-07T10:22:42Z</dcterms:created>
  <dcterms:modified xsi:type="dcterms:W3CDTF">2026-07-07T10:22:42Z</dcterms:modified>
</cp:coreProperties>
</file>