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'comfort'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'comfort' really means 'a state of ease; to soothe'.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bus was so crowded that we sat uncomfortably squashed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'comfort'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state of ease; to soothe"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'comfort'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'comfort' — a state of ease; to soothe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'comfort' means 'a state of ease; to soothe'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'comfort'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'comfort'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'comfort'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'comfort' means 'a state of ease; to soothe'. You can find it in 'discomfort'.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'discomfort',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'comfortable',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'comfort' means 'a state of ease; to soothe'.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'discomfort' means 'a feeling of being physically or mentally unhappy or uneasy'.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'comfortable' means 'giving a feeling of physical ease and relaxation'.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'comfort'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'comfort' means 'a state of ease; to soothe'.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'discomfort' means 'a feeling of being physically or mentally unhappy or uneasy'.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'comfortable' means 'giving a feeling of physical ease and relaxation'.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'comfort'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'comfort'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state of ease; to soothe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discomfort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'comfort'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233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434840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discomfort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giving a feeling of physical ease and relaxation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discomfort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ease, or to make someone feel better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feeling of being physically or mentally unhappy or uneasy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ease, or to make someone feel better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discomfort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being physically or mentally unhappy or uneasy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giving a feeling of physical ease and relaxation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'comfort'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'comfort'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 blanket gave her great comfort on the cold night.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 shoes caused her a lot of discomfort.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armchair was so comfortable that he fell asleep in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 was so crowded that we sat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squashed together.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'comfort'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'comfort' = a state of ease; to soothe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comfortably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'comfort'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