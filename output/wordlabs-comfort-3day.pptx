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'comfort'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"ease pain or distress"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confortare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'comfort' — ease pain or distress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'comfort' means 'ease pain or distress'.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'comfort'.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'comfort'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'comfort'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'comfort' means 'ease pain or distress'.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'comfort'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'comfort'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'comfort' comes from a Latin word meaning to strengthen or ease.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'dis' in 'discomfort' means 'again'.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'Uncomfortable' contains three morphemes: un + comfort + able.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'-able' means 'capable of' or 'can be'.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'comfortably' has only two syllables.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'comfort'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ease pain or distress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confortare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'comfort'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445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8920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8920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06247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47395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7395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feeling relaxed; feeling uneasy or slightly painful.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helps someone feel better.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mild pain or unease that bothers you.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you feel calm, safe, or less upset.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someone feel better when they are sad or hurt.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feels relaxed and easy.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relaxed and at ease, with no pain or worry.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'comfort'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'comfort'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gave her little brother a hug to comfort him after he fell off his bike.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said the patient was resting comfortably after the operation.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Sitting on that hard wooden chair for two hours was really uncomfortable.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tried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comfort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patient,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discomfort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his leg made it hard to sleep.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 pain or distress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 pain or distress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 pain or distress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 pain or distress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 pain or distress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 pain or distress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1294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comforting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words helped, she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uncomfortable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discomfort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did not go away.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 pain or distress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 pain or distress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 pain or distress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 pain or distress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 of or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 pain or distress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 of or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 pain or distress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 of or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314013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 pain or distress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 pain or distress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 pain or distress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1294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'comfort' = ease pain or distress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'comfort'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discomfort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comfortless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'comfort' — 3-Day Teaching Deck</dc:title>
  <dc:subject>PptxGenJS Presentation</dc:subject>
  <dc:creator>Word Labs</dc:creator>
  <cp:lastModifiedBy>Word Labs</cp:lastModifiedBy>
  <cp:revision>1</cp:revision>
  <dcterms:created xsi:type="dcterms:W3CDTF">2026-04-03T03:28:35Z</dcterms:created>
  <dcterms:modified xsi:type="dcterms:W3CDTF">2026-04-03T03:28:35Z</dcterms:modified>
</cp:coreProperties>
</file>