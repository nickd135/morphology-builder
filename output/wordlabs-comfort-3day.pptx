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'comfort'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"ease, relief from pain"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confortare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'comfort' — ease, relief from pain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'comfort' means 'ease, relief from pain'.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'comfort'.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'comfort'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'comfort'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'comfort' means 'ease, relief from pain'.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'comfort'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'comfort'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'uncomfortable' means feeling very relaxed and happy.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'-able' in 'comfortable' means 'without'.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'discomfort' contains the root 'comfort'.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prefix 'un-' to 'comfortable' creates a word with the opposite meaning.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'comfort' comes from a Latin word meaning to strengthen or ease.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'comfort'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ease, relief from pain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confortare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'comfort'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feels relaxed and easy, without any pain or worry.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been made to feel better after being sad or upset.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mild pain or unease that makes you feel not quite right.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helps someone feel better when they are sad.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relaxed and at ease, with nothing hurting or bothering you.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someone feel better or less worried or sad.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uneasy, awkward, or like something is bothering you.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'comfort'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'comfort'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long car trip, it felt wonderful to finally sit in a comfortable chair.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comforted the student who was upset about missing the school carnival.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Wearing tight shoes all day caused him real discomfort by the afternoon.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uncomfortable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sitting in the hard chair, but the teacher's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comforting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words helped her feel much better.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hard bench caused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discomfort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comforted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 smiled, and soon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settled at the picnic.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ease, relief from pain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ease, relief from pain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'comfort' — 3-Day Teaching Deck</dc:title>
  <dc:subject>PptxGenJS Presentation</dc:subject>
  <dc:creator>Word Labs</dc:creator>
  <cp:lastModifiedBy>Word Labs</cp:lastModifiedBy>
  <cp:revision>1</cp:revision>
  <dcterms:created xsi:type="dcterms:W3CDTF">2026-04-10T00:53:27Z</dcterms:created>
  <dcterms:modified xsi:type="dcterms:W3CDTF">2026-04-10T00:53:27Z</dcterms:modified>
</cp:coreProperties>
</file>