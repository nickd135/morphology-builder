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'comfort'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state of ease; to soothe"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'comfort' — a state of ease; to soothe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'comfort' means 'a state of ease; to soothe'.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'comfort'.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'comfort'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'comfort'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'comfort' means 'a state of ease; to soothe'.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'comfort'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'comfort'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'comfort' means 'a loud noise made suddenly'.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'comfort' means 'a state of ease; to soothe'.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'comfort' means 'a feeling of ease, or to make someone feel better'.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'comforts' means 'gives comfort to someone; eases their worry'.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'comforts' means 'annoys someone'.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'comfort'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state of ease; to soothe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'comfort'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comfort to someone; eases their worry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provides comfort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being physically or mentally unhappy or uneasy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comfort; making someone feel better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ease, or to make someone feel better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someone feel better or less upset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'comfort'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'comfort'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 blanket gave her great comfort on the cold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comforts anxious patients before their operation.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comforted the crying child with kind words.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armchair was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he fell asleep in it. He sat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his favourite chair and read a 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comfortingly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frightened child. The old wooden chair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sit on. She shifted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seat during the long assembly.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a state of ease; to soothe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'comfort'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