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'cred'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"believe, trust, faith"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'cred' — believe, trust, faith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'cred' means 'believe, trust, faith'.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'cred'.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'cred'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'cred'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'cred' means 'believe, trust, faith'.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'cred'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'cred'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'dis' in 'discredit' reverses the meaning to suggest removing trust.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'cred' originally came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credible witness is one whose account can be trusted.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'cred' comes from a Latin word meaning to believe or trust.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'incredible' means something that is very easy to believe.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'cred'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believe, trust, faith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credulous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'cred'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-ulous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-ential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people stop trusting or believing in someone or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belief that something is true or can be trusted.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someone who is too quick to believe things without checking if they are true.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that someone has the skills, training, or qualities needed for a job or task.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believed or trusted because it seems real and possible.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credulous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or recognition given to someone for something they have done well.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amazing or surprising that it is hard to believe.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'cred'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'cred'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gave a credible explanation for why the volcano erupted, and everyone in the class believed 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seemed incredible that the tiny seed had grown into such a tall tree in just one season.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full credit to Maya for coming up with the idea for the class project.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reporter said the new evidence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credible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helped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discredit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false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incredible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some people still questioned whether she deserved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believe,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'cred' = believe, trust, faith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-ulous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-ential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credulous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discredit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accredited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'cred' — 3-Day Teaching Deck</dc:title>
  <dc:subject>PptxGenJS Presentation</dc:subject>
  <dc:creator>Word Labs</dc:creator>
  <cp:lastModifiedBy>Word Labs</cp:lastModifiedBy>
  <cp:revision>1</cp:revision>
  <dcterms:created xsi:type="dcterms:W3CDTF">2026-04-09T22:34:24Z</dcterms:created>
  <dcterms:modified xsi:type="dcterms:W3CDTF">2026-04-09T22:34:24Z</dcterms:modified>
</cp:coreProperties>
</file>