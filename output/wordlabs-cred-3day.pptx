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'cred'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"believe; trust"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'cred' — believe; trust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'cred' means 'believe; trust'.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'cred'.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'cred'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'cred'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'cred' means 'believe; trust'.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'cred'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'cred'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'credibly' means 'in a way that can be believed or trusted'.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'credible' means 'extremely funny and silly'.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'cred' means 'believe; trust'.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'credible' means 'believable and trustworthy'.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'credibly' means 'in a way that is clearly untrue'.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'cred'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believe; trust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'cred'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77640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25112" y="23500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25112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95544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907024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7024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'cred'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'cred'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witness gave a credible account of what she had seen.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credibly explained why the experiment had gone wrong.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gymnast performed an incredible flip that stunned the crowd.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witness gave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credible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 of what she had seen.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credibly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explained why the experiment had gone wrong. The gymnast performed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incredible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flip that stunned the crowd. She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incredibly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brave when she rescued the kitten from the tree.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'cred' = believe;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'cred'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'cred'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