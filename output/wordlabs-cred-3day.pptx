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'cred'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"believe, trust, faith"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credere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'cred' — believe, trust, faith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'cred' means 'believe, trust, faith'.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'cred'.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'cred'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'cred'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'cred' means 'believe, trust, faith'.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'cred'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'cred'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'cred' comes from a Latin word meaning to believe or trust.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'incredible' means something that is easy to believe.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credible witness is someone whose account can be trusted and believed.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'in-' in 'incredible' makes the word mean 'not believable'.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'cred' comes from a Greek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'cred'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believe, trust, faith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credere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incredible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credulous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credentials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discredit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accredited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'cred'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-ulous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-ential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credible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credible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Officially recognised and trusted as meeting a certain standard.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incredible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someone who believes things too easily, without much proof.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people stop believing or trusting someone or something.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credulous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person's qualifications or achievements that show they can be trusted to do a job.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credentials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be believed or trusted because it seems real or possible.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discredit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Praise or recognition given to someone for something they have done, or trust that someone will pay money back later.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accredited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amazing or surprising that it is hard to believe.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'cred'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'cred'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gave an incredible presentation about the discovery of a new species in the rainforest.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received accredited status after inspectors checked that its programmes met the highest standards.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found it hard to discredit the report because so many people had witnessed the same event.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credible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witness gave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incredible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details about what she had seen at the harbour.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incredible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incredulous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reporter had tried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discredit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her, the scientist's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were beyond question.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incredulous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discredit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credentials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incredulous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incredulous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incredulous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incredulous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discredit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discredit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discredit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discredit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credentials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credentials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ential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credentials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ential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tials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credentials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ential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tials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-ulous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-ential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credible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incredible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credulous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credentials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discredit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accredited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incredulous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'cred' — 3-Day Teaching Deck</dc:title>
  <dc:subject>PptxGenJS Presentation</dc:subject>
  <dc:creator>Word Labs</dc:creator>
  <cp:lastModifiedBy>Word Labs</cp:lastModifiedBy>
  <cp:revision>1</cp:revision>
  <dcterms:created xsi:type="dcterms:W3CDTF">2026-03-25T03:44:21Z</dcterms:created>
  <dcterms:modified xsi:type="dcterms:W3CDTF">2026-03-25T03:44:21Z</dcterms:modified>
</cp:coreProperties>
</file>