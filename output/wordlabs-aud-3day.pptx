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'aud'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"hear, listen, sound"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audire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'aud' — hear, listen, sound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'aud' means 'hear, listen, sound'.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'aud'.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'aud'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'aud'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'aud' means 'hear, listen, sound'.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'aud'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'aud'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'aud' comes from a Latin word meaning 'to hear'.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'audible' means something that cannot be seen.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'audience' is a group of people who listen to or watch a performance.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'auditorium' is a large hall where people gather to listen to performances.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'aud' is found in the word 'audio' but has nothing to do with sound.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'aud'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hear, listen, sound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audire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auditorium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'aud'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-itorium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that is recorded or broadcast, such as music or speech.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room or hall where people sit to watch performances or listen to speakers.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check or examination of something, like accounts or records.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auditorium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enough to be heard clearly.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performance someone gives to show their talent and try to get a part in a show.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who watch or listen to a performance, show, or speech.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sense of hearing or the ears.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'aud'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'aud'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audience clapped loudly at the end of the school play.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speak up because their voices were barely audible from the back of the room.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the audition and were amazed by how well everyone performed.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held in the school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auditorium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every student performed their best.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auditorium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auditorium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auditorium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ium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or space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auditorium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ium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or space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auditorium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ium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or space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recording of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played 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who responded with great applause.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-itorium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auditorium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inaudible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'aud' — 3-Day Teaching Deck</dc:title>
  <dc:subject>PptxGenJS Presentation</dc:subject>
  <dc:creator>Word Labs</dc:creator>
  <cp:lastModifiedBy>Word Labs</cp:lastModifiedBy>
  <cp:revision>1</cp:revision>
  <dcterms:created xsi:type="dcterms:W3CDTF">2026-03-25T03:45:53Z</dcterms:created>
  <dcterms:modified xsi:type="dcterms:W3CDTF">2026-03-25T03:45:53Z</dcterms:modified>
</cp:coreProperties>
</file>