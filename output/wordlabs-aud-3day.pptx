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'aud'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"hear, listen, sound"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audire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'aud' — hear, listen, sound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'aud' means 'hear, listen, sound'.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'aud'.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'aud'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'aud'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'aud' means 'hear, listen, sound'.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'aud'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'aud'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audition involves performing so that someone can hear or see your talent.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'audible' means something that cannot be seen.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'aud' comes from a Latin word meaning to hear.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'aud' comes from a Greek word meaning to speak.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auditorium is a place where people go to listen and watch performances.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'aud'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hear, listen, sound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audire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'aud'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performance where someone shows their talent to try to get a part in a show or team.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that can be recorded or played back, like music or a podcast.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with the sense of hearing or the parts of the body used for hearing.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room or hall where people sit to watch performances or listen to speakers.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check of records or accounts to make sure everything is correct.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watch or listen to a performance, show, or speech.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loud enough to be heard.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'aud'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'aud'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audience clapped loudly at the end of the school play.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in a clear, audible voice so everyone in the room could hear her.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students gathered in the auditorium to watch the visiting dance troupe perform.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successful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excited performer waved to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beamed with pride.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recording was clearly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everyone,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auditory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specialist wanted to check the levels again.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/ listen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place for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'aud' = hear, listen, sound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'aud'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-acity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audience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auditorium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audacious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'aud' — 3-Day Teaching Deck</dc:title>
  <dc:subject>PptxGenJS Presentation</dc:subject>
  <dc:creator>Word Labs</dc:creator>
  <cp:lastModifiedBy>Word Labs</cp:lastModifiedBy>
  <cp:revision>1</cp:revision>
  <dcterms:created xsi:type="dcterms:W3CDTF">2026-04-09T22:36:41Z</dcterms:created>
  <dcterms:modified xsi:type="dcterms:W3CDTF">2026-04-09T22:36:41Z</dcterms:modified>
</cp:coreProperties>
</file>