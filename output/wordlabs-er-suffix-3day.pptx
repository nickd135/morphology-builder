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'gamer' really means 'a person who plays video games often'.
'eater' really means 'a person or animal that eats, especially in a particular way'.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My aunt is a newsreader, and her employer is a big television station in Sydney.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organiser of the coding club invited a game developer to show us how a multiplayer game is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'-er'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"person or thing that; more"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'-er' — person or thing that; more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'-er' means 'person or thing that; more'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'-er'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'-er'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'-er'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'-er' means 'person or thing that; more'. In 'user', it is added to 'use'.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'user', the base is 'use' (do something with).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'multiplayer', 'multi-' means 'many'.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'-er' means 'person or thing that; more'.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'user' means 'a person who uses something, such as a computer or a service'.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'gamer' means 'a person who looks after someone who is ill, elderly, or disabled'.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'maker' means 'a person or machine that makes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'eater' means 'a person who plays video games often'.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'-er' means 'person or thing that; more'.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'user' means 'a person who uses something, such as a computer or a service'.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'gamer' means 'a person who looks after someone who is ill, elderly, or disabled'.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'maker' means 'a person or machine that makes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'eater' means 'a person who plays video games often'.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'-er'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 or thing that; more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older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'-er'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52374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52374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33756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3749040" y="3776472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49040" y="3776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whose job is to move people's furniture and belongings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uses something, such as a computer or a service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 looks after someone who is ill, elderly, or disabled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having lived or existed for longer than someone or something else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person or animal that eats, especially in a particular way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person or machine that makes something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older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a person who plays video games often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who uses something, such as a computer or a service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looks after someone who is ill, elderly, or disabled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or animal that eats, especially in a particular way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who plays video games often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person or machine that makes something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person whose job is to move people's furniture and belongings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older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having lived or existed for longer than someone or something else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'-er'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'-er'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must create a password to log in.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carer visits every morning to help her get dressed.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a talented maker of handmade jewellery.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aunt is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newsreader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her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employer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big television station in Sydney.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newsreader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work to; use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work to; use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work to; use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newsreader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newsreader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about recent events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 and understand words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newsreader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about recent events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 and understand words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newsreader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about recent events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 and understand words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ew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organiser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coding club invited a game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show us how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game is made.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multiplayer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or improve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or improve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or improve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arrange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arrange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arrange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multiplayer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multiplayer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multiplayer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multiplayer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'-er' = person or thing that; more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player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reader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newsreader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multiplayer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'-er'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