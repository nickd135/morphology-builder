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who; more"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'-er' — person who; more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'-er' means 'person who; more'.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'-er' means 'person who; more'.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'goer', the root is the part before the suffix '-er'.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'seer'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'goer' means 'a tool used for cutting wood'.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'seer' means 'a person believed to be able to predict the future'.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'goer' means 'a person who attends or goes to a particular place or event regularly'.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'seer' means 'a tool used for cutting wood'.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'er' means 'person who; more'.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who; more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80060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21208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208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looks after someone who is ill, elderly, or disabled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attends or goes to a particular place or event regularly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attend or go to a particular place or event regularly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uses something, such as a computer or a service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plays video games often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eats, especially in a particular way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believed to be able to predict the future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regular cinema-goer, she has seen hundreds of films.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seer warned the village of the coming storm.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must create a password to log 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sells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brand of pasta that's cheaper than named brands. Solar panels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electricity from sunlight.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generous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to share her lunch with a friend who forgot theirs. My grandparents'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up without mobile phones. Scientists study how a starfish's arm can grow back through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regeneration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generous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regeneration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'-er' = person who; more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'-er'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hold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carer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gamer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'-er'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