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 who does; more"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'-er' — one who does; more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'-er' means 'one who does; more'.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'-er' means 'one who does; more'.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'teacher', the root is the part before the suffix '-er'.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'builder'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'-er' can mean 'a person who does something', like a teacher or builder.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'-er' always makes a word mean the opposite of the base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'-er' to a verb like 'teach' creates a noun meaning 'one who teaches'.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'-er' can be used to compare two things, as in 'taller' or 'stronger'.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'-er' only comes from Greek and was used in ancient science words.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who does; more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'-er'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grows crops or raises animals on a farm.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helps others learn new things.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gathers and shares news stories.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guides or is in charge of a group.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runs, especially in a race.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learn something for the first time.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constructs buildings and structures.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write a story about an explorer who discovered a hidden valley.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worked faster than expected to finish the new playground before winter.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became a talented runner after training harder each week at the athletics club.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interviewed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farmer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dry summer season.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cultivate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cultivate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cultivate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discover was made by a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researcher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who was also a talented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apart;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or find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apart;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or find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apart;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or find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/er/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educate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educate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educate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123944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'-er'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'-er'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'-er' — 3-Day Teaching Deck</dc:title>
  <dc:subject>PptxGenJS Presentation</dc:subject>
  <dc:creator>Word Labs</dc:creator>
  <cp:lastModifiedBy>Word Labs</cp:lastModifiedBy>
  <cp:revision>1</cp:revision>
  <dcterms:created xsi:type="dcterms:W3CDTF">2026-03-26T07:41:44Z</dcterms:created>
  <dcterms:modified xsi:type="dcterms:W3CDTF">2026-03-26T07:41:44Z</dcterms:modified>
</cp:coreProperties>
</file>