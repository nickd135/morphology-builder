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'kaleido'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"beautiful, varied, shifting forms"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kalos (beautiful) + eidos (form/shape)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'kaleido' — beautiful, varied, shifting forms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'kaleido' means 'beautiful, varied, shifting forms'.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'kaleido'.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'kaleido'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'kaleido'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'kaleido' means 'beautiful, varied, shifting forms'.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'kaleido'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'kaleido'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'kaleidoscopic' can describe something with rapidly shifting, colourful patterns.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Words containing 'kaleido' are usually connected to the idea of changing, beautiful shapes.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'kaleido' originated from a Latin word meaning dark.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'kaleido' comes from Greek words meaning beautiful and form.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kaleidoscope produces a single fixed image that never changes.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'kaleido'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beautiful, varied, shifting forms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kalos (beautiful) + eidos (form/shape)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kaleidophonic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neokaleido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'kaleido'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-phonic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5508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6656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6656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involves constant, dazzling changes of colour, shape, or pattern, just like a kaleidoscope in motion.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or art of creating and observing the shifting, colourful patterns produced inside a kaleidoscope.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or image that records or displays the complex, shifting patterns associated with a kaleidoscope.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you look through that shows beautiful, ever-changing coloured patterns made by reflections of pieces of glass or beads.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kaleidophonic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or newly reimagined version of the kaleidoscope concept, often using digital technology to create shifting patterns.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rich, varied, and constantly shifting mixture of sounds, much like the shifting images of a kaleidoscope but for the ears.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neokaleido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is full of rapidly changing, bright, and varied colours or patterns, like looking through a kaleidoscope.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'kaleido'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'kaleido'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Maya looked through the kaleidoscope, she gasped at the swirling patterns of colour that shifted with every tiny turn.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dancer's costume was kaleidoscopic, blazing with reds, golds, and blues that seemed to change with every movement she made.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described the rainforest canopy as kaleidoscopically alive, bursting with insects, birds, and shimmering light all at once.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shelf creates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patterns that dazzle everyone who looks through it!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described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exhibit 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stunning;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wall glowed with shifting colour.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of;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of;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of; practice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viewing/observing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4752790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6619211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drawn; a recording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drawn; a recording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varied 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drawn; a recording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'kaleido' = beautiful, varied, shifting forms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'kaleido'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-phonic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kaleidoscopically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kaleidophonic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kaleidograph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neokaleido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microkaleidoscope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'kaleido' — 3-Day Teaching Deck</dc:title>
  <dc:subject>PptxGenJS Presentation</dc:subject>
  <dc:creator>Word Labs</dc:creator>
  <cp:lastModifiedBy>Word Labs</cp:lastModifiedBy>
  <cp:revision>1</cp:revision>
  <dcterms:created xsi:type="dcterms:W3CDTF">2026-04-10T00:39:26Z</dcterms:created>
  <dcterms:modified xsi:type="dcterms:W3CDTF">2026-04-10T00:39:26Z</dcterms:modified>
</cp:coreProperties>
</file>