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'kaleido'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"beautiful, shifting coloured forms"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kalos (beautiful) + eidos (form/shape)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'kaleido' — beautiful, shifting coloured forms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'kaleido' means 'beautiful, shifting coloured forms'.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'kaleido'.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'kaleido'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'kaleido'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'kaleido' means 'beautiful, shifting coloured forms'.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'kaleido'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'kaleido'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'kaleido' comes from Greek words meaning beautiful and form.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kaleidoscope is a flat screen that displays moving pictures.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word 'kaleidoscopic' describes something with many rapidly changing colours and patterns.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Words containing 'kaleido' are often connected to colour, pattern, and beauty.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'kaleido' comes from a Latin word meaning to spin.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'kaleido'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beautiful, shifting coloured forms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Greek: kalos (beautiful) + eidos (form/shape)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kaleidoscopically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kaleidophone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kaleidograph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kaleidovision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'kaleido'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-scopically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-phonic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109728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334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980944" y="4178808"/>
            <a:ext cx="1682496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980944" y="4178808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9087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038344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038344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35508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676656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 that is full of constantly shifting, colourful patterns, like when lights dance across a ceiling.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instrument that shows sound vibrations as beautiful, moving patterns of light.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kaleidoscopically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or view that is full of rapidly changing, colourful and varied elements.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kaleidophone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tube you look through that shows beautiful, ever-changing patterns of colour and shape as you turn 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kaleidograph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of seeing or displaying images in shifting, multicoloured, patterned forms.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or method that records or draws kaleidoscopic, colourful patterns.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kaleidovision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something that keeps changing and has many brilliant colours, like the patterns inside a kaleidoscope.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'kaleido'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'kaleido'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Mia looked through the kaleidoscope, she gasped at the stunning bursts of colour swirling before her eyes.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carnival was kaleidoscopic, with spinning lights, bright costumes, and music filling every corner.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art teacher said that nature can be kaleidoscopic, especially when sunlight shines through autumn leaves.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kaleidoscope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kaleidoscopic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display that left the whole class speechless!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looking/viewing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looking/viewing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looking/viewing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7531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look/view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look/view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look/view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15910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09855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9855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703799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03799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9774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9774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8916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916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91688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kaleidoscope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its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kaleidoscopic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colours, inspired Maya to paint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kaleidoscape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garden.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looking/viewing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looking/viewing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for looking/viewing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7531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look/view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look/view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look/view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having the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15910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09855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9855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703799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03799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297743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97743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891688" y="4169664"/>
            <a:ext cx="543652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91688" y="4169664"/>
            <a:ext cx="5436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91688" y="4572000"/>
            <a:ext cx="5436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/k/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or 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or 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shifting form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scene or view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scape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07531" y="4572000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/sk/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033565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3565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759598" y="4169664"/>
            <a:ext cx="676656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59598" y="4169664"/>
            <a:ext cx="676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'kaleido' = beautiful, shifting coloured forms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'kaleido'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poly-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-scopically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-phonic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neo-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-graphic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kaleidoscopically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kaleidophone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kaleidograph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kaleidoscape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kaleidovision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kaleidoscopy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'kaleido' — 3-Day Teaching Deck</dc:title>
  <dc:subject>PptxGenJS Presentation</dc:subject>
  <dc:creator>Word Labs</dc:creator>
  <cp:lastModifiedBy>Word Labs</cp:lastModifiedBy>
  <cp:revision>1</cp:revision>
  <dcterms:created xsi:type="dcterms:W3CDTF">2026-04-03T03:23:27Z</dcterms:created>
  <dcterms:modified xsi:type="dcterms:W3CDTF">2026-04-03T03:23:27Z</dcterms:modified>
</cp:coreProperties>
</file>