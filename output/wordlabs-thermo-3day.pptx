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'thermo'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"heat, temperature"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thermos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'thermo' — heat, temperature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'thermo' means 'heat, temperature'.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'thermo'.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'thermo'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'thermo'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'thermo' means 'heat, temperature'.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'thermo'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'thermo'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morpheme 'thermo' comes from a Greek word meaning heat.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thermometer is used to measure how loud a sound is.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Hypothermia happens when your body gets dangerously cold.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Geothermal energy uses heat from inside the Earth.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morpheme 'thermo' means water.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'thermo'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heat, temperature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thermos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'thermo'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-stat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-dynamic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-nuclear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used to measure how hot or cold something is, like when you check if you have a fever.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bottle that keeps drinks hot or cold for a long time by stopping heat from escaping.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condition where your body temperature drops too low, often from being in cold water or freezing weather.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branch of science that studies how heat moves and changes into other forms of energy.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natural heat found deep inside the Earth, which can be used to make electricity.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heat, or clothing designed to keep your body warm in cold conditions.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controls the temperature in a room or building, turning heating or cooling on and off automatically.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'thermo'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'thermo'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used a thermometer to check if the student had a fever before calling her parents.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classroom thermostat keeps the temperature comfortable so we can focus on our learning.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 filled the thermos with hot chocolate so we could enjoy a warm drink at the football match.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a very low temperature, so Mum adjusted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thermostat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warm the house.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device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 or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 or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 or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our science lesson, we learned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geothermal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energy uses Earth's heat, which is studied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thermodynamics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hypothermia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be life-threatening.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force and motion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forming a field of study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force and motion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forming a field of study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force and motion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forming a field of study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739679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 normal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or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 normal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or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 normal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or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'thermo'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-stat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-dynamic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-nuclear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thermodynamics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thermonuclear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'thermo' — 3-Day Teaching Deck</dc:title>
  <dc:subject>PptxGenJS Presentation</dc:subject>
  <dc:creator>Word Labs</dc:creator>
  <cp:lastModifiedBy>Word Labs</cp:lastModifiedBy>
  <cp:revision>1</cp:revision>
  <dcterms:created xsi:type="dcterms:W3CDTF">2026-04-10T00:34:14Z</dcterms:created>
  <dcterms:modified xsi:type="dcterms:W3CDTF">2026-04-10T00:34:14Z</dcterms:modified>
</cp:coreProperties>
</file>