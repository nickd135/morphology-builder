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'thermo-'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'thermo-' — heat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'thermo-' means 'heat'.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prefix 'thermo-'.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'thermo-'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'thermo-'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The prefix 'thermo-' means 'heat'.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'thermostat', the root is the part after the prefix 'thermo-'.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'-ed' changes a verb to past tense.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'thermostat' means 'a device that keeps a room, oven or fridge at a steady temperature'.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'thermo' means 'heat'.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'thermometer' means 'an instrument used to measure sound'.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'thermostat' means 'a thermometer for measuring how hot the air is'.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'thermometer' means 'an instrument used to measure temperature'.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'thermo-'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thermostat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'thermo-'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'thermo-'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40416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4041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4041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plastic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636008"/>
            <a:ext cx="1389888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6360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926080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273552" y="46360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273552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398264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745736" y="46360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745736" y="4636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641848" y="4636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053328" y="4636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53328" y="4636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thermostat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thermostat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that keeps a room, oven or fridge at a steady temperature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instrument used to measure temperature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'thermo-'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'thermo-'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turned the thermostat down so the house would not get too hot.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used a thermometer to check the patient's temperature.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checked several thermometers to compare the temperature readings.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checked several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thermometers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compare the temperature readings. Satellites and shooting stars can be found in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thermosphere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 above us.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thermosphere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thermosphere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thermosphere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ball-shaped layer or region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thermosphere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ball-shaped layer or region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thermosphere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ball-shaped layer or region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makes light and heat through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thermonuclear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reactions in its core. The bottle is made of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thermoplastic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 can be melted down and remade. In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learn how heat can be turned into movement.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thermonuclear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thermoplastic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thermodynamics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thermonuclear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thermonuclear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centre of atoms and huge energy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thermonuclear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centre of atoms and huge energy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thermonuclear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centre of atoms and huge energy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thermoplastic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thermoplastic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plastic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can be shaped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thermoplastic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plastic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can be shaped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thermoplastic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plastic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can be shaped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thermodynamics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thermodynamics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forces, energy and movement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thermodynamics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forces, energy and movement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thermodynamics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forces, energy and movement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596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596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9701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701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4143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4143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8585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8585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3027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3027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7469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469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911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911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6353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353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795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795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5237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237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9679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9679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941212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41212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'thermo-'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'thermo'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'thermo-' = heat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'thermo-'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666744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71800" y="366674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36667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plastic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thermostat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'thermo-' — 3-Day Teaching Deck</dc:title>
  <dc:subject>PptxGenJS Presentation</dc:subject>
  <dc:creator>Word Labs</dc:creator>
  <cp:lastModifiedBy>Word Labs</cp:lastModifiedBy>
  <cp:revision>1</cp:revision>
  <dcterms:created xsi:type="dcterms:W3CDTF">2026-07-07T10:53:35Z</dcterms:created>
  <dcterms:modified xsi:type="dcterms:W3CDTF">2026-07-07T10:53:35Z</dcterms:modified>
</cp:coreProperties>
</file>