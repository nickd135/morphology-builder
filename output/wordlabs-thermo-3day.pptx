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'thermo'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"heat or temperature"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Greek: thermos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'thermo' — heat or temperature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'thermo' = heat or temperature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'thermo' means 'heat or temperature'.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'thermo'.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'thermo'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'thermo'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'thermo' = heat or temperature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'thermo' means 'heat or temperature'.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'thermo'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'thermo'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'thermo' = heat or temperature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'thermo' comes from Greek and means heat.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A thermometer is used to measure wind speed.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thermosphere is a layer of Earth's atmosphere.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Geothermal energy uses heat from inside the Earth.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An exothermic reaction absorbs heat from its surroundings.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'thermo'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'thermo' = heat or temperature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'thermo'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 or temperature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Greek: thermos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thermometer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thermostat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thermodynamics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geothermal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isothermal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thermosphere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'thermo'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'thermo' = heat or temperature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'thermo'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-meter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iso-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-stat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hydro-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-dynamics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electro-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-nuclear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exo-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-sphere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834640" y="4178808"/>
            <a:ext cx="1536192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834640" y="4178808"/>
            <a:ext cx="15361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'thermo'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398264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745736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745736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-meter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6062472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473952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473952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thermometer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'thermo'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'thermo' = heat or temperature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thermometer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tool used to measure how hot or cold something is, like checking your body temperature when you are sick.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thermostat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special container that keeps drinks hot or cold for a long time, like a flask you take on a picnic.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Describing a process or place that stays at the same temperature throughout.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thermodynamics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branch of science that studies how heat and energy move and change between objects.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geothermal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heat that comes from deep inside the Earth, sometimes used to make electricity or heat buildings.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isothermal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very high layer of Earth's atmosphere where temperatures can get extremely hot because of energy from the Sun.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thermosphere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device that controls the temperature in a room or building by turning heating or cooling on and off automatically.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'thermo'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'thermo' = heat or temperature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'thermo'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nurse used a thermometer to check if the student had a fever before calling her parents.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classroom thermostat keeps the temperature comfortable so we can focus on our learning.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Scientists study geothermal energy as a way to produce electricity without burning fossil fuels.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'thermo' = heat or temperature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'thermo' = heat or temperature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thermometer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showed a high temperature, so we adjusted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thermostat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cool the room down.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thermometer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thermostat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'thermo' = heat or temperature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thermometer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'thermo' = heat or temperature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thermometer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measuring device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'thermo' = heat or temperature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thermometer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measuring device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'thermo' = heat or temperature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thermometer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measuring device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'thermo' = heat or temperature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thermostat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'thermo' = heat or temperature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thermostat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keeping steady or still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'thermo' = heat or temperature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thermostat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keeping steady or still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'thermo' = heat or temperature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thermostat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keeping steady or still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'thermo' = heat or temperature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'thermo' = heat or temperature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thermodynamics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lesson explained how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thermostat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works, and why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geothermal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energy is an important renewable resource.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thermodynamics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thermostat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geothermal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'thermo' = heat or temperature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thermodynamics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'thermo' = heat or temperature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thermodynamics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dynamics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or forces in motion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'thermo' = heat or temperature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thermodynamics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dynamics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or forces in motion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dy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'thermo' = heat or temperature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thermodynamics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dynamics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or forces in motion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dy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2596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2596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497015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497015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041435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041435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585855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585855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130274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130274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674694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674694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219114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219114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5763534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763534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307953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307953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6852373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852373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7396793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396793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64" name="Text 62"/>
          <p:cNvSpPr/>
          <p:nvPr/>
        </p:nvSpPr>
        <p:spPr>
          <a:xfrm>
            <a:off x="7396793" y="4572000"/>
            <a:ext cx="4937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7941212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941212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'thermo' = heat or temperature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thermostat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'thermo' = heat or temperature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thermostat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keeping steady or still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'thermo' = heat or temperature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thermostat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keeping steady or still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'thermo' = heat or temperature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thermostat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keeping steady or still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'thermo' = heat or temperature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geothermal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'thermo' = heat or temperature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geothermal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'thermo' = heat or temperature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geothermal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'thermo' = heat or temperature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geothermal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'thermo' = heat or temperature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'thermo'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'thermo' = heat or temperature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'thermo'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-meter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iso-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-stat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hydro-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-dynamics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electro-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-nuclear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exo-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-sphere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thermometer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thermostat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thermos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thermodynamics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geothermal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isothermal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thermosphere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exothermic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'thermo' — 3-Day Teaching Deck</dc:title>
  <dc:subject>PptxGenJS Presentation</dc:subject>
  <dc:creator>Word Labs</dc:creator>
  <cp:lastModifiedBy>Word Labs</cp:lastModifiedBy>
  <cp:revision>1</cp:revision>
  <dcterms:created xsi:type="dcterms:W3CDTF">2026-03-25T03:59:13Z</dcterms:created>
  <dcterms:modified xsi:type="dcterms:W3CDTF">2026-03-25T03:59:13Z</dcterms:modified>
</cp:coreProperties>
</file>