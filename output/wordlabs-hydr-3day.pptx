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'hydr / hydro' suit Years 3–7, so Day 3 has 2 dictation words instead of 3. This deck teaches 'hydr' and 'hydro' together: they are spellings of the same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'hydrogen' really means 'a light, invisible gas that is the simplest chemical element'.
'dehydrate' really means 'to lose or remove water from something, especially the body'.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To avoid dehydration on hot days, rehydrate with plenty of water after sport.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Before the cross-country race, we ate a carbohydrate snack and drank water for hydration.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'hydr / hydro'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"water"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'hydr / hydro' suit Years 3–7, so Day 3 has 2 dictation words instead of 3. This deck teaches 'hydr' and 'hydro' together: they are spellings of the same root.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'hydr / hydro' — water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'hydr / hydro' means 'water'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'hydr / hydro'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'hydr / hydro'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'hydr / hydro'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'hydr / hydro' means 'water'. You can find it in 'hydrate'.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'dehydrate', 'de-' means 'undo; remove; down'.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'hydrate', '-ate' means 'to make; to become'.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'hydr / hydro' means 'water'.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'hydrate' means 'to take in enough water to stay healthy'.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'hydrogen' means 'an outdoor pipe from which water can be drawn to put out fires'.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'hydrant' means 'an outdoor pipe from which water can be drawn to put out fires'.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'dehydrate' means 'a light, invisible gas that is the simplest chemical element'.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'hydr / hydro' means 'water'.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'hydrate' means 'to take in enough water to stay healthy'.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'hydrogen' means 'an outdoor pipe from which water can be drawn to put out fires'.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'hydrant' means 'an outdoor pipe from which water can be drawn to put out fires'.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'dehydrate' means 'a light, invisible gas that is the simplest chemical element'.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'hydr / hydro'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dehydrate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hydrogen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'hydr / hydro'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-gen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523744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523744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42900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721608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721608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67258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084064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84064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dehydrate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an outdoor pipe from which water can be drawn to put out fires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light, invisible gas that is the simplest chemical element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take in enough water to stay healthy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dehydrate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relating to water, especially water used to make electricity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hydrogen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lose or remove water from something, especially the body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relating to water, especially water used to make electricity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take in enough water to stay healthy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outdoor pipe from which water can be drawn to put out fires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dehydrate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lose or remove water from something, especially the body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hydrogen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light, invisible gas that is the simplest chemical element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'hydr / hydro'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'hydr / hydro'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town gets its power from a hydro dam on the river.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 need to hydrate before and after a long run.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firefighters attached their hose to the hydrant to reach the flames.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dehydration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hot days,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rehydrate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plenty of water after sport.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rehydrate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dehydration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rehydrate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rehydrate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rehydrate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drate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rehydrate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drate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dehydration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dehydration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dehydration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dehydration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cross-country race, we ate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snack and drank water for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hydration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carbohydrate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carbohydrate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carbohydrate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chemical compound (in science)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carbohydrate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chemical compound (in science)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drate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carbohydrate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chemical compound (in science)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drate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'hydr / hydro'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'hydr / hydro' =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-gen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rehydrate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dehydration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18304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94576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94576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carbohydrate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'hydr / hydro'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