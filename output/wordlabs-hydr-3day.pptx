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'hydr'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'hydr' —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'hydr' means 'water'.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'hydr'.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'hydr'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'hydr'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'hydr' means 'water'.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'hydr'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'hydr'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person who is dehydrated has lost too much water from their body.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Hydrogen gas is heavier than most other gases found on Earth.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'hydr' comes from a Greek word meaning water.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Hydroelectric power uses the energy of moving water to make electricity.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'dehydrate' means to add extra water to your body.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'hydr'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'hydr'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-ogen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machines or systems that use the pressure of water or other liquids to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light gas that has no colour or smell and is found in water molecules.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that studies water — where it is found on Earth and how it moves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growing plants in water instead of soil, often used in greenhouses.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water to something, or to drink enough water to keep your body healthy.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that is made using the power of flowing or falling water.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lose too much water from your body, which can make you feel sick and tired.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'hydr'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'hydr'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hydrate by drinking plenty of water on hot days, especially when you are playing sport.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Hydroelectric dams use the power of flowing water to generate electricity for homes and schools.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do not drink enough water, you can become dehydrated and feel dizzy or tired.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run in the sun, the coach reminded the team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because one player was already showing signs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process, state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process, state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remove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process, state of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hydrogen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found in water,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hydraulic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machines use liquid pressure, 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hydroponics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lets plants grow without soil.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producing, forming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producing, forming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producing, forming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labour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labour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labour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or practice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-ogen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anhydrous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'hydr' — 3-Day Teaching Deck</dc:title>
  <dc:subject>PptxGenJS Presentation</dc:subject>
  <dc:creator>Word Labs</dc:creator>
  <cp:lastModifiedBy>Word Labs</cp:lastModifiedBy>
  <cp:revision>1</cp:revision>
  <dcterms:created xsi:type="dcterms:W3CDTF">2026-04-10T00:33:08Z</dcterms:created>
  <dcterms:modified xsi:type="dcterms:W3CDTF">2026-04-10T00:33:08Z</dcterms:modified>
</cp:coreProperties>
</file>