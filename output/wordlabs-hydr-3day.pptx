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'hydr'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'hydr' — water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'hydr' means 'water'.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'hydr'.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'hydr'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'hydr'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'hydr' means 'water'.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'hydr'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'hydr'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'hydr' comes from a Greek word meaning water.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person who is dehydrated has drunk too much water.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Hydrogen gets its name partly because it is found in water.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fire hydrant is connected to a water supply.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Hydropower uses wind to generate electricity.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'hydr'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hydor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hydropower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'hydr'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-ogen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 machine or system that uses the pressure of water or liquid to work.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light gas that has no colour or smell and is found in water.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that studies water — where it is found, how it moves, and how it is used.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hydropower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that is made using the energy of flowing or falling water.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water to something, or to drink enough water to keep your body healthy.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 connected to the water supply in the street that firefighters can attach a hose to.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lose too much water from your body, making you feel thirsty and tired.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'hydr'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'hydr'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hydrate by drinking plenty of water before and after sport.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 connected the hose to the bright red hydrant on the footpath.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learnt that hydropower stations use fast-moving rivers to create electricity for our homes.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dehydrate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sport, you must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straight away by drinking water.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hydraulic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pump, powered by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hydropower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dehydrate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vegetables very quickly.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hydropower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lic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following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or force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following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or force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root to following base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or force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or reverse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'hydr' = water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'hydr'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-ogen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-ology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dehydrate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hydrogen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hydropower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hydraulic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hydrology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hydrant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anhydrous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'hydr' — 3-Day Teaching Deck</dc:title>
  <dc:subject>PptxGenJS Presentation</dc:subject>
  <dc:creator>Word Labs</dc:creator>
  <cp:lastModifiedBy>Word Labs</cp:lastModifiedBy>
  <cp:revision>1</cp:revision>
  <dcterms:created xsi:type="dcterms:W3CDTF">2026-03-25T03:58:18Z</dcterms:created>
  <dcterms:modified xsi:type="dcterms:W3CDTF">2026-03-25T03:58:18Z</dcterms:modified>
</cp:coreProperties>
</file>