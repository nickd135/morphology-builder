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'hydr'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'hydr' —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'hydr' means 'water'.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'hydr'.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'hydr'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'hydr'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'hydr' means 'water'.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'hydr'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'hydr'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'hydrant' means 'a plant that only grows near rivers and lakes'.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'hydrate' means 'to freeze something solid'.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'hydr' means 'water'.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'hydrant' means 'an outdoor pipe from which water can be drawn to put out fires'.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'hydrate' means 'to take in enough water to stay healthy'.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'hydr'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'hydr'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0662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70662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97764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325112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25112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4924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576072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the body the water it needs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taken in enough water; not thirsty or dry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taking in enough water for the body to work properly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lose or remove water from something, especially the body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outdoor pipe from which water can be drawn to put out fires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in enough water to stay healthy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'hydr'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'hydr'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attached their hose to the hydrant to reach the flames.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 need to hydrate before and after a long run.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 plenty of water so you stay hydrated during the hike.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water after a long run. The hikers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walking all day in the sun.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dried fruit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rehydrated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soaking it in warm water overnight. The hiker felt dizzy from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walking all day without water.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class, we learned how rivers shape the land over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hydrating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'hydr'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