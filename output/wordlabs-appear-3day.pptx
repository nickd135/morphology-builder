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'appear'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come into sight"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apparere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'appear' — to come into sight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'appear' means 'to come into sight'.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'appear'.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'appear'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'appear'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'appear' means 'to come into sight'.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'appear'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'appear'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'disappear' contains the root 'appear'.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'appear' comes from Greek.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'Reappear' means to come back into sight after being gone.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'-ance' in 'appearance' turns the verb into a noun.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'Disappear' means to come into view suddenly.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'appear'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come into sight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apparere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'appear'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something or someone looks to others.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coming into view or becoming visible right now.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back into view after being gone or hidden.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came into view or became visible in the past.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out of sight; to no longer be visible.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view or become visible to someone.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is visible or seems to be a certain way.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'appear'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'appear'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magician made the rabbit disappear right before our eyes.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storm, a beautiful rainbow began to appear in the sky.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was surprised by the sudden appearance of the new student in class.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rabbit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disappear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or will it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reappear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behind the curtain?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away,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away,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away,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ghost's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appearance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frightening, but it would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disappear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dawn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reappear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next night.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away,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away,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away,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disappearance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'appear' — 3-Day Teaching Deck</dc:title>
  <dc:subject>PptxGenJS Presentation</dc:subject>
  <dc:creator>Word Labs</dc:creator>
  <cp:lastModifiedBy>Word Labs</cp:lastModifiedBy>
  <cp:revision>1</cp:revision>
  <dcterms:created xsi:type="dcterms:W3CDTF">2026-03-25T03:03:37Z</dcterms:created>
  <dcterms:modified xsi:type="dcterms:W3CDTF">2026-03-25T03:03:37Z</dcterms:modified>
</cp:coreProperties>
</file>