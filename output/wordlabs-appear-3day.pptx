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'appear'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"come into view"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'appear' — come into view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'appear' means 'come into view'.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'appear'.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'appear'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'appear'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'appear' means 'come into view'.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'appear'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'appear'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'appear' means 'come into view'.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'appear' means 'to come into sight'.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'appear' means 'to disappear completely from view'.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'appears' means 'comes into sight; seems to be'.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'appears' means 'disappears from view'.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'appear'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into view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'appear'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834640" y="37216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834640" y="37216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39826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745736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745736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1616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32764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2764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into sight, happening now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appear again after being hidden or gone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being seen or to vanish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into sight, in the past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appeared again after being gone or hidden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into sight; seems to be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'appear'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'appear'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rainbow began to appear after the rain stopped.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appears that the weather is improving.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appeared from behind the clouds.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disappeared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behind the clouds. The stars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reappearing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the fast-moving clouds.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appearance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changed a lot since we last met. The judges were not swayed by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appearances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alone. Fans were thrilled by the singer's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reappearance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stage after years away.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into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come into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'appear' — 3-Day Teaching Deck</dc:title>
  <dc:subject>PptxGenJS Presentation</dc:subject>
  <dc:creator>Word Labs</dc:creator>
  <cp:lastModifiedBy>Word Labs</cp:lastModifiedBy>
  <cp:revision>1</cp:revision>
  <dcterms:created xsi:type="dcterms:W3CDTF">2026-07-07T10:21:39Z</dcterms:created>
  <dcterms:modified xsi:type="dcterms:W3CDTF">2026-07-07T10:21:39Z</dcterms:modified>
</cp:coreProperties>
</file>