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'appear'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'appear' really means 'come into view'.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Grandpa shaved off his beard, and his whole appearance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'appear'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 into view"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'appear'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'appear' — come into 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'appear' means 'come into view'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'appear'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'appear'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'appear'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'appear' means 'come into view'. You can find it in 'reappear'.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'reappear',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'appearance', '-ance'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'appear' means 'come into view'.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'reappear' means 'to appear again after being hidden or gone'.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'disappear' means 'to stop being seen or to vanish'.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'appear'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'appear' means 'come into view'.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'reappear' means 'to appear again after being hidden or gone'.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'disappear' means 'to stop being seen or to vanish'.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'appear'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'appear'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 into view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reappear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'appear'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523744" y="2569464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23744" y="256946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4904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16052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reappear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stop being seen or to vanish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come into sight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appear again after being hidden or gone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come into sight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appear again after being hidden or gone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stop being seen or to vanish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'appear'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'appear'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rainbow began to appear after the rain stopped.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will reappear once the clouds have passed.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rabbit seemed to disappear behind the bushes.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 shaved off his beard, and his whole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into view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into view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into view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'appear'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'appear' = come into view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reappearance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disappearance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appearance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'appear'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