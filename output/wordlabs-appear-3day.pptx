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'appear'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come into sight"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apparere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'appear' — to come into sight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'appear' means 'to come into sight'.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'appear'.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'appear'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'appear'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'appear' means 'to come into sight'.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'appear'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'appear'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'appear' comes from the Greek language.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suffix '-ance' to 'appear' makes the word 'appearance'.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'Reappear' means to come back into sight after being gone.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'disappear' contains the root 'appear'.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'appear' means to make a loud noise.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'appear'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come into sight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apparere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'appear'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or someone looks to other people.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coming into sight or showing up somewhere.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out of sight or stop being visible.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came into view or was seen in the past.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going out of sight or vanishing.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 or become visible to someone.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visible or seems to be a certain 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'appear'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'appear'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 made a rabbit appear out of the empty hat, which amazed the whole audience.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 passed, a beautiful rainbow began to appear across the sky.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shy student did not want to make an appearance at the school concert this year.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 could make objects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disappear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reappearance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always amazed the crowd.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ghost's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appearance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frightening; it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appear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suddenly, then vanish into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appearing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sight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'appear' = to come into sight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'appear'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disappearing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reappear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'appear' — 3-Day Teaching Deck</dc:title>
  <dc:subject>PptxGenJS Presentation</dc:subject>
  <dc:creator>Word Labs</dc:creator>
  <cp:lastModifiedBy>Word Labs</cp:lastModifiedBy>
  <cp:revision>1</cp:revision>
  <dcterms:created xsi:type="dcterms:W3CDTF">2026-04-09T21:51:48Z</dcterms:created>
  <dcterms:modified xsi:type="dcterms:W3CDTF">2026-04-09T21:51:48Z</dcterms:modified>
</cp:coreProperties>
</file>