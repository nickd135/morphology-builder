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consume food by mouth"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'eat' — to consume food by mouth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'eat' means 'to consume food by mouth'.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'eat' means 'to consume food by mouth'.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'eater' is formed by adding the suffix '-er' to the root 'eat'.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'over-' in 'overeating' means too much.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'uneaten' contains the root 'eat' and the prefix 'un-' meaning not.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'eat' comes from a French word meaning to chew.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'eatable' uses the suffix '-able' to mean without eating.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consume food by mouth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has been warmed up again after being cooked before.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eats a particular type of food.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regularly eats more food than their body needs.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eats too much food at one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safe and okay to eat.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has not been eaten and is still left over.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putting food in your mouth and swallowing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 very careful eater who always chews her food slowly before swallowing.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overeating at the party because there were so many delicious snacks on the table.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sandwiches were left uneaten after lunch because the students were not very hungry.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uneaten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vegetables sat on the plate while the hungry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stared out the window.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dinner is unhealthy,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reheating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leftovers the next day makes you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champion!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warmth applied to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warmth applied to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or warmth applied to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'eat' — 3-Day Teaching Deck</dc:title>
  <dc:subject>PptxGenJS Presentation</dc:subject>
  <dc:creator>Word Labs</dc:creator>
  <cp:lastModifiedBy>Word Labs</cp:lastModifiedBy>
  <cp:revision>1</cp:revision>
  <dcterms:created xsi:type="dcterms:W3CDTF">2026-07-03T09:04:31Z</dcterms:created>
  <dcterms:modified xsi:type="dcterms:W3CDTF">2026-07-03T09:04:31Z</dcterms:modified>
</cp:coreProperties>
</file>