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'eat'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consume food"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'eat' — to consume food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'eat' means 'to consume food'.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'eat'.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'eat'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'eat'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'eat' means 'to consume food'.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'eat'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'eat'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'eats' means 'paints something a new colour'.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'eats' means 'puts food in the mouth and swallows it'.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'eat' means 'to consume food'.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'eat' means 'to put food into your mouth, chew it, and swallow it'.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'eat' means 'to run very fast'.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'eat'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consume food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Anglo-Saxon (Old English) root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'eat'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508760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1508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263347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980944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2980944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105656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4453128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4453128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5349240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5760720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60720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or animal that eats, especially in a particular way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put food into your mouth, chew it, and swallow it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food in the mouth and swallows it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had food swallowed or consumed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'eat'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'eat'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like to eat fruit for breakfast.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dog eats his dinner very quickly.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has already eaten her lunch.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lions are fast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eaters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they catch their prey.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vegetables every day keeps you healthy.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party, it's easy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overeat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there are so many delicious snacks. Being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overeater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Christmas dinner left him feeling very full and sleepy.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Overeating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buffet left everyone feeling too full to move.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who; more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overeating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consume food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'eat' = to consume food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'eat'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eats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eaten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eater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'eat' — 3-Day Teaching Deck</dc:title>
  <dc:subject>PptxGenJS Presentation</dc:subject>
  <dc:creator>Word Labs</dc:creator>
  <cp:lastModifiedBy>Word Labs</cp:lastModifiedBy>
  <cp:revision>1</cp:revision>
  <dcterms:created xsi:type="dcterms:W3CDTF">2026-07-07T10:22:37Z</dcterms:created>
  <dcterms:modified xsi:type="dcterms:W3CDTF">2026-07-07T10:22:37Z</dcterms:modified>
</cp:coreProperties>
</file>