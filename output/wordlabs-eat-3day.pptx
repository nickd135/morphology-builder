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'eat'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"to consume food by mouth"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edere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'eat' — to consume food by mouth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'eat'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'eat' = to consume food by mouth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'eat' means 'to consume food by mouth'.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'eat'.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'eat'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'eat'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'eat'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'eat' = to consume food by mouth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'eat' means 'to consume food by mouth'.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'eat'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'eat'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'eat'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'eat' = to consume food by mouth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root 'eat' comes from a French word meaning to chew.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prefix 'over-' in 'overeating' means too much.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The word 'uneaten' contains the root 'eat' and the prefix 'un-' meaning not.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The word 'eatable' uses the suffix '-able' to mean without eating.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word 'eater' is formed by adding the suffix '-er' to the root 'eat'.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'eat'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'eat'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'eat' = to consume food by mouth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'eat'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 consume food by mouth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edere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eater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eating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overeating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reheated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uneaten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eatable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overeater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'eat'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'eat'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'eat' = to consume food by mouth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'eat'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eat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-en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-able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-en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109728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63347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980944" y="4178808"/>
            <a:ext cx="1097280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980944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'eat'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4105656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453128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453128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349240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5760720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760720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eater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'eat'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'eat'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'eat' = to consume food by mouth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eater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Food that has been warmed up again after being cooked before.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eating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or animal that eats a particular type of food.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overeating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regularly eats more food than their body needs.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reheated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someone eats too much food at one time.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uneaten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Something that is safe and okay to eat.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eatable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Food that has not been eaten and is still left over.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overeater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action of putting food in your mouth and swallowing it.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'eat'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'eat'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'eat' = to consume food by mouth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'eat'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 is a very careful eater who always chews her food slowly before swallowing.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children were overeating at the party because there were so many delicious snacks on the table.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Half the sandwiches were left uneaten after lunch because the students were not very hungry.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'eat'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'eat' = to consume food by mouth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'eat'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'eat' = to consume food by mouth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uneaten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vegetables sat on the plate while the hungry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eater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stared out the window.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uneaten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eater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'eat'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'eat' = to consume food by mouth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uneaten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'eat'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'eat' = to consume food by mouth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uneaten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eat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consume food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participle suffix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'eat'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'eat' = to consume food by mouth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uneaten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eat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consume food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participle suffix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eat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'eat'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'eat' = to consume food by mouth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uneaten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eat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consume food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participle suffix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eat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ea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'eat'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'eat' = to consume food by mouth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eater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'eat'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'eat' = to consume food by mouth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eater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eat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consume food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or thing that does something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'eat'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'eat' = to consume food by mouth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eater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eat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consume food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or thing that does something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eat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'eat'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'eat' = to consume food by mouth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eater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eat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consume food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or thing that does something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eat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ea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'eat'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'eat' = to consume food by mouth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'eat'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'eat' = to consume food by mouth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Overeating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at dinner is unhealthy, but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reheating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your leftovers the next day makes you an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eating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champion!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Overeating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reheating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eating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'eat'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'eat' = to consume food by mouth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Overeating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'eat'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'eat' = to consume food by mouth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Overeating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 much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eat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consume food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ongoing action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'eat'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'eat' = to consume food by mouth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Overeating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 much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eat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consume food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ongoing action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eat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'eat'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'eat' = to consume food by mouth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Overeating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 much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eat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consume food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ongoing action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eat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ea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ng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'eat'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'eat' = to consume food by mouth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reheating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'eat'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'eat' = to consume food by mouth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reheating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heat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warmth or warmth applied to food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ongoing action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'eat'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'eat' = to consume food by mouth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reheating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heat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warmth or warmth applied to food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ongoing action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heat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'eat'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'eat' = to consume food by mouth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reheating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heat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warmth or warmth applied to food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ongoing action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heat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ea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ng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'eat'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'eat' = to consume food by mouth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eating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'eat'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'eat' = to consume food by mouth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eating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eat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consume food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ongoing action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'eat'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'eat' = to consume food by mouth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eating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eat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consume food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ongoing action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eat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'eat'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'eat' = to consume food by mouth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eating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eat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consume food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ongoing action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eat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67004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7004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ea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4123944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123944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5577840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577840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703173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03173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ng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'eat'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'eat' = to consume food by mouth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'eat'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'eat'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'eat' = to consume food by mouth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'eat'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eat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-en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-able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-en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eater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eating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overeating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reheated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uneaten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eatable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overeater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beater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'eat' — 3-Day Teaching Deck</dc:title>
  <dc:subject>PptxGenJS Presentation</dc:subject>
  <dc:creator>Word Labs</dc:creator>
  <cp:lastModifiedBy>Word Labs</cp:lastModifiedBy>
  <cp:revision>1</cp:revision>
  <dcterms:created xsi:type="dcterms:W3CDTF">2026-04-09T22:23:33Z</dcterms:created>
  <dcterms:modified xsi:type="dcterms:W3CDTF">2026-04-09T22:23:33Z</dcterms:modified>
</cp:coreProperties>
</file>