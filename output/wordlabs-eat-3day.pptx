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'eat'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'uneaten' really means 'not eaten; left on the plate'.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By lunchtime, the possums had eaten every ripe peach on our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'eat'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consume food"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'eat'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'eat' — to consume food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'eat' means 'to consume food'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'eat'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'eat'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'eat'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'eat' means 'to consume food'. You can find it in 'eater'.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'overeat', 'over-' means 'too much'.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'eater',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'eat' means 'to consume food'.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'overeat' means 'to eat more food than your body needs'.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'uneaten' means 'a person or animal that eats, especially in a particular 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'eater' means 'a person or animal that eats, especially in a particular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'eat' means 'to consume food'.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'overeat' means 'to eat more food than your body needs'.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'uneaten' means 'a person or animal that eats, especially in a particular 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'eater' means 'a person or animal that eats, especially in a particular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'eat'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consume food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uneaten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'eat'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91840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584448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584448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98264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809744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uneaten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eaten; left on the plate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eat more food than your body needs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animal that eats, especially in a particular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uneaten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put food into your mouth, chew it, and swallow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food into your mouth, chew it, and swallow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or animal that eats, especially in a particular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eat more food than your body needs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uneaten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eaten; left on the plate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'eat'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'eat'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to eat fruit for breakfast.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little brother is a very fussy eater.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party, it's easy to overeat when there are so many delicious snacks.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lunchtime, the possums had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eaten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ripe peach on our tree.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consume food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form (has been done)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consume food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form (has been done)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consume food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form (has been done)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'eat' = to consume food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'eat'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