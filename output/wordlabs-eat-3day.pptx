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consume food by mouth"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'eat' — to consume food by mouth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'eat' means 'to consume food by mouth'.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'eat' means 'to consume food by mouth'.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'uneaten' contains the root 'eat' and means food that has not been consumed.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'eat' comes from a Greek word meaning to swallow.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'over' to 'eat' makes the word 'overeat', meaning to eat too much.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'eater' uses the suffix '-er' to describe a person who eats.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're' in 'reeat' means to eat before someone else.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consume food by mouth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reeaten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is safe and okay to eat.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eats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not been eaten and is still on the plate.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too much food at one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reeaten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regularly eats more food than their body needs.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eaten something again, like leftovers warmed up.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food in your mouth and swallowing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overeater at the school camp went back for thirds at every meal.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left most of her uneaten lunch in her bag because she was too excited to eat.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eater in our class can finish a whole watermelon by himself!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a pile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uneaten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vegetables on his plate.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felt sick,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uneaten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food was saved for the hungriest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table.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to, past participle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 by mouth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reeaten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uneaten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outeaten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'eat' — 3-Day Teaching Deck</dc:title>
  <dc:subject>PptxGenJS Presentation</dc:subject>
  <dc:creator>Word Labs</dc:creator>
  <cp:lastModifiedBy>Word Labs</cp:lastModifiedBy>
  <cp:revision>1</cp:revision>
  <dcterms:created xsi:type="dcterms:W3CDTF">2026-03-25T03:34:20Z</dcterms:created>
  <dcterms:modified xsi:type="dcterms:W3CDTF">2026-03-25T03:34:20Z</dcterms:modified>
</cp:coreProperties>
</file>