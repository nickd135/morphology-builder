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good, harmful, unpleasant"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malus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'bad' — not good, harmful, unpleasant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'bad' means 'not good, harmful, unpleasant'.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'bad' means 'not good, harmful, unpleasant'.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'Badlands' is a compound word that uses 'bad' as its first part.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'badly' is formed by adding the suffix '-ly' to 'bad'.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'badish' means extremely terrible and very harmful.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'bad' comes from an ancient Greek word.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'Badness' contains the root 'bad' plus the suffix '-ness'.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good, harmful, unpleasant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malus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badish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--ish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not good or causes harm, like bad weather or a bad smell.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wicked or not good.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bad of all; used to describe the worst thing in a group.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villain or wicked character, often in a story or movie.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bad than something else; a comparison showing something is worse.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bad but not completely terrible; a little bit unpleasant.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badish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done in a poor or harmful way, like playing badly in a game.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storm caused badly damaged roads all across the town.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badness of the villain's plan was obvious to everyone in the story.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played so badly in the first half that the coach asked her to rest.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behaved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party, which showed real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character.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baddest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villain in the story did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baddest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deeds, yet even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baddie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learn to change.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good, harmful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'bad' = not good, harmful, unpleasant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--ish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baddie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badish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badlands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'bad' — 3-Day Teaching Deck</dc:title>
  <dc:subject>PptxGenJS Presentation</dc:subject>
  <dc:creator>Word Labs</dc:creator>
  <cp:lastModifiedBy>Word Labs</cp:lastModifiedBy>
  <cp:revision>1</cp:revision>
  <dcterms:created xsi:type="dcterms:W3CDTF">2026-04-09T22:25:57Z</dcterms:created>
  <dcterms:modified xsi:type="dcterms:W3CDTF">2026-04-09T22:25:57Z</dcterms:modified>
</cp:coreProperties>
</file>