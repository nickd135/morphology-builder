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good, harmful, wrong"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'bad' — not good, harmful, wrong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'bad' means 'not good, harmful, wrong'.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'bad' means 'not good, harmful, wrong'.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'badly' is formed by adding the suffix '-ly' to the root 'bad'.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'bad' comes from the Greek word for darkness.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'badness' means the quality of being bad.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'-ish' to 'bad' makes the meaning slightly less strong, meaning a little bad.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'baddest' means only slightly bad.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good, harmful, wrong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bad-tempered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not good or not done well, like playing a game badly.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bad than something else; used when comparing two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bad or a little bit not good.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character in a story who does bad or evil things, like a villain.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bad of all; used when comparing three or more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Easily annoyed or grumpy; having a bad mood often.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bad-tempered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bad or doing wrong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footballer played badly in the first half, but improved after the break.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badness of the storm surprised everyone in the town.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bad-tempered cat hissed at anyone who came near her kittens.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forgetting her friend's birthday, so she admitted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straight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character in the story behaved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eventually punished by the hero.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bad-tempered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bad-mouth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'bad' — 3-Day Teaching Deck</dc:title>
  <dc:subject>PptxGenJS Presentation</dc:subject>
  <dc:creator>Word Labs</dc:creator>
  <cp:lastModifiedBy>Word Labs</cp:lastModifiedBy>
  <cp:revision>1</cp:revision>
  <dcterms:created xsi:type="dcterms:W3CDTF">2026-03-25T03:36:38Z</dcterms:created>
  <dcterms:modified xsi:type="dcterms:W3CDTF">2026-03-25T03:36:38Z</dcterms:modified>
</cp:coreProperties>
</file>