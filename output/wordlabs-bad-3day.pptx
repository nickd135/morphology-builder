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'bad'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good; poor quality"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'bad' — not good; poor quality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'bad' means 'not good; poor quality'.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'bad'.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'bad'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'bad'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'bad' means 'not good; poor quality'.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'bad'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'bad'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'bad' means 'not good; of poor quality or unpleasant'.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'bad' means 'extremely fast'.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'badly' means 'very quickly'.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'bad' means 'not good; poor quality'.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'badly' means 'in a poor way; not well'.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'bad'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good; poor quality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'bad'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08760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08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3347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980944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980944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77056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288536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88536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'bad'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'bad'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was so bad that the match had to be cancelled.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played badly in the first half but improved after half-time.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explored the badness hidden beneath the villain's charming smile.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was so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the match had to be cancelled. He played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badly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first half but improved after half-time. The story explored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badness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hidden beneath the villain's charming smile.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good; poor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'bad' = not good; poor quality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'bad'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'bad' — 3-Day Teaching Deck</dc:title>
  <dc:subject>PptxGenJS Presentation</dc:subject>
  <dc:creator>Word Labs</dc:creator>
  <cp:lastModifiedBy>Word Labs</cp:lastModifiedBy>
  <cp:revision>1</cp:revision>
  <dcterms:created xsi:type="dcterms:W3CDTF">2026-07-07T10:24:24Z</dcterms:created>
  <dcterms:modified xsi:type="dcterms:W3CDTF">2026-07-07T10:24:24Z</dcterms:modified>
</cp:coreProperties>
</file>