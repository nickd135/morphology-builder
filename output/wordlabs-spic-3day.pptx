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'spic'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look, see, observe"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specere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'spic' — to look, see, observe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'spic' means 'to look, see, observe'.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'spic'.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'spic'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'spic'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'spic' means 'to look, see, observe'.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'spic'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'spic'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'spic' comes from a Latin word meaning to look or see.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'conspicuous' means something that is very difficult to see.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'in-' in 'inconspicuous' means 'not', making it mean 'not easy to see'.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'suspicious' person is one who notices things seem wrong or dishonest.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'spic' comes from a Greek word meaning to speak.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'spic'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look, see, observe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specere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conspicuous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inconspicuous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suspicious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auspicious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perspicacious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inauspicious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perspicuous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'spic'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-acy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-uous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235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350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350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conspicuous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conspicuous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clear and easy to understand.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inconspicuous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very sharp and clever ability to notice and understand things.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suspicious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signs that something good or lucky is about to happen.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auspicious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signs that things might not go well; seeming unlucky.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perspicacious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that something might be wrong or that someone is not being honest.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inauspicious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very easy to notice or stands out clearly.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perspicuous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hard to notice or blends in with surroundings.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'spic'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'spic'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red backpack was conspicuous in the crowd of students wearing grey uniforms.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detective became suspicious when she noticed muddy footprints leading away from the scene.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a new project on a sunny Monday felt like an auspicious beginning.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thief tried to be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inconspicuous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detective's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suspicion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grew stronger.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inconspicuous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suspicion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inconspicuous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inconspicuous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uous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inconspicuous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uous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inconspicuous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uous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3041435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6307953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suspicion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suspicion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from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suspicion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from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suspicion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from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auspicious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weather made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conspicuous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rainbow feel like a sign, but the detective's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suspicion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remained.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auspicious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conspicuous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suspicion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auspicious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auspicious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bird (omen from birds)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auspicious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bird (omen from birds)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cious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auspicious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bird (omen from birds)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cious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conspicuous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conspicuous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conspicuous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conspicuous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951828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87211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suspicion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suspicion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from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suspicion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from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suspicion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from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-acy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-uous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conspicuous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inconspicuous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suspicious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auspicious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perspicacious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inauspicious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perspicuous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suspicion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'spic' — 3-Day Teaching Deck</dc:title>
  <dc:subject>PptxGenJS Presentation</dc:subject>
  <dc:creator>Word Labs</dc:creator>
  <cp:lastModifiedBy>Word Labs</cp:lastModifiedBy>
  <cp:revision>1</cp:revision>
  <dcterms:created xsi:type="dcterms:W3CDTF">2026-03-25T03:47:46Z</dcterms:created>
  <dcterms:modified xsi:type="dcterms:W3CDTF">2026-03-25T03:47:46Z</dcterms:modified>
</cp:coreProperties>
</file>