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'spic'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"look; see"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'spic' — look; see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'spic' means 'look; see'.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'spic'.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'spic'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'spic'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'spic' means 'look; see'.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'spic'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'spic'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'spicy' means 'having a hot, strong flavour from spices'.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'spic' means 'look; see'.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'spices' means 'tools used to measure ingredients'.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'spices' means 'plant-based substances used to flavour or season food'.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'spicy' means 'very quiet and calm'.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'spic'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look; see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'spic'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508760" y="2807208"/>
            <a:ext cx="1243584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508760" y="28072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79776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127248" y="28072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127248" y="28072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23360" y="2807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434840" y="28072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807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'spic'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'spic'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chilli sauce was too spicy for me.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 smelled amazing from all the spices in the curry.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curry is spicier than the one we had last week.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chilli sauce was too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spicy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me.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15468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 smelled amazing from all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spices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curry. This curry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spicier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the one we had last week. Dad ordered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spiciest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curry on the menu.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spicier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spiciest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spicier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spicier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spicier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spicier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spiciest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spiciest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spiciest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spiciest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'spic'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'spic'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'spic' — 3-Day Teaching Deck</dc:title>
  <dc:subject>PptxGenJS Presentation</dc:subject>
  <dc:creator>Word Labs</dc:creator>
  <cp:lastModifiedBy>Word Labs</cp:lastModifiedBy>
  <cp:revision>1</cp:revision>
  <dcterms:created xsi:type="dcterms:W3CDTF">2026-07-07T10:24:24Z</dcterms:created>
  <dcterms:modified xsi:type="dcterms:W3CDTF">2026-07-07T10:24:24Z</dcterms:modified>
</cp:coreProperties>
</file>