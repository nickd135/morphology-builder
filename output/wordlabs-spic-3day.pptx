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'spic'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look, see, observe"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specere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'spic' — to look, see, observe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'spic' = to look, see,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'spic' means 'to look, see, observe'.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'spic'.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'spic'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'spic'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'spic' = to look, see,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'spic' means 'to look, see, observe'.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'spic'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'spic'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'spic' = to look, see, observe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'spic' comes from a Latin word meaning to look or see.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'spic' appears in English words to do with sight and observation.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'suspicious' comes from a Greek root meaning to smell.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'inspect' has nothing to do with looking or observing.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'in-' in 'inconspicuous' means 'not', so inconspicuous means not easy to see.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'spic'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'spic' = to look, see,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'spic'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look, see, observe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specere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conspicuous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inspect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suspicious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auspicious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perspicacious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inauspicious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inconspicuous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'spic'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'spic' = to look, see, observe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'spic'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spic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-ious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-acy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-acle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-ious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'spic'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0565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53128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53128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-ious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62356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03504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3504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conspicuous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'spic'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'spic' = to look, see, observe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conspicuous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easy to see or notice; blending in with everything around.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inspect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good at noticing and understanding things quickly.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suspicious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Seeming to show that something good is likely to happen.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auspicious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Seeming to suggest that something will not go well.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perspicacious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that something is wrong or that someone is not being honest.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inauspicious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is very easy to see or notice because it stands out.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inconspicuous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something very carefully to check it.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'spic'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'spic' = to look, see, observe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'spic'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bright orange jacket made him very conspicuous in the crowd, and everyone turned to look.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health officer came to inspect the school canteen to make sure all the food was safe to eat.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neighbours were suspicious when they noticed strange lights flickering in the old house late at night.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'spic' = to look, see,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'spic' = to look, see, observe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detective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suspicious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man's story, so she began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inspect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every clue carefully.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suspicious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inspect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'spic' = to look, see,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suspicious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'spic' = to look, see,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suspicious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from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look,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ious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'spic' = to look, see,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suspicious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from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look,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ious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cious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'spic' = to look, see,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suspicious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from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look,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ious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cious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666826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ious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757694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/us/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'spic' = to look, see,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'spic' = to look, see,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upon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look,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ending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'spic' = to look, see,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upon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look,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ending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'spic' = to look, see,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upon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look,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ending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'spic' = to look, see,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'spic' = to look, see, observe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conspicuous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red hat caused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suspicion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among the guards, but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auspicious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smile calmed them.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conspicuous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suspicion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auspicious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'spic' = to look, see,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conspicuous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'spic' = to look, see,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conspicuous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thoroughly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look,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uous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'spic' = to look, see,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conspicuous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thoroughly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look,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uous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'spic' = to look, see,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conspicuous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thoroughly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look,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uous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951828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5872111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7178871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/u/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'spic' = to look, see,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suspicion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'spic' = to look, see,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suspicion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from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look,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act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'spic' = to look, see,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suspicion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from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look,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act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'spic' = to look, see,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suspicion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from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look,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act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666826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757694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/un/</a:t>
            </a:r>
            <a:endParaRPr lang="en-US" sz="7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'spic' = to look, see,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auspicious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'spic' = to look, see,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auspicious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bird (from auspex, bird-watcher, omen-reader)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look,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ious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'spic' = to look, see,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auspicious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bird (from auspex, bird-watcher, omen-reader)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look,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ious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cious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'spic' = to look, see, observe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auspicious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bird (from auspex, bird-watcher, omen-reader)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look,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ious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cious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6408638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ious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/us/</a:t>
            </a:r>
            <a:endParaRPr lang="en-US" sz="7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'spic' = to look, see, observe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'spic'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'spic' = to look, see, observe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'spic'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spic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-ious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-acy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-acle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-ious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conspicuous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inspect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suspicious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auspicious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perspicacious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inauspicious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inconspicuous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suspicion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'spic' — 3-Day Teaching Deck</dc:title>
  <dc:subject>PptxGenJS Presentation</dc:subject>
  <dc:creator>Word Labs</dc:creator>
  <cp:lastModifiedBy>Word Labs</cp:lastModifiedBy>
  <cp:revision>1</cp:revision>
  <dcterms:created xsi:type="dcterms:W3CDTF">2026-04-09T22:38:40Z</dcterms:created>
  <dcterms:modified xsi:type="dcterms:W3CDTF">2026-04-09T22:38:40Z</dcterms:modified>
</cp:coreProperties>
</file>