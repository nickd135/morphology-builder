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"over, above, too much"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'hyper-' — over, above, too much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'hyper-' means 'over, above, too much'.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'hyper-'.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'hyper-'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'hyper-'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'hyper-' means 'over, above, too much'.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'hyperactive', the root is the part after the prefix 'hyper-'.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'hyper-' comes from Greek and means 'over' or 'too much'.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hyperactive person is very calm and relaxed.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Hyperbole is a way of exaggerating something far beyond what is literally true.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'hyper-' can be found in words related to computers, medicine, and behaviour.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'Hyper-' means the same thing as the prefix 'sub-', which means under.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'hyper-'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over, above, too much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hyperbole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hypertext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'hyper-'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say something in a hugely exaggerated way to make a point, like 'I've told you a million times!'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text or image on a computer that you click to jump to another page or website.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condition where blood pressure in the body is much higher than it should be.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very fast and too much, often because someone is frightened or anxious.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hyperbole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has so much energy that they find it very hard to sit still or calm down.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 a computer screen that contains links connecting it to other documents or web pages.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hypertext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extremely sensitive to things — like sounds, feelings, or comments — much more than most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'hyper-'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'hyper-'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puppy was so hyperactive after its walk that it kept zooming around the backyard.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clicked on the hyperlink in the email and it took her straight to the school website.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eating too much salty food can lead to hypertension over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party, and his mum worried he might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all the excitement.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air, wind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air, wind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air, wind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hypercritical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judge gave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hypersensitive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feedback, and the crowd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tension.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hypercritical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hypercritical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hypercritical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judges or evaluates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hypercritical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judges or evaluates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hypercritical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judges or evaluates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air, wind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air, wind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air, wind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too much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hyperbole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hypertext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hypercritical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'hyper-' — 3-Day Teaching Deck</dc:title>
  <dc:subject>PptxGenJS Presentation</dc:subject>
  <dc:creator>Word Labs</dc:creator>
  <cp:lastModifiedBy>Word Labs</cp:lastModifiedBy>
  <cp:revision>1</cp:revision>
  <dcterms:created xsi:type="dcterms:W3CDTF">2026-03-26T07:35:16Z</dcterms:created>
  <dcterms:modified xsi:type="dcterms:W3CDTF">2026-03-26T07:35:16Z</dcterms:modified>
</cp:coreProperties>
</file>