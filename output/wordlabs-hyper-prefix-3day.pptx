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'hyper-'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'hyperspace' really means 'an imaginary space in stories that lets spaceships travel faster than light'.
'hyperactive' really means 'unusually and excessively energetic or restless'.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When Sam said his school bag weighed a tonne, that was hyperbole.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'hyper-'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"over; excessive"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'hyper-'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'hyper-' — over; excessive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'hyper-' means 'over; excessive'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'hyper-'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'hyper-'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'hyper-'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'hyper-' means 'over; excessive'. You can see it at the start of 'hyperactive'.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'hyperactive', the base is 'act' (do).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'hyperactive', '-ive' means 'having quality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'hyper-' means 'over; excessive'.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'hypersensitive' means 'reacting much more strongly than usual to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'hyperspace' means 'unusually and excessively energetic or restless'.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'hyperlink' means 'text or a picture on a computer that you click to jump to another page'.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'hyperactive' means 'an imaginary space in stories that lets spaceships travel faster than light'.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'hyper-' means 'over; excessive'.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'hypersensitive' means 'reacting much more strongly than usual to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'hyperspace' means 'unusually and excessively energetic or restless'.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'hyperlink' means 'text or a picture on a computer that you click to jump to another page'.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'hyperactive' means 'an imaginary space in stories that lets spaceships travel faster than light'.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'hyper-'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over; excessive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hyperactive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hyperlink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hyperspace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hypersensitive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'hyper-'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4261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93522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3522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0332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95928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995928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4690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358384" y="2971800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58384" y="297180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hyperactive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hyperactive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reacting much more strongly than usual to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hyperlink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unusually and excessively energetic or restless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hyperspace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text or a picture on a computer that you click to jump to another page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hypersensitive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imaginary space in stories that lets spaceships travel faster than light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hyperactive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unusually and excessively energetic or restless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hyperlink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text or a picture on a computer that you click to jump to another page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hyperspace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imaginary space in stories that lets spaceships travel faster than light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hypersensitive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reacting much more strongly than usual to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'hyper-'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'hyper-'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puppy was so hyperactive that it couldn't sit still for a second.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blue hyperlink to open the page about volcanoes.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film, the ship jumped into hyperspace to escape the enemy fleet.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Sam said his school bag weighed a tonne, that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hyperbole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hyperbole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hyperbole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hyperbole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over; excessive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hyperbole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over; excessive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hyperbole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over; excessive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'hyper-'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'hyper-' = over; excessive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hyperbole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'hyper-'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