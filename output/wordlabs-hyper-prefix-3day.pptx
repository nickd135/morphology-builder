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"over, above, excessive"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'hyper-' — over, above, excessive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'hyper-' means 'over, above, excessive'.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'hyper-'.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'hyper-'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'hyper-'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'hyper-' means 'over, above, excessive'.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'hyperactive', the root is the part after the prefix 'hyper-'.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'Hyper-' comes from the Greek language.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'Hyper-' means the same thing as the prefix 'sub-'.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'hyperactive' contains the prefix 'hyper-'.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hyperlink takes you to another page when you click it.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'hyper-' means under or below normal.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'hyper-'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over, above, excessive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hyper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hyperbole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hypertext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'hyper-'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77977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312724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312724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huge exaggeration used to make a point, like saying 'I've told you a million times!'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extremely sensitive to things — like sounds, smells, or feelings — much more than most people.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on a computer that you can click on to jump to another page or document.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too fast and too deeply, often because of panic or fear.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hyperbole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is far too busy, restless, or energetic and finds it very hard to sit still.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hypertext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pressure of blood moving through your body is much higher than it should be.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clickable word or image on a screen that takes you to another page or website.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'hyper-'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'hyper-'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little brother gets so hyperactive after eating too much sugar at birthday parties.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showed us how to click a hyperlink to find more information on the website.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people who are hypersensitive to loud noises wear ear muffs in busy places.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hyperactive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puppy jumped over every single fence in the yard.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above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science lesson, we learnt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hypertension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dangerous, and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hyperventilating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make you feel dizzy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hypersensitive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light.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strain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strain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stretch or strain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condition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sion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let air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cause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let air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cause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52" name="Text 5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breathe or let air in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or cause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998818" y="2752344"/>
            <a:ext cx="15819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80329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980329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986169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3064546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64546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070386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4148763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48763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154603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232981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32981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238821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317198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317198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323038" y="3364992"/>
            <a:ext cx="7837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7401415" y="3364992"/>
            <a:ext cx="100584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1415" y="3364992"/>
            <a:ext cx="1005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over, excessive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feel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7941212" y="4572000"/>
            <a:ext cx="4937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/v/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'hyper'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'hyper-' = over, above, excessive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'hyper-'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link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text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ventilate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hyperactive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hyperlink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hypersensitive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hyperventilate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hyperbole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hypertext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hypertension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hyperspace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'hyper-' — 3-Day Teaching Deck</dc:title>
  <dc:subject>PptxGenJS Presentation</dc:subject>
  <dc:creator>Word Labs</dc:creator>
  <cp:lastModifiedBy>Word Labs</cp:lastModifiedBy>
  <cp:revision>1</cp:revision>
  <dcterms:created xsi:type="dcterms:W3CDTF">2026-04-10T00:58:46Z</dcterms:created>
  <dcterms:modified xsi:type="dcterms:W3CDTF">2026-04-10T00:58:46Z</dcterms:modified>
</cp:coreProperties>
</file>