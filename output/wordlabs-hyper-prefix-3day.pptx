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'hyper-'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"over; excessive"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'hyper-' — over; excessive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'hyper-' means 'over; excessive'.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'hyper-'.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'hyper-'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'hyper-'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'hyper-' means 'over; excessive'.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'hyperactive', the root is the part after the prefix 'hyper-'.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'hyperlink' means 'a metal chain used to lock a gate'.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'hyperactive' means 'unusually and excessively energetic or restless'.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'hyperlink' means 'text or a picture on a computer that you click to jump to another page'.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'hyperactive' means 'extremely tired and sleepy'.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'hyper' means 'over; excessive'.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'hyper-'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over; excessive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hyperlink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'hyper-'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'hyper-'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sonic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ventilate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77977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12724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312724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325112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325112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34924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576072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6072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unusually and excessively energetic or restless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hyperlink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or a picture on a computer that you click to jump to another page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'hyper-'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'hyper-'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puppy was so hyperactive that it couldn't sit still for a second.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blue hyperlink to open the page about volcanoes.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film, the ship jumped into hyperspace to escape the enemy fleet.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film, the ship jumped into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hyperspace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escape the enemy fleet. We bought our groceries and a new kettle 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hypermarket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hyperspace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hypermarket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hyperspace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hyperspace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area beyond the sky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hyperspace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area beyond the sky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hyperspace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area beyond the sky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over; very large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where goods are sold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over; very large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where goods are sold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over; very large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where goods are sold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said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meant he needed to eat less salt. Engineers are testing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hypersonic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jet that could cross the ocean in an hour. Try to breathe slowly so you do not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hyperventilate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you feel nervous.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hypertension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hypersonic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over; excessive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over; excessive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over; excessive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with sound and speed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with sound and speed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with sound and speed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over;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ventilate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or move air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over;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ventilate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or move air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over;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ventilate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or move air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'hyper-'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over; excessive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'hyper-'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sonic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ventilate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hyperlink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'hyper-' — 3-Day Teaching Deck</dc:title>
  <dc:subject>PptxGenJS Presentation</dc:subject>
  <dc:creator>Word Labs</dc:creator>
  <cp:lastModifiedBy>Word Labs</cp:lastModifiedBy>
  <cp:revision>1</cp:revision>
  <dcterms:created xsi:type="dcterms:W3CDTF">2026-07-07T10:53:35Z</dcterms:created>
  <dcterms:modified xsi:type="dcterms:W3CDTF">2026-07-07T10:53:35Z</dcterms:modified>
</cp:coreProperties>
</file>