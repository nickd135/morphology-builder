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"state, process, or collection"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-aticum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'-age' — state, process, or collection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'-age' means 'state, process, or collection'.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'-age' means 'state, process, or collection'.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'storage', the root is the part before the suffix '-age'.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'package'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'-age' always makes a word mean 'full of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'-age' comes originally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'package' contains the suffix '-age'.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Every word ending in '-age' is a verb.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'-age' can mean a state or process, like in the word 'storage'.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state, process, or collection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-aticum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something is included or reported 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of cloth wrapped around a wound to protect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traditions and history passed down from past generations.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narrow path or walkway that connects two places.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 is not enough of something that is needed.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things are kept or put away safely.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shortage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wrapped or boxed item that is sent or given to someone.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found a hidden passage leading deep into the cave.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more storage space in the classroom for all our art supplies.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put a bandage on my arm after I fell off my bike.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wrapped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bandage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his arm 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shortage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plasters was discovered.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/ij/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village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a long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passage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the centre, and families shared their cultural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heritage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pride.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or farm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or farm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or farm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/ij/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/ij/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 or pass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 or pass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 or pass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/ij/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process, or collection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shortage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'-age' — 3-Day Teaching Deck</dc:title>
  <dc:subject>PptxGenJS Presentation</dc:subject>
  <dc:creator>Word Labs</dc:creator>
  <cp:lastModifiedBy>Word Labs</cp:lastModifiedBy>
  <cp:revision>1</cp:revision>
  <dcterms:created xsi:type="dcterms:W3CDTF">2026-04-10T01:13:09Z</dcterms:created>
  <dcterms:modified xsi:type="dcterms:W3CDTF">2026-04-10T01:13:09Z</dcterms:modified>
</cp:coreProperties>
</file>