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collection, or process"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-aticum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'-age' — state, collection, or process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'-age' means 'state, collection, or process'.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'-age' means 'state, collection, or process'.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'package', the root is the part before the suffix '-age'.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'storage'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'-age' can mean a state or condition, such as in the word 'courage'.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'-age' always means 'full of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'storage' contains the suffix '-age' attached to the base word 'stor'.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'-age' comes originally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Every word that ends in the letters 'age' contains the suffix '-age', such as 'cage' and 'page'.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collection, or process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-aticum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drainage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drain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narrow path or corridor that connects two places.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of cloth wrapped around a wound to protect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drainage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town or community in the countryside.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that carries away water or liquid from a place.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strength to do something brave even when you feel scared.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wrapped or boxed item that is sent or given to someone.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or way of keeping things safe until they are needed.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needed great courage to cross the dark and misty swamp.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put our bags in the storage room at the back of the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village had a tiny market and a river running through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wrapped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bandage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around her arm and put the first-aid kit back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binding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binding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or binding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or reserve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or reserve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or reserve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heritage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trail led us through the 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village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where we needed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courage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climb the steep stone steps.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inherit or pass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inherit or pass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inherit or pass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or farm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or farm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or farm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(Latin: cor)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(Latin: cor)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(Latin: cor)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state, collection, or process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drain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drainage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passage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heritage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'-age' — 3-Day Teaching Deck</dc:title>
  <dc:subject>PptxGenJS Presentation</dc:subject>
  <dc:creator>Word Labs</dc:creator>
  <cp:lastModifiedBy>Word Labs</cp:lastModifiedBy>
  <cp:revision>1</cp:revision>
  <dcterms:created xsi:type="dcterms:W3CDTF">2026-04-03T03:21:16Z</dcterms:created>
  <dcterms:modified xsi:type="dcterms:W3CDTF">2026-04-03T03:21:16Z</dcterms:modified>
</cp:coreProperties>
</file>