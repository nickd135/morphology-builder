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"result of; state of"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'-age' — result of; state of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'-age' means 'result of; state of'.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'-age'.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'-age'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'-age'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'-age' means 'result of; state of'.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'usage', the root is the part before the suffix '-age'.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'package'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'package' means 'a type of loud, fast music'.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'age' means 'result of; state of'.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'package' means 'a wrapped parcel or box containing something, often sent by post'.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'usage' means 'the way something is used, or the amount used'.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'usage' means 'a type of ancient tool'.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'-age'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result of; state 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portage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signage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'-age'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0662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270662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3557016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3904488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3904488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492861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4" name="Shape 52"/>
          <p:cNvSpPr/>
          <p:nvPr/>
        </p:nvSpPr>
        <p:spPr>
          <a:xfrm>
            <a:off x="534009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34009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that something is reported on, or the protection something provides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signs collectively, especially ones giving directions or information in a public place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 or sealed in a container, ready to be sold or sent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carrying a boat or supplies overland between two stretches of water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wrapped parcels or boxes, often containing items sent by post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way something is used, or the amount used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wrapped parcel or box containing something, often sent by post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'-age'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'-age'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explained the correct usage of the comma.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package arrived in the post for my birthday.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canoeists made a long portage around the waterfall.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sells a variety of cold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beverages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during summer.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average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temperature in July was much higher than usual.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make; cause to be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averaged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eighty percent on the spelling test. The teacher compared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averages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each group's test scores. She spent the maths lesson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averaging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class's test results.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aged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averages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 or present tense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ages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5" name="Text 4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averaging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not; without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truth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of; state of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now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av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'age'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'-age' = result of; state of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'-age'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stop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usage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portage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signage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coverage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packaged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packages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'-age' — 3-Day Teaching Deck</dc:title>
  <dc:subject>PptxGenJS Presentation</dc:subject>
  <dc:creator>Word Labs</dc:creator>
  <cp:lastModifiedBy>Word Labs</cp:lastModifiedBy>
  <cp:revision>1</cp:revision>
  <dcterms:created xsi:type="dcterms:W3CDTF">2026-07-07T10:22:45Z</dcterms:created>
  <dcterms:modified xsi:type="dcterms:W3CDTF">2026-07-07T10:22:45Z</dcterms:modified>
</cp:coreProperties>
</file>