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'baggage' really means 'the bags and suitcases you take when you travel'.
'shortage' really means 'not having enough of something'.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plumber found a blockage in the drain, but there was no breakage of the pipes.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News coverage of the storm showed boat wreckage on the beach and oil leakage in the harbour.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'-age'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"result of; state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'-age' — result of; state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'-age' means 'result of; state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'-age'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'-age'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'-age'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'-age' means 'result of; state of'. In 'package', it is added to 'pack'.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'usage', the base is 'use' (do something with).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'-age' means 'result of; state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'storage' means 'a place or way of keeping things until you need them'.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'baggage' means 'the way something is used, or the amount used'.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'signage' means 'signs collectively, especially ones giving directions or information in a public place'.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'shortage' means 'a wrapped parcel or box containing something, often sent by post'.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'-age' means 'result of; state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'storage' means 'a place or way of keeping things until you need them'.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'baggage' means 'the way something is used, or the amount used'.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'signage' means 'signs collectively, especially ones giving directions or information in a public place'.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'shortage' means 'a wrapped parcel or box containing something, often sent by post'.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'-age'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of; state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postage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shortage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'-age'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1188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023360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wrapped parcel or box containing something, often sent by post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having enough of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money paid to send a letter or parcel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bags and suitcases you take when you travel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way something is used, or the amount used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place or way of keeping things until you need them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shortage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signs collectively, especially ones giving directions or information in a public place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way something is used, or the amount used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wrapped parcel or box containing something, often sent by post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baggage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bags and suitcases you take when you travel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money paid to send a letter or parcel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storage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place or way of keeping things until you need them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signs collectively, especially ones giving directions or information in a public place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26110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26110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shortage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26110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26110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 not having enough of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'-age'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'-age'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explained the correct usage of the comma.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arrived in the post for my birthday.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collected our baggage at the airport.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plumber found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blockage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drain, but there was no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breakage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pipes.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something passing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something passing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stop something passing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snap or smash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snap or smash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snap or smash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storm showed boat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wreckage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beach and oil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harbour.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wreckage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something over; to include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something over; to include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something over; to include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liquid escape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liquid escape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liquid escape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wreckage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wreckage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destroy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wreckage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destroy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wreck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wreckage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destroy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of; 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wreck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'-age'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'-age' = result of;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matrix. Which words did you build?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'-age'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