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'relate'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'relate' really means 'connect; link'.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relative from New Zealand is coming to stay with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'relate'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"connect; link"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'relate'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'relate' — connect; link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'relate' means 'connect; link'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'relate'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'relate'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'relate'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'relate' means 'connect; link'. You can find it in 'unrelated'.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'unrelated',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'relation',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'relate' means 'connect; link'.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'unrelated' means 'not connected to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'relation' means 'a connection between two or more things, or a family member'.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'relate'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'relate' means 'connect; link'.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'unrelated' means 'not connected to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'relation' means 'a connection between two or more things, or a family member'.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'relate'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'relate'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connect; link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unrelated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'relate'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9592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99592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974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22122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2122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unrelated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connection between two or more things, or a family member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unrelated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connect with, or to understand and share the feelings of, something or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connected to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connect with, or to understand and share the feelings of, something or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unrelated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connected to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connection between two or more things, or a family member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'relate'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'relate'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readers relate to the main character's struggles.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accidents were completely unrelated events.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relation between exercise and good health.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New Zealand is coming to stay with us.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connect; link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connect; link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connect; link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'relate'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'relate' = connect; 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'relate'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