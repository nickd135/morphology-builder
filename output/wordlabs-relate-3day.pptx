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'relate'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"connect; link"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'relate' — connect; link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'relate' means 'connect; link'.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'relate'.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'relate'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'relate'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'relate' means 'connect; link'.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'relate'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'relate'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'related' means 'connected to something else, or belonging to the same family'.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'related' means 'completely separate and unconnected'.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'relate' means 'to connect with, or to understand and share the feelings of, something or someone'.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'relate' means 'connect; link'.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'relate' means 'to argue loudly with someone'.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'relate'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connect; link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unrelated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'relate'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6177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6177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5138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59253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9253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connected to something else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with, or understanding and sharing the feelings of, something or someone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with, or understands and shares the feelings of, something or someone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connections or ways people, groups or things interact with each other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unrelated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with, or to understand and share the feelings of, something or someone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connection between two or more things, or a family member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to something else, or belonging to the same family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'relate'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'relate'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readers relate to the main character's struggles.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cousins are closely related.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chapter relates directly to what we learned yesterday.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have a close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their grandparents. My aunt is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relative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who lives interstate.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relationship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connect; link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skill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connect; link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skill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connect; link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skill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connect; link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connect; link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connect; link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invited all our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relatives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wedding. The test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relatively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easy compared to last week's. Einstein's theory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relativity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changed how we understand time and space.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relatively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relativity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connect; link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connect; link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connect; link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connect; link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connect; link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connect; link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connect; link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connect; link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connect; link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connect; link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related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unrelated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'relate' — 3-Day Teaching Deck</dc:title>
  <dc:subject>PptxGenJS Presentation</dc:subject>
  <dc:creator>Word Labs</dc:creator>
  <cp:lastModifiedBy>Word Labs</cp:lastModifiedBy>
  <cp:revision>1</cp:revision>
  <dcterms:created xsi:type="dcterms:W3CDTF">2026-07-07T10:22:36Z</dcterms:created>
  <dcterms:modified xsi:type="dcterms:W3CDTF">2026-07-07T10:22:36Z</dcterms:modified>
</cp:coreProperties>
</file>