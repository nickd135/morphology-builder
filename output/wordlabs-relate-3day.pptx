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'relate'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connect or tell about"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relatus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'relate' — to connect or tell about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'relate' means 'to connect or tell about'.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'relate'.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'relate'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'relate'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'relate' means 'to connect or tell about'.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'relate'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'relate'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'relate' comes from Latin and means to connect or bring back.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'unrelated' means that two things are strongly connected.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relative is a family member who is connected to you.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'-ship' can be added to 'relation' to make 'relationship', meaning the state of being connected.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'interrelated' means that things have no connection to each other.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'relate'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connect or tell about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relatus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'relate'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two people or things are connected to each other, like the friendship relationship between classmates.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between two things or people, like the relation between exercise and staying healthy.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connecting or telling about something, like relating a funny story to your friends.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or more things are connected to each other in different ways, like how weather and farming are interrelated.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to or linked with something else, like how cousins are related because they share the same grandparents.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member who is connected to you by blood or marriage, like a grandparent or cousin.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connected to something at all, like how rain and sandwiches are unrelated topics.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'relate'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'relate'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explain the relationship between the Sun and the planets in our solar system.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was relating a hilarious story about his dog to everyone at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discovered that the two species of frogs were closely related because they shared the same habitat.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explained that the two topics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interrelated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she spent the lesson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to our everyday lives.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an adjective (past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an adjective (past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or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an adjective (past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 or tell about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strong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local community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unrelated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politics; it is built on shared values, and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nearby schools have grown too.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an adjective (past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an adjective (past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an adjective (past participle)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connect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(plural)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'relate' = to connect or tell about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'relate'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unrelated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relationship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interrelated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'relate' — 3-Day Teaching Deck</dc:title>
  <dc:subject>PptxGenJS Presentation</dc:subject>
  <dc:creator>Word Labs</dc:creator>
  <cp:lastModifiedBy>Word Labs</cp:lastModifiedBy>
  <cp:revision>1</cp:revision>
  <dcterms:created xsi:type="dcterms:W3CDTF">2026-03-25T03:22:28Z</dcterms:created>
  <dcterms:modified xsi:type="dcterms:W3CDTF">2026-03-25T03:22:28Z</dcterms:modified>
</cp:coreProperties>
</file>