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'relate'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connect or tell about"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relatus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'relate' — to connect or tell about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'relate' means 'to connect or tell about'.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'relate'.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'relate'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'relate'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'relate' means 'to connect or tell about'.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'relate'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'relate'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'relative' is a member of your family.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'relate' comes from ancient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'unrelated' means having no connection to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'inter' in 'interrelated' means between or among.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'-ship' in 'relationship' means a person who does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'relate'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connect or tell about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relatus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unrelated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'relate'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Telling a story or showing a connection to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two people or things are connected to each other.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unrelated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connection to something — two things that have nothing to do with each other.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or more things are connected to each other in more than one 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to something or someone else, like how cousins are related to each other.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member of your family, like an aunt, uncle, or cousin.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 between two things, or a member of your family.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'relate'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'relate'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relate this maths problem to something you have learned before?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stories were closely related because they both had the same main character.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think about the relationship between rainfall and plant growth.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explained how the two discoveries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described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clearly.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Interrelated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problems can be tricky;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teacher might help you by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part to something familiar.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unrelated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correlation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'relate' — 3-Day Teaching Deck</dc:title>
  <dc:subject>PptxGenJS Presentation</dc:subject>
  <dc:creator>Word Labs</dc:creator>
  <cp:lastModifiedBy>Word Labs</cp:lastModifiedBy>
  <cp:revision>1</cp:revision>
  <dcterms:created xsi:type="dcterms:W3CDTF">2026-04-09T22:10:29Z</dcterms:created>
  <dcterms:modified xsi:type="dcterms:W3CDTF">2026-04-09T22:10:29Z</dcterms:modified>
</cp:coreProperties>
</file>