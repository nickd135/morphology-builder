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'photo-'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'photosynthesis' really means 'the way green plants use sunlight to make their own food'.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Please photocopy this permission note for every student in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'photo-'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"light"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'photo-'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'photo-' — light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'photo-' means 'light'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'photo-'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'photo-'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'photo-'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'photo-' means 'light'. In 'photograph', it is added to 'graph'.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'photograph', the base is 'graph' (write; drawing).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'photogenic', '-genic' means 'producing; suitable for'.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'photo-' means 'light'.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'photogenic' means 'looking good in photos'.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'photosynthesis' means 'a picture produced by a camera'.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'photograph' means 'a picture produced by a camera'.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'photo-' means 'light'.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'photogenic' means 'looking good in photos'.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'photosynthesis' means 'a picture produced by a camera'.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'photograph' means 'a picture produced by a camera'.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'photo-'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photogenic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photosynthesis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'photo-'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-genic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4261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935224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935224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02336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434840" y="2569464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25694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looking good in photos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photogenic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way green plants use sunlight to make their own food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photosynthesis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picture produced by a camera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picture produced by a camera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photogenic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looking good in photos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photosynthesis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way green plants use sunlight to make their own food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'photo-'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'photo-'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hung the photograph of his family on the wall.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dog is so photogenic that every picture looks great.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use photosynthesis to turn sunlight into food.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photocopy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permission note for every student in the class.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photocopy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photocopy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photocopy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something the same as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photocopy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something the same as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photocopy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something the same as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-genic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'photo-'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