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'rest'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'rest' really means 'to relax; to stop work for a while'.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puppy's restlessness during the storm kept the whole family awake.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'rest'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relax; to stop work for a while"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'rest'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'rest' — to relax; to stop work for a while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'rest' means 'to relax; to stop work for a while'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'rest'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'rest'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'rest'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'rest' means 'to relax; to stop work for a while'. You can find it in 'restful'.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'restful', '-ful' means 'full of'.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'restless', '-less' means 'without'.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'rest' means 'to relax; to stop work for a while'.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'restful' means 'peaceful and relaxing'.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'restless' means 'unable to stay still or relax'.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'rest'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'rest' means 'to relax; to stop work for a while'.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'restful' means 'peaceful and relaxing'.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'restless' means 'unable to stay still or relax'.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'rest'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'rest'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relax; to stop work for a while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restful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restless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'rest'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463040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463040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36829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660904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660904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1188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023360" y="2569464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23360" y="2569464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restful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peaceful and relaxing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unable to stay still or relax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period of relaxation, or the part that remains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 period of relaxation, or the part that remains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restful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peaceful and relaxing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restless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unable to stay still or relax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'rest'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'rest'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long walk, they stopped in the shade for a rest.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quiet garden was a restful place to sit and read a book.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restless dog paced around the room all night.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puppy's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restlessness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during the storm kept the whole family awake.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restlessness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relax; to stop work for a while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relax; to stop work for a while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restlessness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relax; to stop work for a while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'rest'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'rest' = to relax; to stop work for a while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-ful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restlessness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'rest'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