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'rest'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"stop, remain, be still"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restare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'rest' — stop, remain, be still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stop, remain, be still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'rest' means 'stop, remain, be still'.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'rest'.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'rest'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'rest'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stop, remain, be still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'rest' means 'stop, remain, be still'.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'rest'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'rest'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stop, remain, be still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Adding '-ful' to 'rest' makes the word 'restful', meaning calm and peaceful.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'rest' can be found in the word 'restless'.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'interest' has nothing to do with the root 'rest'.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'unrest' uses the prefix 'un-' meaning not or opposite.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'rest' comes from a Greek word.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'rest'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stop, remain, be still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stop, remain, be still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restare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arrest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restful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restless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interest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unrest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'rest'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stop, remain, be still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arrest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stop, remain, be still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arrest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Taking a break and being still to recover energy.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restful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area of land covered with many trees and plants.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restless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Unable to be still or quiet because you feel nervous or bored.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situation where people are unhappy and causing trouble in a place.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police officially stop and hold someone who has broken the law.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interest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wanting to know more about something.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unrest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calm and peaceful, helping you to relax.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'rest'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stop, remain, be still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'rest'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long hike, the children needed a restful sleep to recover their energy.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noticed the students were restless after sitting inside all afternoon.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police officer made an arrest after seeing the man take the bicycle.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stop, remain, be still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stop, remain, be still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restless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puppy could not settle, so its owner found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restful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spot in the garden for them both.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restless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restful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stop, remain, be still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stop, remain, be still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still, stop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stop, remain, be still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still, stop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stop, remain, be still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still, stop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stop, remain, be still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stop, remain, be still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still, stop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stop, remain, be still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still, stop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stop, remain, be still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still, stop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stop, remain, be still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stop, remain, be still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news reported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unrest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city; however,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interesting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festival continued and officers made one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arrest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unrest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interesting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arrest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stop, remain, be still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stop, remain, be still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still, stop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stop, remain, be still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still, stop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stop, remain, be still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still, stop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stop, remain, be still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interesting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stop, remain, be still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interesting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between, among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remain, stop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action,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stop, remain, be still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interesting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between, among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remain, stop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action,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stop, remain, be still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interesting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between, among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remain, stop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action,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stop, remain, be still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arrest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stop, remain, be still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arrest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ar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stop, remain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stop, remain, be still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arrest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ar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stop, remain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stop, remain, be still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arrest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ar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stop, remain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stop, remain, be still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stop, remain, be still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arrest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restful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restless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resting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interest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unrest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arest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'rest' — 3-Day Teaching Deck</dc:title>
  <dc:subject>PptxGenJS Presentation</dc:subject>
  <dc:creator>Word Labs</dc:creator>
  <cp:lastModifiedBy>Word Labs</cp:lastModifiedBy>
  <cp:revision>1</cp:revision>
  <dcterms:created xsi:type="dcterms:W3CDTF">2026-04-09T22:21:36Z</dcterms:created>
  <dcterms:modified xsi:type="dcterms:W3CDTF">2026-04-09T22:21:36Z</dcterms:modified>
</cp:coreProperties>
</file>