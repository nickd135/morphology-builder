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'rest'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"stop, pause, remain still"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restare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'rest' — stop, pause, remain still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'rest' means 'stop, pause, remain still'.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'rest'.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'rest'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'rest'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'rest' means 'stop, pause, remain still'.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'rest'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'rest'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'restless' means unable to relax or keep still.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'rest' comes from the ancient Greek language.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'unrest' contains the prefix 'un' meaning 'not'.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'restore' contains the root 'rest' meaning to stop or pause.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'restful' means the same thing as 'restless'.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'rest'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stop, pause, remain still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restare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arrest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restful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restore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arrested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'rest'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arrest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arrest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bring something back to the way it used to be, like fixing an old painting.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restful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a break and not moving or working for a while.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Unable to keep still or relax; feeling fidgety and unsettled.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was stopped and taken by police because they broke a law.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restore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police stop and hold someone who has broken the law.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area of land covered with many trees and plants.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arrested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calm and helps you feel relaxed, like a quiet afternoon nap.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'rest'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'rest'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long bushwalk, the children found a shady spot and spent a restful hour by the creek.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the restless students to take a deep breath and sit quietly for a moment.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museum workers worked hard to restore the ancient Aboriginal artefact to its original condition.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restless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crowd began to show signs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unrest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they waited for hours in the heat.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unrest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stop, be still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stop, be still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stop, be still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stop, be still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stop, be still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stop, be still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arrest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restless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town felt a sense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unrest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people wondered if peace would return.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arrest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unrest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arrest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arrest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stop, hold still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arrest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stop, hold still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arrest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→ ar before 'r'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stop, hold still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stop, be still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stop, be still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stop, be still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stop, be still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stop, be still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stop, be still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'rest' = stop, pause, remain still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'rest'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-ore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arrest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restful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restore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arrested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unrest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'rest' — 3-Day Teaching Deck</dc:title>
  <dc:subject>PptxGenJS Presentation</dc:subject>
  <dc:creator>Word Labs</dc:creator>
  <cp:lastModifiedBy>Word Labs</cp:lastModifiedBy>
  <cp:revision>1</cp:revision>
  <dcterms:created xsi:type="dcterms:W3CDTF">2026-03-25T03:33:14Z</dcterms:created>
  <dcterms:modified xsi:type="dcterms:W3CDTF">2026-03-25T03:33:14Z</dcterms:modified>
</cp:coreProperties>
</file>