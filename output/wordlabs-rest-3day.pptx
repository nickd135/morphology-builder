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'rest'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relax; to stop work for a while"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'rest' — to relax; to stop work for a while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to relax; to stop work for a while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'rest' means 'to relax; to stop work for a while'.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'rest'.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'rest'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'rest'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to relax; to stop work for a while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'rest' means 'to relax; to stop work for a while'.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'rest'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'rest'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to relax; to stop work for a while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'rests' means 'takes a break from activity; stops moving or working for a while'.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'rests' means 'runs at top speed without stopping'.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'rest' means 'a loud noise made suddenly'.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'rest' means 'a period of relaxation, or the part that remains'.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'rest' means 'to relax; to stop work for a while'.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'rest'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to relax; to stop work for a while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relax; to stop work for a while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restful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restored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'rest'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to relax; to stop work for a while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1508760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1508760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277977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127248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3127248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4023360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4434840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34840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to relax; to stop work for a while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a break; not moving or working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peaceful and relaxing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relaxed or took a break (in the past)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restful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to a good or original condition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relaxation, or the part that remains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unable to stay still or relax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restored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a break from activity; stops moving or working for a while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'rest'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to relax; to stop work for a while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'rest'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long walk, they stopped in the shade for a rest.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afternoon, Grandad rests in his favourite armchair.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football match, the players rested on the bench.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to relax; to stop work for a while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to relax; to stop work for a while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 curled up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restfully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warm sun. The team spent all weekend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restoring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vintage car.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restfully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restoring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to relax; to stop work for a while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to relax; to stop work for a while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relax; to stop work for a while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to relax; to stop work for a while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relax; to stop work for a while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to relax; to stop work for a while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relax; to stop work for a while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to relax; to stop work for a while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restoring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to relax; to stop work for a while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restoring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relax; to stop work for a while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to relax; to stop work for a while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restoring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relax; to stop work for a while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to relax; to stop work for a while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restoring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relax; to stop work for a while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to relax; to stop work for a while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to relax; to stop work for a while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tossed and turned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restlessly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all night.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restlessness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kept him pacing the corridor before the exam.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restoration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old castle took three years.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restoration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to relax; to stop work for a while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to relax; to stop work for a while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relax; to stop work for a while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to relax; to stop work for a while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relax; to stop work for a while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to relax; to stop work for a while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relax; to stop work for a while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to relax; to stop work for a while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to relax; to stop work for a while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relax; to stop work for a while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to relax; to stop work for a while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relax; to stop work for a while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to relax; to stop work for a while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relax; to stop work for a while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to relax; to stop work for a while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restoration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to relax; to stop work for a while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restoration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relax; to stop work for a while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to relax; to stop work for a while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restoration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relax; to stop work for a while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to relax; to stop work for a while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restoration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relax; to stop work for a while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to relax; to stop work for a while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to relax; to stop work for a while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rests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rested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restful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resting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restored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'rest' — 3-Day Teaching Deck</dc:title>
  <dc:subject>PptxGenJS Presentation</dc:subject>
  <dc:creator>Word Labs</dc:creator>
  <cp:lastModifiedBy>Word Labs</cp:lastModifiedBy>
  <cp:revision>1</cp:revision>
  <dcterms:created xsi:type="dcterms:W3CDTF">2026-07-07T10:24:24Z</dcterms:created>
  <dcterms:modified xsi:type="dcterms:W3CDTF">2026-07-07T10:24:24Z</dcterms:modified>
</cp:coreProperties>
</file>