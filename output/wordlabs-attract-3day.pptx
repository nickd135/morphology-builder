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'attract'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'attract' really means 'pull towards'.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old fence looked unattractive, so we painted it bright blue.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'attract'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"pull towards"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'attract'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'attract' — pull towards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'attract' means 'pull towards'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'attract'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'attract'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'attract'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'attract' means 'pull towards'. You can find it in 'attraction'.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'unattractive',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'attraction',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'attract' means 'pull towards'.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'attraction' means 'something that draws people's interest, such as a place to visit or a feeling of liking someone'.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'attractive' means 'pleasing to look at, or interesting and appealing'.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'attract'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'attract' means 'pull towards'.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'attraction' means 'something that draws people's interest, such as a place to visit or a feeling of liking someone'.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'attractive' means 'pleasing to look at, or interesting and appealing'.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'attract'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'attract'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towards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'attract'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7977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72384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072384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02336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434840" y="2569464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25694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something that draws people's interest, such as a place to visit or a feeling of liking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pleasing to look at, or interesting and appealing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someone or something come closer or take an interest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someone or something come closer or take an interest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something that draws people's interest, such as a place to visit or a feeling of liking someone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pleasing to look at, or interesting and appealing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'attract'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'attract'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flowers attract bees and butterflies.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 park is a popular tourist attraction.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garden looked attractive with all its colourful flowers.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fence looked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unattractive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we painted it bright blue.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unattractive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unattractive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unattractive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towards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unattractive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towards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unattractive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towards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'attract'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'attract' = pull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unattractive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'attract'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