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'attract'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draw or pull toward"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attrahere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'attract' — to draw or pull toward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'attract' means 'to draw or pull toward'.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'attract'.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'attract'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'attract'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'attract' means 'to draw or pull toward'.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'attract'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'attract'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'attract' comes from Latin and means to draw or pull toward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'attractive' means to push something away.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'un-' to 'attractive' makes a word meaning not pleasing.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'attraction' contains the root 'attract' plus the suffix '-ion'.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'attract' originally came from the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'attract'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draw or pull toward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attrahere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'attract'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pleasing and drawing people's interest.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is pleasing and draws people's attention.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has been drawn toward another 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is pleasing and draws people's interest.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pleasing or not drawing people's interest or attention.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something or someone toward you, like a magnet pulls metal.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to draw people or things closer, like the attraction of a fun theme park.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'attract'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'attract'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flowers attract bees and butterflies to the garden every spring.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water park is the biggest attraction in our town during summer.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arranged the display in an attractive way so that customers would notice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colourful posters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visitors, and the main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 giant model of the solar system.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display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large crowd, but the greatest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live science experiment at the back of the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draw or pull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 an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to draw or pull toward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'attract' — 3-Day Teaching Deck</dc:title>
  <dc:subject>PptxGenJS Presentation</dc:subject>
  <dc:creator>Word Labs</dc:creator>
  <cp:lastModifiedBy>Word Labs</cp:lastModifiedBy>
  <cp:revision>1</cp:revision>
  <dcterms:created xsi:type="dcterms:W3CDTF">2026-03-25T03:04:51Z</dcterms:created>
  <dcterms:modified xsi:type="dcterms:W3CDTF">2026-03-25T03:04:51Z</dcterms:modified>
</cp:coreProperties>
</file>