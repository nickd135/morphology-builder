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'attract'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"pull towards"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'attract' — pull towards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'attract' means 'pull towards'.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'attract'.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'attract'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'attract'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'attract' means 'pull towards'.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'attract'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'attract'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'attracts' means 'pushes something far away'.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'attract' means 'to push something far away'.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'attracts' means 'makes someone or something come closer or take an interest (used with he, she or it)'.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'attract' means 'to make someone or something come closer or take an interest'.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'attract' means 'pull towards'.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'attract'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towards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'attract'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7640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7640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6601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0716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716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draws people's interest, such as a place to visit or a feeling of liking someone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someone or something come closer or take an interest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someone or something come closer or take an interest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someone or something come closer or take an interest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someone or something come closer or take an interest (used with he, she or it)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'attract'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'attract'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 flowers attract bees and butterflies.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 attracts ants very quickly.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lights attracted a crowd of curious onlookers.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city has many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attractions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tourists to visit. The garden looked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attractive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all its colourful flowers.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 window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attractively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decorated for the festival. He thought the old, rusty car looked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unattractive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old shed had been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unattractively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painted in a dull grey colour.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unattractive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unattractively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towards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unattractive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unattractive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towards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unattractive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towards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unattractive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towards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unattractively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unattractively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towards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unattractively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towards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unattractively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towards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'attract' = pull towards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'attract'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'attract' — 3-Day Teaching Deck</dc:title>
  <dc:subject>PptxGenJS Presentation</dc:subject>
  <dc:creator>Word Labs</dc:creator>
  <cp:lastModifiedBy>Word Labs</cp:lastModifiedBy>
  <cp:revision>1</cp:revision>
  <dcterms:created xsi:type="dcterms:W3CDTF">2026-07-07T10:22:33Z</dcterms:created>
  <dcterms:modified xsi:type="dcterms:W3CDTF">2026-07-07T10:22:33Z</dcterms:modified>
</cp:coreProperties>
</file>