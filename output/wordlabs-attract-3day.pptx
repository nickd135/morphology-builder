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'attract'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draw or pull toward"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attrahere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'attract' — to draw or pull toward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'attract' means 'to draw or pull toward'.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'attract'.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'attract'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'attract'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'attract' means 'to draw or pull toward'.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'attract'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'attract'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the suffix '-ion' to 'attract' makes the noun 'attraction'.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'unattractive' means something that draws a lot of attention.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'-ive' in 'attractive' turns the word into a verb.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'attract' comes from Latin and means to draw or pull toward.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means 'not', so 'unattractive' means not attractive.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'attract'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draw or pull toward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attrahere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attractiveness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'attract'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already drawn your interest or pulled you toward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pleasing or interesting enough to draw people 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drawing interest or pulling something toward you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attractiveness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is pleasing and draws people's interest or attention.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does not draw people's interest or is not pleasing to look at.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something or someone toward you, like a magnet pulls metal.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to draw people or things closer, like a fun ride at a theme park.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'attract'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'attract'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flowers attract bees and butterflies to the garden every spring.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water park is a major attraction for families visiting the town this summer.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wore an attractive costume to the school parade and won first prize.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science museum was so powerful that it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all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unattractive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old building was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its historical charm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hundreds of visitors.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attractiveness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'attract' — 3-Day Teaching Deck</dc:title>
  <dc:subject>PptxGenJS Presentation</dc:subject>
  <dc:creator>Word Labs</dc:creator>
  <cp:lastModifiedBy>Word Labs</cp:lastModifiedBy>
  <cp:revision>1</cp:revision>
  <dcterms:created xsi:type="dcterms:W3CDTF">2026-04-09T21:53:01Z</dcterms:created>
  <dcterms:modified xsi:type="dcterms:W3CDTF">2026-04-09T21:53:01Z</dcterms:modified>
</cp:coreProperties>
</file>