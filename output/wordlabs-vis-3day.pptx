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This deck teaches 'vis' and 'vid' together: they are spellings of the same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'advised' really means 'gave someone a suggestion or recommendation about what to do'.
'invisible' really means 'unable to be seen'.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Lift the visor on your helmet so your vision is clear.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camp adviser provided us with torches so the track was visible after dark.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'vis / vid'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This deck teaches 'vis' and 'vid' together: they are spellings of the same root.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'vis / vid' — see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'vis / vid' means 'see'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'vis / vid'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'vis / vid'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'vis / vid'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'vis / vid' means 'see'. You can find it in 'revise'.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'revise',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'invisible', '-ible'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'vis / vid' means 'see'.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'provider' means 'a person or company that supplies something people need'.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'advised' means 'to go over work again to improve or correct it, or to study again before a test'.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'revise' means 'to go over work again to improve or correct it, or to study again before a test'.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'invisible' means 'watched over and directed someone or something to make sure it was done correctly'.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'vis / vid' means 'see'.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'provider' means 'a person or company that supplies something people need'.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'advised' means 'to go over work again to improve or correct it, or to study again before a test'.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'revise' means 'to go over work again to improve or correct it, or to study again before a test'.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'invisible' means 'watched over and directed someone or something to make sure it was done correctly'.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'vis / vid'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invisible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television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'vis / vid'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523744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2523744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329184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58444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358444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39826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4809744" y="3776472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9744" y="3776472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device that receives and shows moving pictures and sound as a broadcast programme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gave someone a suggestion or recommendation about what to do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invisible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go over work again to improve or correct it, or to study again before a test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television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person or company that supplies something people need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unable to be seen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watched over and directed someone or something to make sure it was done correctly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go over work again to improve or correct it, or to study again before a test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watched over and directed someone or something to make sure it was done correctly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invisible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unable to be seen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television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device that receives and shows moving pictures and sound as a broadcast programme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gave someone a suggestion or recommendation about what to do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7490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74904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74904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 a person or company that supplies something people need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'vis / vid'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'vis / vid'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spy wore a special suit that made him almost invisible in the dark.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doctor advised him to rest for a few days.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internet provider fixed the connection problem quickly.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visor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your helmet so your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clear.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visor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 that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camp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adviser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provided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 with torches so the track was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visible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dark.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'vis / vid'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'vis / vid' =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super-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-ible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advisor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supervision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visor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542032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542032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visible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718304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18304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adviser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894576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94576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'vis / vid'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