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'vis'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see or sight"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videre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'vis' — to see or sight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'vis' = to see or sight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'vis' means 'to see or sight'.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'vis'.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'vis'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'vis'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'vis' = to see or sight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'vis' means 'to see or sight'.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'vis'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'vis'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'vis' = to see or sight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'vis' comes from a Latin word meaning to see.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prefix 'in' added to 'visible' makes a word meaning not able to be seen.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'invisible' means something that can be seen very clearly.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root 'vis' is found in the word 'visitor'.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root 'vis' comes from a Greek word meaning to listen.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'vis'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'vis' = to see or sight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see or sight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videre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vision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visible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invisible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visitor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visual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television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supervise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'vis'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'vis' = to see or sight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-ible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-ual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-ible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83133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178808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178808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202936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614416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614416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vision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'vis' = to see or sight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cannot be seen at all.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visible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things that you see with your eyes.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invisible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ability to see, or a picture you imagine in your mind.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visitor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watch over and check that people are doing things correctly.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visual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screen that shows moving pictures and sound from far away.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television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comes to see a place or person.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supervise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can be seen or noticed easily.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'vis'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'vis' = to see or sight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'vis'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stars were not visible in the sky because of the thick clouds.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teacher asked us to supervise the younger students during lunch.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artist had an amazing vision of what her painting would look like.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'vis' = to see or sight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'vis' = to see or sight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visible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crack in the wall meant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supervisor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had to close the building.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visible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supervisor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'vis' = to see or sight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'vis' = to see or sight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'vis' = to see or sight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'vis' = to see or sight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85089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/z/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'vis' = to see or sight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supervisor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'vis' = to see or sight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supervisor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or above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'vis' = to see or sight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supervisor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or above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sor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'vis' = to see or sight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supervisor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or above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sor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687019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/z/</a:t>
            </a:r>
            <a:endParaRPr lang="en-US" sz="750" dirty="0"/>
          </a:p>
        </p:txBody>
      </p:sp>
      <p:sp>
        <p:nvSpPr>
          <p:cNvPr id="57" name="Shape 55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'vis' = to see or sight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'vis' = to see or sight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During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revision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our teacher used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visual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display to explain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television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programme.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visual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television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'vis' = to see or sight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'vis' = to see or sight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'vis' = to see or sight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'vis' = to see or sight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6408638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/zh/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'vis' = to see or sight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visual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'vis' = to see or sight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visual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'vis' = to see or sight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visual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'vis' = to see or sight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visual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zh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485089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/zh/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'vis' = to see or sight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television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'vis' = to see or sight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television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'vis' = to see or sight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television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'vis' = to see or sight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television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687019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/zh/</a:t>
            </a:r>
            <a:endParaRPr lang="en-US" sz="750" dirty="0"/>
          </a:p>
        </p:txBody>
      </p:sp>
      <p:sp>
        <p:nvSpPr>
          <p:cNvPr id="57" name="Shape 55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'vis' = to see or sight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'vis' = to see or sight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-ible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-ual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-ible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vision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visible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invisible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visitor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visual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television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supervise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revision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'vis' — 3-Day Teaching Deck</dc:title>
  <dc:subject>PptxGenJS Presentation</dc:subject>
  <dc:creator>Word Labs</dc:creator>
  <cp:lastModifiedBy>Word Labs</cp:lastModifiedBy>
  <cp:revision>1</cp:revision>
  <dcterms:created xsi:type="dcterms:W3CDTF">2026-04-09T22:40:35Z</dcterms:created>
  <dcterms:modified xsi:type="dcterms:W3CDTF">2026-04-09T22:40:35Z</dcterms:modified>
</cp:coreProperties>
</file>