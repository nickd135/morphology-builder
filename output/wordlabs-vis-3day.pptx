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'vis'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see or sight"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'vis' — to see or sight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'vis' means 'to see or sight'.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'vis'.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'vis'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'vis'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'vis' means 'to see or sight'.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'vis'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'vis'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'vis' comes from a Latin word meaning 'to see'.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'invisible' means something that is very easy to see.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visitor is someone who comes to see a place or person.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'vis' can be found in the word 'television'.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'super' in 'supervise' means 'under' or 'below'.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'vis'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see or sight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'vis'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somewhere to see a person or place.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cannot be seen at all.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be seen or noticed easily.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over people to make sure they are doing the right 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 that shows moving pictures and sound from far away.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comes to see a place or person.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see, or a picture you imagine in your mind.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'vis'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'vis'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stars were barely visible through the thick clouds last night.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do a revision of our stories before we handed them 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a visitor come to our school to talk about caring for native animals.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checked that the equipment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visible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everyone in the room.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students discovered that 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important for reading, so they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visited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eye doctor.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577840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'vis' — 3-Day Teaching Deck</dc:title>
  <dc:subject>PptxGenJS Presentation</dc:subject>
  <dc:creator>Word Labs</dc:creator>
  <cp:lastModifiedBy>Word Labs</cp:lastModifiedBy>
  <cp:revision>1</cp:revision>
  <dcterms:created xsi:type="dcterms:W3CDTF">2026-03-25T03:49:33Z</dcterms:created>
  <dcterms:modified xsi:type="dcterms:W3CDTF">2026-03-25T03:49:33Z</dcterms:modified>
</cp:coreProperties>
</file>