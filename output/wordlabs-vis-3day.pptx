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see or sight"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'vis' — to see or sight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'vis' means 'to see or sight'.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'vis' means 'to see or sight'.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'vis' is found in the word 'visitor'.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'invisible' means something that can be seen very clearly.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'vis' comes from a Greek word meaning to listen.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'vis' comes from a Latin word meaning to see.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'in' added to 'visible' makes a word meaning not able to be seen.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see or sight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seen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things that you see with your eyes.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see, or a picture you imagine in your mind.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check that people are doing things correctly.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that shows moving pictures and sound from far away.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to see a place or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seen or noticed easily.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stars were not visible in the sky because of the thick clouds.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supervise the younger students during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had an amazing vision of what her painting would look like.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crack in the wall meant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close the building.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our teacher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to explain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programme.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