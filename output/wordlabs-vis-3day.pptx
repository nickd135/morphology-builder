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'vis' — see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'vis' means 'see'.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'vis' means 'see'.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'vision' means 'the ability to hear sounds clearly'.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'vis' means 'see'.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'visor' means 'a small bag for carrying coins'.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'vision' means 'the ability to see, or an idea of what the future could look like'.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'visor' means 'the part of a helmet or cap that shields the eyes'.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devised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83133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17880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7880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7492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8640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visor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or invented something cleverly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of what the future could look like, or images seen in the mind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devised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a helmet or cap that shields the eyes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watched over and directed someone or something to make sure it was done correctly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be seen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seen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see, or an idea of what the future could look like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pulled down his helmet visor before the race began.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Glasses can help correct poor vision.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scientists devised a clever experiment to test their theory.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visionary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inventor imagined cities powered entirely by the sun. The government issued several weather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advisories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coming storm.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advisories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explorers packed enough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last a month.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results will be confirmed next week.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ship for the long voyage took several days.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provisioning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visor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devised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'vis'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