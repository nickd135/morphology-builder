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'migrate'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 from one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migrare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'migrate' — move from one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'migrate' means 'move from one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'migrate'.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'migrate'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'migrate'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'migrate' means 'move from one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'migrate'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'migrate'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'migrate' comes from a Latin word meaning to move from one place.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migrant is someone who never leaves their home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Birds that fly to warmer places in winter are described as migratory.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Immigrate means to come into a new country to live.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Emigrate and immigrate mean exactly the same 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'migrate'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 from one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migrare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'migrate'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pass from one place, country, or state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animals or people that regularly move from place to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a new country to live there permanently.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moves from one place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your own country to go and live in another country.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 to another, often to live somewhere new.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of moving from one place to another to live or find food.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'migrate'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'migrate'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year, millions of birds migrate south to find warmer weather and more food.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grandparents decided to immigrate to Australia from Italy when they were young.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the migration patterns of whales to learn how far they travel.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birds follow the same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 each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immigrants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arrive, they often share stories of why they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emigrate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journey can be incredibly long.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grants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grants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'migrate' — 3-Day Teaching Deck</dc:title>
  <dc:subject>PptxGenJS Presentation</dc:subject>
  <dc:creator>Word Labs</dc:creator>
  <cp:lastModifiedBy>Word Labs</cp:lastModifiedBy>
  <cp:revision>1</cp:revision>
  <dcterms:created xsi:type="dcterms:W3CDTF">2026-03-25T03:16:55Z</dcterms:created>
  <dcterms:modified xsi:type="dcterms:W3CDTF">2026-03-25T03:16:55Z</dcterms:modified>
</cp:coreProperties>
</file>