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'migrate'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"move from one place"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migrare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'migrate' — move from one place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'migrate' means 'move from one place'.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'migrate'.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'migrate'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'migrate'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'migrate' means 'move from one place'.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'migrate'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'migrate'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'migrate' comes from a Latin word meaning to move.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'im' in 'immigrate' means 'away from'.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'migrate' means to stay in one place forever.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Birds that fly to warmer countries each winter are called migratory animals.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Someone who immigrates is moving into a new country.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'migrate'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 from one place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migrare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transmigrate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'migrate'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animals or people that regularly move from place to place.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into a new country to live there permanently.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leave your home country to go and live in a different country.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animal that moves from one place to another to live.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pass from one place or state to another.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transmigrate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from one place to another, like birds flying south for winter.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from one place to another, often done by animals each season.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'migrate'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'migrate'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year, millions of birds migrate thousands of kilometres to find warmer weather.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grandparents decided to immigrate to Australia from Italy when they were young.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scientists studied the migration patterns of humpback whales along the Australian coast.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families choose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immigrate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Australia,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journey can take many months.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migratory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bird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emigrate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its cold home each year, and this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transmigration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cover enormous distances!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transmigration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or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or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or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transmigration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one place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'migrate' = move from one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'migrate'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emigrate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transmigrate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immigration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'migrate' — 3-Day Teaching Deck</dc:title>
  <dc:subject>PptxGenJS Presentation</dc:subject>
  <dc:creator>Word Labs</dc:creator>
  <cp:lastModifiedBy>Word Labs</cp:lastModifiedBy>
  <cp:revision>1</cp:revision>
  <dcterms:created xsi:type="dcterms:W3CDTF">2026-04-09T22:04:42Z</dcterms:created>
  <dcterms:modified xsi:type="dcterms:W3CDTF">2026-04-09T22:04:42Z</dcterms:modified>
</cp:coreProperties>
</file>