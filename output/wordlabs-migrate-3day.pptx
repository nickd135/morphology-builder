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'migrate'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 to another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'migrate' — move to another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'migrate' means 'move to another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'migrate'.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'migrate'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'migrate'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'migrate' means 'move to another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'migrate'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'migrate'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'migrated' means 'moved from one place to another, especially with the seasons, in the past'.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'migrate' means 'to move from one place to another, especially regularly with the seasons'.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'migrate' means 'move to another place'.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'migrate' means 'to stay in exactly the same place forever'.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'migrated' means 'stayed in exactly the same place forever'.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'migrate'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 to another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'migrate'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from one place to another, especially with the seasons,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from one place to another, especially with the seasons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 to another, especially regularly with the seasons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'migrate'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'migrate'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birds migrate south for the winter to find warmer weather.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geese migrated south before the cold winter arrived.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whale migrates thousands of kilometres every year to find food.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grandparents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immigrate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Australia in the 1960s. The geese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sky in a large V shape.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monarch butterflies takes them thousands of kilometres. The Arctic tern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bird that travels pole to pole each year.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Immigration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city increased after the new factories opened.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another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to another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'migrate'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