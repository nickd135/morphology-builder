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'migrate'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'migrate' really means 'move to another place'.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grandparents decided to immigrate to Australia from Italy many years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'migrate'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"move to another place"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'migrate'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'migrate' — move to another place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'migrate' means 'move to another place'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'migrate'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'migrate'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'migrate'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'migrate' means 'move to another place'. You can find it in 'migration'.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'emigrate', 'e-' means 'out; out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'migration',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'migrate' means 'move to another place'.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'emigrate' means 'to leave your own country to live in another 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'migratory' means 'relating to animals that migrate; moving seasonally from place to place'.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'migration' means 'the seasonal movement of animals from one region to another'.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'migrate'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'migrate' means 'move to another place'.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'emigrate' means 'to leave your own country to live in another 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'migratory' means 'relating to animals that migrate; moving seasonally from place to place'.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'migration' means 'the seasonal movement of animals from one region to another'.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'migrate'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'migrate'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to another place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'migrate'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8620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9768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leave your own country to live in another 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relating to animals that migrate; moving seasonally from place to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seasonal movement of animals from one region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move from one place to another, especially regularly with the seasons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move from one place to another, especially regularly with the seasons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seasonal movement of animals from one region to another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relating to animals that migrate; moving seasonally from place to 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leave your own country to live in another one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'migrate'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'migrate'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birds migrate south for the winter to find warmer weather.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of humpback whales along our coast happens every winter.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Arctic tern is a migratory bird that travels pole to pole each year.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grandparents decided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immigrate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Australia from Italy many years ago.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another 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'migrate'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'migrate' = move to another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emigration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immigrate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'migrate'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