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5 word families with 'express' suit Years 3–7, so there is no Day 3 dictation. Day 3 is the word matrix lesson only. Day 2 has 1 dictation word instead of 2. Day 1 shows 3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'express' really means 'show or say'.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Sam read the poem expressively, changing his voice for each character.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'express'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"show or say"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5 word families with 'express' suit Years 3–7, so there is no Day 3 dictation. Day 3 is the word matrix lesson only. Day 2 has 1 dictation word instead of 2. Day 1 shows 3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'express' — show or say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'express'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'express' = show or say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'express' means 'show or say'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'express'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'express'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'express'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'express'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'express' = show or say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'express' means 'show or say'. You can find it in 'expression'.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'expression', '-ion' means 'act or result of'.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'expressive', '-ive' means 'having quality of'.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'express'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'express' = show or say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'express' means 'show or say'.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'expressive' means 'showing feelings or thoughts very clearly'.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'expression' means 'a look, word, or phrase that shows feeling or meaning'.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base 'express' means 'to break'.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'express'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'express' = show or say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'express' means 'show or say'.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'expressive' means 'showing feelings or thoughts very clearly'.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'expression' means 'a look, word, or phrase that shows feeling or meaning'.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base 'express' means 'to break'.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'express'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'express'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'express' = show or say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'express'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show or say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express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expression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expressive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'express'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'express'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'express' = show or say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express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-ive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569464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463040" y="2569464"/>
            <a:ext cx="128016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463040" y="2569464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express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779776" y="2569464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072384" y="2569464"/>
            <a:ext cx="86868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072384" y="2569464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023360" y="256946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4434840" y="2569464"/>
            <a:ext cx="201168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34840" y="256946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expression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'express'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'express'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'express' = show or say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express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showing feelings or thoughts very clearly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expression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show or share a feeling, thought, or idea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expressive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look, word, or phrase that shows feeling or meaning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'express'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'express'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'express' = show or say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express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show or share a feeling, thought, or idea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expression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look, word, or phrase that shows feeling or meaning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expressive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showing feelings or thoughts very clearly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'express'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'express'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'express' = show or say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'express'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used a poem to express how she felt about moving house.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smile is a simple expression of happiness.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dancer's expressive movements told the whole story.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'express'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'express' = show or say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'express'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'express' = show or say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read the poem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expressively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changing his voice for each character.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expressively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'express'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'express' = show or say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expressively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'express'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'express' = show or say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expressively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express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or say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'express'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'express' = show or say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expressively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express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or say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sive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'express'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'express' = show or say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expressively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express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or say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sive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1828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1828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60520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0520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5858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5858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91196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1196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56535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6535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21873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21873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87211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87211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52549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2549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17887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17887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832252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832252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'express'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'express' = show or say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'express'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'express' = show or say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express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-ive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4414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2807208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807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expressively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'express' — Teaching Deck</dc:title>
  <dc:subject>PptxGenJS Presentation</dc:subject>
  <dc:creator>Word Labs</dc:creator>
  <cp:lastModifiedBy>Word Labs</cp:lastModifiedBy>
  <cp:revision>1</cp:revision>
  <dcterms:created xsi:type="dcterms:W3CDTF">2026-10-22T10:14:32Z</dcterms:created>
  <dcterms:modified xsi:type="dcterms:W3CDTF">2026-10-22T10:14:32Z</dcterms:modified>
</cp:coreProperties>
</file>