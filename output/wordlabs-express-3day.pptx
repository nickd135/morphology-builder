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'express'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push or squeeze out"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expressus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'express' — to push or squeeze out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squeeze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'express' means 'to push or squeeze out'.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'express'.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'express'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'express'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squeeze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'express' means 'to push or squeeze out'.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'express'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'express'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squeeze 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Adding the prefix 'in-' to 'expressive' creates a word meaning not expressive.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'express' originally came from a Greek word.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'-ion' turns the verb 'express' into a noun.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'expressive' means the same as the word 'expression'.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'express' comes from a Latin word meaning to push or squeeze out.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'express'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squeeze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push or squeeze out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expressus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expressive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expressly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inexpressive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reexpress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expressiveness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'express'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squeeze 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881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996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996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squeeze 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clearly and on purpose, with a specific meaning intended.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show or share your thoughts and feelings through words, art, or actions.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expressive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able to show feelings and ideas very well.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expressly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Showing feelings and emotions clearly and strongly.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inexpressive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or show the same idea again in a different way.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reexpress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showing feelings or emotions very clearly.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expressiveness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or idea that is shown or communicated to others.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'express'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squeeze 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'express'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artist used bright colours to express her feelings about the ocean.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facial expression showed just how surprised he was by the birthday party.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expressive dancer moved her arms and body to tell the whole story without any words.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squeeze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squeeze 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expressive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painting helped her share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inexpressible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sadness she felt inside.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inexpressible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squeeze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squeeze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squeeze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squeeze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squeeze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squeeze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squeeze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677363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squeeze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inexpressible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squeeze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inexpressible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squeeze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squeeze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inexpressible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squeeze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squeeze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inexpressible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squeeze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3734077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squeeze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squeeze 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us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reexpress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our ideas, because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expressiveness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expressly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choosing the right words both matter in great writing.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reexpress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expressiveness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squeeze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reexpress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squeeze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reexpress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squeeze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squeeze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reexpress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squeeze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squeeze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reexpress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squeeze 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44703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squeeze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expressiveness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squeeze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expressiveness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squeeze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squeeze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expressiveness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squeeze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squeeze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expressiveness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squeeze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596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596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49701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49701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2497015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304143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4143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58585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58585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3027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3027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67469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7469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911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911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76353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76353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30795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30795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85237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85237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39679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39679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941212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941212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squeeze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squeeze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squeeze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particular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squeeze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squeeze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particular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squeeze 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push or squeeze 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particular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8315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/ks/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squeeze 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'express' = to push or squeeze 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'express'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expressive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expressly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inexpressive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reexpress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expressiveness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inexpressible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'express' — 3-Day Teaching Deck</dc:title>
  <dc:subject>PptxGenJS Presentation</dc:subject>
  <dc:creator>Word Labs</dc:creator>
  <cp:lastModifiedBy>Word Labs</cp:lastModifiedBy>
  <cp:revision>1</cp:revision>
  <dcterms:created xsi:type="dcterms:W3CDTF">2026-04-09T21:59:22Z</dcterms:created>
  <dcterms:modified xsi:type="dcterms:W3CDTF">2026-04-09T21:59:22Z</dcterms:modified>
</cp:coreProperties>
</file>