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push or press 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expressus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'express' — to push or press 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'express' means 'to push or press 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'express' means 'to push or press 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'express' comes from Latin and means to push or press out.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'expressive' means to hide your feelings completely.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'-ion' to 'express' makes the noun 'expression'.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'in-' can be added to make 'inexpressible', meaning something too big to put into words.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'express' originally came from the Greek language.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push or press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expressus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overexpressive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very clear and direct way, leaving no doubt.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communicate your thoughts and feelings clearly.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feelings too much or in an exaggerated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feelings or ideas in a clear and strong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or saying something again in a new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so strong it cannot be put into words.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overexpressive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 show a feeling or idea through words, face, or art.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used bright colours to express her feelings of joy in the painting.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facial expression told us he was surprised by the birthday party.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drama teacher encouraged the students to be expressive when performing on stage.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dance moves helped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joy shine through to the audience.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'express' changes to 'express' before '-ion'; the 'ss'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'express' changes to 'express' before '-ion'; the 'ss'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'express' changes to 'express' before '-ion'; the 'ss' makes /sh/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remarkable, she found 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inexpressible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describe the beauty of the sunset;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left everyone speechless.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9701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734077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press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press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overexpressive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'express' — 3-Day Teaching Deck</dc:title>
  <dc:subject>PptxGenJS Presentation</dc:subject>
  <dc:creator>Word Labs</dc:creator>
  <cp:lastModifiedBy>Word Labs</cp:lastModifiedBy>
  <cp:revision>1</cp:revision>
  <dcterms:created xsi:type="dcterms:W3CDTF">2026-03-25T03:11:56Z</dcterms:created>
  <dcterms:modified xsi:type="dcterms:W3CDTF">2026-03-25T03:11:56Z</dcterms:modified>
</cp:coreProperties>
</file>