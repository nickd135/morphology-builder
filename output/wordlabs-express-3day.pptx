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'express'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"show or say"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'express' — show or say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show or say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'express' means 'show or say'.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'express'.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'express'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'express'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show or say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'express' means 'show or say'.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'express'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'express'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show or say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'expressed' means 'travelled somewhere very fast'.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'express' means 'show or say'.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'express' means 'to travel somewhere very quickly'.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'express' means 'to show or share a feeling, thought, or idea'.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'expressed' means 'showed or shared a feeling, thought, or idea'.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'express'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show or say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show or say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expresses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expressly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unexpressed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'express'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show or say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150876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150876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23591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2706624" y="46360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2706624" y="46360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44165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4764024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4764024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5660136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4" name="Shape 52"/>
          <p:cNvSpPr/>
          <p:nvPr/>
        </p:nvSpPr>
        <p:spPr>
          <a:xfrm>
            <a:off x="6071616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071616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show or say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clearly stated purpose; explicitly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or share a feeling, thought, or idea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showed or shared a feeling, thought, or idea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expressly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or shares a feeling, thought, or idea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said or shown out loud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unexpressed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showing or sharing a feeling, thought, or idea right now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'express'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show or say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'express'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used a poem to express how she felt about moving house.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expressed his gratitude by writing a thank-you card.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artwork expresses how much she loves the ocean.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show or say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show or say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smile is a simple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expression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happiness. Some feelings are barely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expressible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ordinary words.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show or say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show or say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or say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show or say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or say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show or say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or say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show or say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show or say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or say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show or say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or say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show or say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or say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show or say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show or say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 facial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expressions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showed he was worried. Her joy at seeing her family again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inexpressible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 dancer's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expressive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movements told the whole story.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expressions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inexpressible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expressive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show or say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show or say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or say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show or say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or say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show or say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or say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show or say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inexpressible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show or say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inexpressible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or say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show or say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inexpressible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or say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show or say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inexpressible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or say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89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89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455415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55415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2957933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957933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460451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460451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3962969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962969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46548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46548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496800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96800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47052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47052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5973042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973042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475560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475560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6978078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978078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48059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48059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798311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98311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show or say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show or say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or say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show or say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or say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show or say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or say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show or say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show or say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expressed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expresses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expressly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expressing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unexpressed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'express' — 3-Day Teaching Deck</dc:title>
  <dc:subject>PptxGenJS Presentation</dc:subject>
  <dc:creator>Word Labs</dc:creator>
  <cp:lastModifiedBy>Word Labs</cp:lastModifiedBy>
  <cp:revision>1</cp:revision>
  <dcterms:created xsi:type="dcterms:W3CDTF">2026-07-07T10:22:34Z</dcterms:created>
  <dcterms:modified xsi:type="dcterms:W3CDTF">2026-07-07T10:22:34Z</dcterms:modified>
</cp:coreProperties>
</file>