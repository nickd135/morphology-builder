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"against"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'anti-' — against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'anti-' means 'against'.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'anti-'.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'anti-'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'anti-'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'anti-' means 'against'.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'anti', the root is the part after the prefix 'anti-'.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'antitrust' means 'relating to laws about road safety'.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'anti' means 'against'.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'antipathy' means 'a strong feeling of love and warmth'.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'antitrust' means 'relating to laws that stop unfair business practices like monopolies'.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'antipathy' means 'a strong feeling of dislike towards someone or something'.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'anti-'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against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'anti-'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08760" y="37216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1508760" y="37216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633472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2980944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2980944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831336" y="37216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4178808" y="37216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4178808" y="37216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5074920" y="37216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5486400" y="37216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0" y="37216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'anti-'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'anti-'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antitrust laws stopped the company from buying all its competitors.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was clear antipathy between the two rival teams.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antisocial after staying home alone for a week.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antitrust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laws stopped the company from buying all its competitors. There was clear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between the two rival teams.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antitrust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believe someone is reliable; belief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feeling; disease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feeling; disease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feeling; disease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tip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felt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antisocial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after staying home alone for a week. The vaccine trains the body to recognise a specific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antigen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Different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antigens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trigger different immune responses in the body.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antisocial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society; companion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cial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antigens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origin; birth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'anti'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'anti-' = against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'anti-'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trust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'anti-'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