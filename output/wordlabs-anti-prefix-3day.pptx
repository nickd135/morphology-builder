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'anti-'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"against, opposing, opposite"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anti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'anti-' — against, opposing, opposite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'anti-' means 'against, opposing, opposite'.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'anti-'.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'anti-'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'anti-'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'anti-' means 'against, opposing, opposite'.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'antisocial', the root is the part after the prefix 'anti-'.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'anticipate' contains the prefix 'anti-' meaning against.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'Anti-' always changes its spelling when added to a base word.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An antibiotic works against harmful bacteria in your body.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'anti-' means against or opposing something.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'anti-' comes from the Greek language.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'anti-'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against, opposing, opposite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anti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antisocial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antiseptic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antifreeze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antibiotic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antidote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anticlimax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anticlockwise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'anti-'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'anti-'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social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septic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freeze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clockwise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-ism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biotic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social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antisocial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antisocial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substance that stops a poison from harming the body.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antiseptic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medicine that kills harmful bacteria and helps your body fight certain infections.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antifreeze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disappointing ending after you were expecting something exciting.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antibiotic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liquid added to car engines to stop the water inside from freezing in cold weather.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antidote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in the opposite direction to the hands of a clock.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anticlimax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wanting to be around other people, or behaving in a way that upsets others.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anticlockwise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substance that kills germs and stops infection in cuts or wounds.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'anti-'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'anti-'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nurse used an antiseptic spray to clean the cut before putting on a bandage.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dad puts antifreeze in the car every winter so the engine doesn't freeze overnight.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prescribed an antibiotic to help Mia recover from her throat infection.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antiseptic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cream stopped the infection,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antidote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worked quickly.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antiseptic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antidote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antiseptic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antiseptic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rot, decay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antiseptic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rot, decay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sep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tic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antiseptic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rot, decay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sep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tic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77595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/ik/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antidote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antidote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which is given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antidote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which is given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dote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antidote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which is given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dote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anticlockwise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she stirred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antisocial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mixture while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antivirus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program ran in the background.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anticlockwise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antisocial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antivirus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anticlockwise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anticlockwise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device that tells time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direction or manner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anticlockwise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device that tells time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direction or manner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clock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wise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anticlockwise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device that tells time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direction or manner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clock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wise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7891688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antisocial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antisocial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companion, society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antisocial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companion, society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antisocial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companion, society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antivirus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antivirus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virus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harmful agent that infects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antivirus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virus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harmful agent that infects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antivirus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virus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harmful agent that infects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'anti-'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'anti-'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social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septic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freeze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clockwise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-ism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biotic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antisocial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antiseptic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antifreeze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antibiotic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antidote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anticlimax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anticlockwise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antivirus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'anti-' — 3-Day Teaching Deck</dc:title>
  <dc:subject>PptxGenJS Presentation</dc:subject>
  <dc:creator>Word Labs</dc:creator>
  <cp:lastModifiedBy>Word Labs</cp:lastModifiedBy>
  <cp:revision>1</cp:revision>
  <dcterms:created xsi:type="dcterms:W3CDTF">2026-04-10T01:17:34Z</dcterms:created>
  <dcterms:modified xsi:type="dcterms:W3CDTF">2026-04-10T01:17:34Z</dcterms:modified>
</cp:coreProperties>
</file>