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'anti-'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'antibacterial' really means 'able to destroy bacteria or stop them from growing'.
'antisocial' really means 'unwilling to mix with other people, or behaving in a way that upsets others'.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An antibody is made by your body to fight germs, but an antibiotic is a medicine from the doctor.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Before our snow trip, Dad put antifreeze in the car and updated the antivirus software on his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'anti-'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"against"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'anti-'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'anti-' — against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'anti-' means 'against'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'anti-'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'anti-'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'anti-'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'anti-' means 'against'. You can see it at the start of 'antisocial'.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'anticlockwise', the base is 'clock' (a device that shows the time).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'anticlockwise', '-wise' means 'way; direction'.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'anti-' means 'against'.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'antiseptic' means 'a liquid or cream that stops germs growing on a cut'.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'antibacterial' means 'turning the opposite way to the hands of a clock'.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'antidote' means 'a medicine that stops a poison from working'.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'antisocial' means 'able to destroy bacteria or stop them from growing'.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'anti-' means 'against'.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'antiseptic' means 'a liquid or cream that stops germs growing on a cut'.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'antibacterial' means 'turning the opposite way to the hands of a clock'.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'antidote' means 'a medicine that stops a poison from working'.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'antisocial' means 'able to destroy bacteria or stop them from growing'.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'anti-'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against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anticlockwise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antidote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antisocial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antiseptic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antibacterial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'anti-'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bacteri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biotic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-wise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79806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9806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84048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13308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13308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-wise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212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632704" y="3776472"/>
            <a:ext cx="247802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32704" y="3776472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anticlockwise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anticlockwise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able to destroy bacteria or stop them from growing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antidote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unwilling to mix with other people, or behaving in a way that upsets others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antisocial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medicine that stops a poison from working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antiseptic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turning the opposite way to the hands of a clock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antibacterial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liquid or cream that stops germs growing on a cut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anticlockwise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turning the opposite way to the hands of a clock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antidote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medicine that stops a poison from working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antisocial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unwilling to mix with other people, or behaving in a way that upsets others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antiseptic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liquid or cream that stops germs growing on a cut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antibacterial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able to destroy bacteria or stop them from growing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'anti-'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'anti-'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lid anticlockwise to open the jar.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gave our dog an antidote after it ate rat poison.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in at the canteen line is antisocial behaviour.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antibody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made by your body to fight germs, but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antibiotic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medicine from the doctor.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antibody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antibiotic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antibody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antibody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thing; a substance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antibody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thing; a substance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antibody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thing; a substance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antibiotic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antibiotic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living things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antibiotic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living things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antibiotic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living things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our snow trip, Dad put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antifreeze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car and updated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 on his laptop.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antifreeze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antivirus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antifreeze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antifreeze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to 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antifreeze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to 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antifreeze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to 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antivirus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antivirus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germ, or a harmful computer program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antivirus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germ, or a harmful computer program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antivirus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germ, or a harmful computer program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'anti-'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'anti-' = against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bacteri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biotic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-wise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antibiotic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antifreeze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'anti-'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