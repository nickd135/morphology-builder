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'anti-'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"against, opposing, opposite"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anti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'anti-' — against, opposing, opposite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'anti-' means 'against, opposing, opposite'.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'anti-'.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'anti-'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'anti-'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'anti-' means 'against, opposing, opposite'.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'antisocial', the root is the part after the prefix 'anti-'.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'anti-' means against or opposing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'anti-' comes from Latin.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antidote works against a poison.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Antibiotic medicine helps fight bacterial infections.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Anticlockwise means moving in the same direction as clock hands.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'anti-'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against, opposing, opposite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anti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antiseptic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antifreeze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antidote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antibiotic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anticlockwise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anticlimax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'anti-'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'anti-'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septic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freeze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dote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biotic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social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medicine that fights against bacterial infections in your body.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antiseptic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medicine that works against a poison to make someone better.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antifreeze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the opposite direction to the hands of a clock.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antidote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liquid added to car engines to stop water from freezing in cold weather.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antibiotic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exciting is expected but the result turns out to be disappointing.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anticlockwise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wanting to be around other people, or behaving in a way that upsets others.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anticlimax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substance that kills germs and stops infections from spreading.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'anti-'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'anti-'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used an antiseptic wipe to clean the cut before putting on a bandage.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put antifreeze in the car before our road trip through the snowy mountains.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prescribed an antibiotic to help fight the infection in Jack's throat.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applied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antiseptic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cream to stop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antivirus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tablet from being confused with the wrong medicine.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antiseptic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antivirus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antiseptic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antiseptic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rot, decay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antiseptic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rot, decay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antiseptic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rot, decay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antivirus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antivirus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virus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harmful agent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antivirus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virus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harmful agent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antivirus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virus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harmful agent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antibiotic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Jake recover quickly, but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antisocial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behaviour at the clinic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anticlimax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missing the game left him feeling upset.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antibiotic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anticlimax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antibiotic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antibiotic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antibiotic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antibiotic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companion, society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companion, society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companion, society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/ul/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anticlimax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anticlimax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ladder, 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ax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result, end point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anticlimax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ladder, 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ax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result, end point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max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anticlimax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ladder, 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ax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result, end point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max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56535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832252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'anti-'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against, opposing, opposite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'anti-'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septic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freeze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dote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biotic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antiseptic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antifreeze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antidote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antibiotic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anticlockwise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anticlimax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antivirus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'anti-' — 3-Day Teaching Deck</dc:title>
  <dc:subject>PptxGenJS Presentation</dc:subject>
  <dc:creator>Word Labs</dc:creator>
  <cp:lastModifiedBy>Word Labs</cp:lastModifiedBy>
  <cp:revision>1</cp:revision>
  <dcterms:created xsi:type="dcterms:W3CDTF">2026-03-26T07:32:06Z</dcterms:created>
  <dcterms:modified xsi:type="dcterms:W3CDTF">2026-03-26T07:32:06Z</dcterms:modified>
</cp:coreProperties>
</file>