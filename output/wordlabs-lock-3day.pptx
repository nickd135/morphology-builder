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'lock'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fasten with a key; a fastening device"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'lock' — to fasten with a key; a fastening device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with a key; a fastening device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'lock' means 'to fasten with a key; a fastening device'.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'lock'.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'lock'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'lock'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with a key; a fastening device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'lock' means 'to fasten with a key; a fastening device'.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'lock'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'lock'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with a key; a fastening device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'lock' means 'a device that fastens something shut, needing a key or code to open'.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'lock' means 'to fasten with a key; a fastening device'.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'locks' means 'fastens shut, or devices that fasten things shut'.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'lock' means 'a soft cushion for sitting on'.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'locks' means 'cooks food quickly'.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'lock'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with a key; a fastening device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fasten with a key; a fastening device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'lock'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with a key; a fastening device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508760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1508760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2359152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2706624" y="37216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2706624" y="37216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3977640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4325112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4325112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221224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5632704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632704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with a key; a fastening device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that fastens something shut, needing a key or code to open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fastens shut, or devices that fasten things shut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fastened shut with a lock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lockable cupboard for storing personal belongings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'lock'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with a key; a fastening device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'lock'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put a lock on the shed door.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door automatically locks at night.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door was locked, so we couldn't get in.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with a key; a fastening device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with a key; a fastening device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used her key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unlock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front door. The changing room has rows of metal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lockers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with a key; a fastening device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with a key; a fastening device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with a key; a fastening device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with a key; a fastening device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with a key; a fastening device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with a key; a fastening device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with a key; a fastening device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with a key; a fastening device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with a key; a fastening device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with a key; a fastening device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with a key; a fastening device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with a key; a fastening device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with a key; a fastening device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with a key; a fastening device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with a key; a fastening device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with a key; a fastening device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checked she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locking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front door properly. 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unlocked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gate and let the dog into the garden.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Unlocking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old chest revealed a pile of dusty letters.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with a key; a fastening device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with a key; a fastening device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with a key; a fastening device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with a key; a fastening device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with a key; a fastening device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with a key; a fastening device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with a key; a fastening device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with a key; a fastening device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with a key; a fastening device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with a key; a fastening device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with a key; a fastening device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with a key; a fastening device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with a key; a fastening device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with a key; a fastening device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with a key; a fastening device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with a key; a fastening device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with a key; a fastening device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with a key; a fastening device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with a key; a fastening device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with a key; a fastening device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with a key; a fastening device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with a key; a fastening device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with a key; a fastening device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locked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'lock' — 3-Day Teaching Deck</dc:title>
  <dc:subject>PptxGenJS Presentation</dc:subject>
  <dc:creator>Word Labs</dc:creator>
  <cp:lastModifiedBy>Word Labs</cp:lastModifiedBy>
  <cp:revision>1</cp:revision>
  <dcterms:created xsi:type="dcterms:W3CDTF">2026-07-07T10:22:37Z</dcterms:created>
  <dcterms:modified xsi:type="dcterms:W3CDTF">2026-07-07T10:22:37Z</dcterms:modified>
</cp:coreProperties>
</file>