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'lock'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fasten or secure shut"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locare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'lock' — to fasten or secure shut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'lock' means 'to fasten or secure shut'.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'lock'.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'lock'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'lock'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'lock' means 'to fasten or secure shut'.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'lock'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'lock'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'unlock' uses the prefix 'un-' to mean the opposite of locking.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'padlock' is a real English word that contains the root 'lock'.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'-ing' to 'lock' changes the word so it no longer contains the root 'lock'.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'lock' comes from a Greek word meaning 'to open'.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'gridlock' contains the root 'lock' and describes being completely stuck.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'lock'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fasten or secure shut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locare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lockout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deadlock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padlock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gridlock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'lock'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dead-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pad-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grid-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hem-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-out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open something that was locked, like a door with a key.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traffic is completely stuck and cannot move in any direction.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 of fastening something shut with a lock.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lockout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situation where nobody can move forward or agree, like a tie with no winner.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deadlock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is prevented from getting into a place because it is locked.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padlock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portable lock that you can clip onto a gate, locker, or chain.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gridlock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Fastened shut so it cannot be opened without a key.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'lock'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'lock'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to lock your locker before you go to the oval so none of your things go missing.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heavy traffic caused a gridlock on the main road, and no cars could move for over an hour.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used her key to unlock the gate and let everyone into the backyard for the party.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needed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unlock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padlock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she could get her bike out of the shed.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padlock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/ reverse the action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or secure shut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/ reverse the action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or secure shut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/ reverse the action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or secure shut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padlock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padlock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portable panel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or secure shut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padlock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portable panel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or secure shut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padlock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portable panel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or secure shut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gridlock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highway made us late, so Dad put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deadlock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on, and we were completely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locked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out of getting home quickly.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gridlock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deadlock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gridlock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gridlock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pattern of crossing lines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or secure shut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gridlock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pattern of crossing lines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or secure shut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grid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gridlock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pattern of crossing lines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or secure shut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grid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deadlock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deadlock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completely stopped or stuck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or secure shut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deadlock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completely stopped or stuck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or secure shut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deadlock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completely stopped or stuck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or secure shut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or secure shut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or secure shut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locked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fasten or secure shut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locked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7004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004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23944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23944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577840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77840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03173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03173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703173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'lock' = to fasten or secure shut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'lock'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dead-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pad-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grid-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hem-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-out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lockout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deadlock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padlock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gridlock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'lock' — 3-Day Teaching Deck</dc:title>
  <dc:subject>PptxGenJS Presentation</dc:subject>
  <dc:creator>Word Labs</dc:creator>
  <cp:lastModifiedBy>Word Labs</cp:lastModifiedBy>
  <cp:revision>1</cp:revision>
  <dcterms:created xsi:type="dcterms:W3CDTF">2026-04-09T22:26:16Z</dcterms:created>
  <dcterms:modified xsi:type="dcterms:W3CDTF">2026-04-09T22:26:16Z</dcterms:modified>
</cp:coreProperties>
</file>