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fasten or secure shut"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'lock' — to fasten or secure shut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'lock' means 'to fasten or secure shut'.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'lock' means 'to fasten or secure shut'.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'unlock' uses the prefix 'un-' meaning 'not' or 'reverse'.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'locker' is a type of food container used in kitchens.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'lock' means to fasten or secure something shut.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'padlock' contains the root 'lock' as a morpheme.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'gridlock' has nothing to do with being stuck or blocked.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fasten or secure shut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-smith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something that was locked, like a door with a key.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portable lock with a curved metal bar that clicks shut, used on gates or bikes.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fastening something shut with a lock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prevented from entering a place because the door is locked.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cupboard with a lock, often used at school or a gym to store your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where nothing can move forward, or a very strong type of lock on a door.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fastened shut so it cannot be opened without a key.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lock your locker after PE so that your belongings stay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used a padlock to secure the gate at the workshop overnight.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streets were in complete gridlock after the big footy match finished.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her key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swimming carnival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locksmith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deadlock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family lost their keys!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locksmith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locksmith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locksmith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maker or worker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locksmith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maker or worker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smith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locksmith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smith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maker or worker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smith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-smith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'lock' — 3-Day Teaching Deck</dc:title>
  <dc:subject>PptxGenJS Presentation</dc:subject>
  <dc:creator>Word Labs</dc:creator>
  <cp:lastModifiedBy>Word Labs</cp:lastModifiedBy>
  <cp:revision>1</cp:revision>
  <dcterms:created xsi:type="dcterms:W3CDTF">2026-03-25T03:36:56Z</dcterms:created>
  <dcterms:modified xsi:type="dcterms:W3CDTF">2026-03-25T03:36:56Z</dcterms:modified>
</cp:coreProperties>
</file>