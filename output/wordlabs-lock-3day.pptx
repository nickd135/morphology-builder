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'lock' has very few longer words built from it, so this deck practises adding the suffixes -s, -ed, -er and -ing to the base (Years 3–4). Only 9 words with 'lock'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Use your key to unlock your locker before the bell 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Mia unlocked the front gate, Sam started unlocking the shed so they could get their bikes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'lock'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fasten with a key; a fastening device"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'lock' has very few longer words built from it, so this deck practises adding the suffixes -s, -ed, -er and -ing to the base (Years 3–4). Only 9 words with 'lock'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'lock' — to fasten with a key; a fastening device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-er and -ing to the base 'lock'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'lock'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'lock'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'lock' means 'to fasten with a key; a fastening device'. You can find it in 'locks'.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'unlock', 'un-' means 'undo; reverse the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'lockers',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'locks',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'locked',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'locking',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'locker',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'lockers',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'locks',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'locked',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'locking',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'locker',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'lockers',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'lock'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fasten with a key; a fastening device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'lock'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3542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946904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fastened shut with a lock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fastening something shut with a lock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fastens shut, or devices that fasten things shut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device that fastens something shut, needing a key or code to open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small lockable cupboards for storing belongings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that fastens something shut, needing a key or code to open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fastens shut, or devices that fasten things shut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fastened shut with a lock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small lockable cupboards for storing belongings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fastening something shut with a lock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'lock'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'lock'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put a lock on the shed door.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door automatically locks at night.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was locked, so we couldn't get 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key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locker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 bell rings.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front gate, Sam started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unlocking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shed so they could get their bikes out.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key; a fastening device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'lock' = to fasten with a key; a fastening device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'lock'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