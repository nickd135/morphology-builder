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'print'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press marks onto surface"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premere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'print' — to press marks onto surface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'print' means 'to press marks onto surface'.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'print'.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'print'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'print'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'print' means 'to press marks onto surface'.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'print'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'print'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fingerprint is the unique pattern of ridges left by your finger on a surface.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'misprint' means to print something perfectly without any errors.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blueprint is a type of detailed plan, often used for designing buildings.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printout is a sheet of paper with information printed on it from a computer.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'print' comes from a Greek word meaning 'to write'.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'print'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press marks onto surface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premere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printout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'print'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detailed plan or drawing, often used for buildings or inventions.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connected to a computer that puts words and pictures onto paper.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print something again, usually because the first version had mistakes or ran out.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paper with information on it that has come out of a printer.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print extra words or images on top of something that has already been printed.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printout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pressing ink onto paper or another surface to make words or pictures.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unique mark left by the ridges on the tip of your finger when you touch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'print'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'print'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collect our printout from the printer at the front of the classroom.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Detectives at the crime scene found a clear fingerprint on the window that helped them solve the mystery.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 unrolled the blueprint across the table so everyone could see the plans for the new school library.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detective carefully dusted for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asked the officer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evidence report.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 on a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 on a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 on a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finding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misprint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cover, the publisher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book and include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blueprint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inventor's machine inside.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blue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blue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blue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press a mark onto a surface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to press marks onto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printout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'print' — 3-Day Teaching Deck</dc:title>
  <dc:subject>PptxGenJS Presentation</dc:subject>
  <dc:creator>Word Labs</dc:creator>
  <cp:lastModifiedBy>Word Labs</cp:lastModifiedBy>
  <cp:revision>1</cp:revision>
  <dcterms:created xsi:type="dcterms:W3CDTF">2026-04-03T03:26:01Z</dcterms:created>
  <dcterms:modified xsi:type="dcterms:W3CDTF">2026-04-03T03:26:01Z</dcterms:modified>
</cp:coreProperties>
</file>