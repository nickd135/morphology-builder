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'reprint' really means 'to print a book, document, or picture again'.
'misprint' really means 'a mistake made when printing words, like a spelling error'.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 used the printer to copy a photo of a giant dinosaur footprint for my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teacher found a printable worksheet about how every fingerprint and thumbprint is unique.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'print'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put words or pictures on paper"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'print' — to put words or pictures on paper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'print' means 'to put words or pictures on paper'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'print'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'print'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'print'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'print' means 'to put words or pictures on paper'. You can find it in 'reprint'.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'reprint',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'printer', '-er'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'print' means 'to put words or pictures on paper'.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'handprint' means 'a mark made by pressing your hand on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'reprint' means 'a mark made by pressing something onto a surface'.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'imprint' means 'a mark made by pressing something onto a surface'.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'misprint' means 'a detailed plan or drawing of how to build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'print' means 'to put words or pictures on paper'.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'handprint' means 'a mark made by pressing your hand on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'reprint' means 'a mark made by pressing something onto a surface'.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'imprint' means 'a mark made by pressing something onto a surface'.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'misprint' means 'a detailed plan or drawing of how to build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'print'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put words or pictures on paper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reprint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imprint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misprint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handprint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'print'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reprint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mark made by pressing your hand on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produce words or pictures on paper using a machine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mistake made when printing words, like a spelling error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misprint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print a book, document, or picture again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handprint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mark made by pressing something onto a surface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produce words or pictures on paper using a machine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print a book, document, or picture again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mark made by pressing something onto a surface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misprint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mistake made when printing words, like a spelling error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handprint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mark made by pressing your hand on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'print'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'print'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print the worksheet before the lesson starts?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publisher decided to reprint the popular novel after it sold out.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dinosaur left an imprint of its foot in the mud.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copy a photo of a giant dinosaur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my project.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footprint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your leg you stand 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your leg you stand 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your leg you stand 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found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printable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worksheet about how every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thumbprint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unique.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thumbprint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thin parts at the end of your hand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thin parts at the end of your hand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thin parts at the end of your hand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short, thick finger on your hand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short, thick finger on your hand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thumbprint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short, thick finger on your hand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thumb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words or pictures on paper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'print' = to put words or pictures on paper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footprint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'print'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