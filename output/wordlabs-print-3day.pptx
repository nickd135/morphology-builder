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'print'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put words or pictures on paper"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'print' — to put words or pictures on paper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'print' means 'to put words or pictures on paper'.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'print'.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'print'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'print'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'print' means 'to put words or pictures on paper'.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'print'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'print'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'prints' means 'small furry animals kept as pets'.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'prints' means 'copies of a picture or document made using a printer or press, or marks left by pressing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'print' means 'to produce words or pictures on paper using a machine'.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'print' means 'to put words or pictures on paper'.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'print' means 'to sing a song loudly'.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'print'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put words or pictures on paper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imprint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'print'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 made by pressing something onto a surface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that prints text or images from a computer onto paper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imprint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produce words or pictures on paper using a machine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print a book, document, or picture again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mistake made when printing words, like a spelling error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words or pictures on paper using a machine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copies of a picture or document made using a printer or press, or marks left by pressing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'print'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'print'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print the worksheet before the lesson starts?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detective found several fingerprints, called prints, on the window.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dinosaur left an imprint of its foot in the mud.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comic book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reprinted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 new generation of fans.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misprinted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ticket showed the wrong seat number.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or pictures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or pictures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or pictures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or pictures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or pictures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or pictures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reprinting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map with updated street names. The machine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misprinting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barcodes on every third box. The teacher shared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printable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worksheet for us to complete at home.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or pictures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or pictures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or pictures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or pictures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or pictures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or pictures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or pictures on paper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or pictures on paper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or pictures on paper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put words or pictures on paper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imprint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'print'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