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'print'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 made by pressing"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premere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'print' — mark made by pressing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'print' means 'mark made by pressing'.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'print'.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'print'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'print'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'print' means 'mark made by pressing'.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'print'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'print'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'printer' contains no suffix added to the root 'print'.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'print' comes from an ancient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misprint is an error found in something that has been printed.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fingerprint is the unique mark left by pressing your fingertip onto a surface.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blueprint is a type of detailed plan or design.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'print'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 made by pressing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premere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footprint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'print'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mistake in something that has been printed, like a spelling error in a book.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 left behind by a foot stepping on a surface.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print something again, like making extra copies of a book.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that puts words and pictures onto paper.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footprint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putting words or images onto paper using a machine or press.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detailed plan or drawing, often used to show how a building will be made.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unique mark left by the tip of your finger when you touch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'print'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'print'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journalist noticed a misprint on the front page of the newspaper, so the editor ordered a reprint.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found a clear footprint in the mud near the riverbank and used it as evidence.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 showed us the blueprint for the new school library, which looked very exciting.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police officer carefully examined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glass, then ordered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report.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 on a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 on a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 on a hand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blueprint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room, but the architect spotted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misprint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measurements!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colour blue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made by pressing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'print' = mark made by pressing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reprint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fingerprint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misprint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blueprint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footprint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imprint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'print' — 3-Day Teaching Deck</dc:title>
  <dc:subject>PptxGenJS Presentation</dc:subject>
  <dc:creator>Word Labs</dc:creator>
  <cp:lastModifiedBy>Word Labs</cp:lastModifiedBy>
  <cp:revision>1</cp:revision>
  <dcterms:created xsi:type="dcterms:W3CDTF">2026-04-10T00:45:18Z</dcterms:created>
  <dcterms:modified xsi:type="dcterms:W3CDTF">2026-04-10T00:45:18Z</dcterms:modified>
</cp:coreProperties>
</file>