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'communicate'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"share or exchange information"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communicare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'communicate' — share or exchange information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'communicate' means 'share or exchange information'.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'communicate'.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'communicate'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'communicate'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'communicate' means 'share or exchange information'.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'communicate'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'communicate'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'inter' in 'intercommunicate' means between or among groups.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communicator is someone who shares information with others.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'miscommunicate' means to share a message very clearly.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'communicate' comes from the Latin word 'communicare'.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'-ive' in 'communicative' turns the word into a noun.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'communicate'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 or exchange information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communicare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excommunicate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'communicate'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226771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2267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017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3492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3492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3733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7848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848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information in a confusing way so the message is misunderstood.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shares information or ideas with 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remove someone from membership of a religious group.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passed on or shared, often used about diseases that can spread.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information, ideas or feelings with someone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excommunicate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and able to share information or talk with others easily.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sharing information between people, like talking, writing or signing.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'communicate'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'communicate'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use special radio signals to communicate with satellites orbiting the Earth.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communication between teammates helps a sports team work together and win.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an excellent communicator who always explained her ideas clearly to the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skills help us become better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communicators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everyday life.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who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intercommunicate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well can avoid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miscommunication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group projects.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338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338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38887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38887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82435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2435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5983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5983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69531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9531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130802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30802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566285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66285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001768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01768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437251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37251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872734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872734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30821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30821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74370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74370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17918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7918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61466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61466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805014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05014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excommunicate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'communicate' — 3-Day Teaching Deck</dc:title>
  <dc:subject>PptxGenJS Presentation</dc:subject>
  <dc:creator>Word Labs</dc:creator>
  <cp:lastModifiedBy>Word Labs</cp:lastModifiedBy>
  <cp:revision>1</cp:revision>
  <dcterms:created xsi:type="dcterms:W3CDTF">2026-07-03T09:03:16Z</dcterms:created>
  <dcterms:modified xsi:type="dcterms:W3CDTF">2026-07-03T09:03:16Z</dcterms:modified>
</cp:coreProperties>
</file>