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'communicate'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share or exchange information"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communicare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'communicate' — to share or exchange information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'communicate' means 'to share or exchange information'.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'communicate'.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'communicate'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'communicate'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'communicate' means 'to share or exchange information'.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'communicate'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'communicate'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'communicate'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'miscommunicate' means to share information very clearly.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'communicator' is a person who shares information with others.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'-ion' can be added to 'communicate' to make 'communication'.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'communicative' means someone who refuses to talk to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'communicate'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share or exchange information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communicare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'communicate'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017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492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492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passed on or shared, like a communicable disease that spreads from person to person.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stop someone from being part of a group or community.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 in a way that causes confusion or misunderstanding.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 back and forth between two or more groups or people.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sharing information or ideas with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shares information or ideas with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someone who is good at sharing information and talking with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'communicate'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'communicate'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communicate clearly so that everyone in the group understands the plan.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the illness was communicable, meaning it could spread from one person to another.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miscommunication between the two teams, so they ended up doing the same task twice.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us avoid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we work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3158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3158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1976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1976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88636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8636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35297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297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352974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81957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81957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28618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28618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5279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279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21939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21939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8600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8600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5260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5260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152606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61921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1921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08581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8581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085816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755242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55242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019027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19027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 to fix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the two schools.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3158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3158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1976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1976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88636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8636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35297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297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352974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81957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81957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28618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28618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5279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279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21939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21939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8600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8600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5260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5260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152606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61921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1921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08581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8581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085816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755242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55242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019027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19027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to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'communicate' — 3-Day Teaching Deck</dc:title>
  <dc:subject>PptxGenJS Presentation</dc:subject>
  <dc:creator>Word Labs</dc:creator>
  <cp:lastModifiedBy>Word Labs</cp:lastModifiedBy>
  <cp:revision>1</cp:revision>
  <dcterms:created xsi:type="dcterms:W3CDTF">2026-03-25T03:07:33Z</dcterms:created>
  <dcterms:modified xsi:type="dcterms:W3CDTF">2026-03-25T03:07:33Z</dcterms:modified>
</cp:coreProperties>
</file>