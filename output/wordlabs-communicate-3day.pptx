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'communicate'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'miscommunicate' really means 'to fail to share information clearly, causing confusion or misunderstanding'.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Good communication helps a sports team play well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'communicate'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"share information"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'communicate'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'communicate' — share information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'communicate'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'communicate' = share information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'communicate' means 'share information'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'communicate'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'communicate'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'communicate'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'communicate'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'communicate' = share information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'communicate' means 'share information'. You can find it in 'communicator'.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'miscommunicate', 'mis-' means 'wrong'.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'communicator', '-or' means 'person or thing that'.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'communicate'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'communicate' = share information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'communicate' means 'share information'.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'communicator' means 'a person or device that sends and receives messages or information'.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'miscommunicate' means 'the sending of messages or signals over long distances, such as by phone or internet'.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'telecommunications' means 'the sending of messages or signals over long distances, such as by phone or internet'.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'communicative' means 'willing and able to share thoughts and information openly'.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'communicate'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'communicate' = share information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'communicate' means 'share information'.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'communicator' means 'a person or device that sends and receives messages or information'.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'miscommunicate' means 'the sending of messages or signals over long distances, such as by phone or internet'.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'telecommunications' means 'the sending of messages or signals over long distances, such as by phone or internet'.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'communicative' means 'willing and able to share thoughts and information openly'.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'communicate'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'communicate'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'communicate' = share information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'communicate'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information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miscommunicate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telecommunications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'communicate'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'communicate'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'communicate' = share information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463040" y="2971800"/>
            <a:ext cx="100584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463040" y="2971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tele-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50545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798064" y="2971800"/>
            <a:ext cx="18288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798064" y="29718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66344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956048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956048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861304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153912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153912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967728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7379208" y="2971800"/>
            <a:ext cx="325526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79208" y="2971800"/>
            <a:ext cx="3255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telecommunications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365760" y="3429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'communicate'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'communicate'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'communicate' = share information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or device that sends and receives messages or information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share information, ideas or feelings with others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sending of messages or signals over long distances, such as by phone or internet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miscommunicate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willing and able to share thoughts and information openly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telecommunications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fail to share information clearly, causing confusion or misunderstanding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'communicate'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'communicate'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'communicate' = share information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share information, ideas or feelings with others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or device that sends and receives messages or information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willing and able to share thoughts and information openly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miscommunicate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fail to share information clearly, causing confusion or misunderstanding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telecommunications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sending of messages or signals over long distances, such as by phone or internet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'communicate'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'communicate'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'communicate' = share information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'communicate'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friends communicate honestly with each other.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astronaut used a communicator to talk to mission control.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student was friendly and communicative with everyone.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'communicate'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'communicate' = share information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'communicate'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'communicate' = share information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helps a sports team play well together.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'communicate'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'communicate' = share information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'communicate'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'communicate' = share information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information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'communicate'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'communicate' = share information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information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'communicate'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'communicate' = share information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information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'communicate'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'communicate' = share information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'communicate'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'communicate' = share information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miscommunication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'communicate' — Teaching Deck</dc:title>
  <dc:subject>PptxGenJS Presentation</dc:subject>
  <dc:creator>Word Labs</dc:creator>
  <cp:lastModifiedBy>Word Labs</cp:lastModifiedBy>
  <cp:revision>1</cp:revision>
  <dcterms:created xsi:type="dcterms:W3CDTF">2026-10-22T10:14:31Z</dcterms:created>
  <dcterms:modified xsi:type="dcterms:W3CDTF">2026-10-22T10:14:31Z</dcterms:modified>
</cp:coreProperties>
</file>