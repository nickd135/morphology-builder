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'communicate'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"share information"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'communicate' — share information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'communicate' means 'share information'.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'communicate'.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'communicate'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'communicate'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'communicate' means 'share information'.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'communicate'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'communicate'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'communicate' means 'to build something from bricks'.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'communicate' means 'share information'.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'communicate' means 'to share information, ideas or feelings with others'.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'communicated' means 'quietly fell asleep'.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'communicated' means 'shared information or feelings with someone'.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'communicate'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 information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'communicate'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834640" y="46360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834640" y="46360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12978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47725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47725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37336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78484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78484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and able to share thoughts and information openly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device that sends and receives messages or information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sharing or exchange of information, ideas or feelings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sharing information or feelings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information, ideas or feelings with others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information with someone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information or feelings with someone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'communicate'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'communicate'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friends communicate honestly with each other.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astronauts communicated with mission control throughout the flight.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communicates clearly with the whole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storm knocked 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island. The two teams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and both arrived at different times.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the two classes turned up at the same time.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allows people to talk across the world instantly.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telecommunications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industry relies on satellites and cables.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3589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3589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361841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61841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70094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70094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178347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178347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586600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586600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994852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994852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403105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03105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811358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11358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219610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219610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27863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627863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036116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6116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444368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44368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6852621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52621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260874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260874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7669127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669127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077379" y="4169664"/>
            <a:ext cx="356616" cy="475488"/>
          </a:xfrm>
          <a:prstGeom prst="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077379" y="4169664"/>
            <a:ext cx="356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telecommunications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53768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53768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337995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37995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722223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22223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106450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06450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490677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90677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874904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74904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259132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59132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43359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43359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5027586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27586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411814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411814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796041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796041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180268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80268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564496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564496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948723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948723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7332950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332950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7717177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717177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8101405" y="4169664"/>
            <a:ext cx="332411" cy="475488"/>
          </a:xfrm>
          <a:prstGeom prst="rect">
            <a:avLst>
              <a:gd name="adj" fmla="val 11003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101405" y="4169664"/>
            <a:ext cx="3324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'communicate'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