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'communicate'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"share or exchange information"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communicare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'communicate' — share or exchange information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'communicate' means 'share or exchange information'.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'communicate'.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'communicate'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'communicate'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'communicate' means 'share or exchange information'.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'communicate'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'communicate'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'inter' in 'intercommunicate' means between or among groups.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'miscommunicate' means to share a message very clearly.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'-ive' in 'communicative' turns the word into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'communicate' comes from the Latin word 'communicare'.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communicator is someone who shares information with others.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'communicate'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 or exchange information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communicare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excommunicate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'communicate'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226771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2267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0017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3492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3492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3733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7848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848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information in a confusing way so the message is misunderstood.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shares information or ideas with others.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officially remove someone from membership of a religious group.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passed on or shared, often used about diseases that can spread.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 information, ideas or feelings with someone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excommunicate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and able to share information or talk with others easily.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sharing information between people, like talking, writing or signing.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'communicate'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'communicate'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use special radio signals to communicate with satellites orbiting the Earth.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communication between teammates helps a sports team work together and win.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an excellent communicator who always explained her ideas clearly to the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skills help us become better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communicators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everyday life.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who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intercommunicate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well can avoid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miscommunication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group projects.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87211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13027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7396793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or exchange information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3158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3158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41976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1976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88636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8636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352974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2974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352974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819579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819579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28618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28618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75279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5279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219395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219395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686000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86000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15260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5260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152606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661921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1921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085816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085816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552421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552421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7552421" y="4572000"/>
            <a:ext cx="415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8019027" y="4169664"/>
            <a:ext cx="415399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19027" y="4169664"/>
            <a:ext cx="4153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'communicate' = share or exchange information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'communicate'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communicable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excommunicate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miscommunicate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intercommunicate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'communicate' — 3-Day Teaching Deck</dc:title>
  <dc:subject>PptxGenJS Presentation</dc:subject>
  <dc:creator>Word Labs</dc:creator>
  <cp:lastModifiedBy>Word Labs</cp:lastModifiedBy>
  <cp:revision>1</cp:revision>
  <dcterms:created xsi:type="dcterms:W3CDTF">2026-04-09T21:54:55Z</dcterms:created>
  <dcterms:modified xsi:type="dcterms:W3CDTF">2026-04-09T21:54:55Z</dcterms:modified>
</cp:coreProperties>
</file>