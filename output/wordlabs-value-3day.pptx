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'value'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"worth, importance, price"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valere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'value' — worth, importance, price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'value'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'value' = worth, importance, price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'value' means 'worth, importance, price'.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'value'.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'value'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'value'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'value'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'value' = worth, importance, price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'value' means 'worth, importance, price'.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'value'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'value'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'value'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'value' = worth, importance, price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'valueless' means something is extremely valuable.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prefix 'under' in 'undervalue' means to value something too little.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'devalue' means to make something worth more money.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suffix '-able' in 'valuable' means able to be valued or having great worth.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'value' comes from a Latin word meaning worth or strength.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'value'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'value'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'value' = worth, importance, price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'value'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worth, importance, price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valere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valuable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devalue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revalue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overvalue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undervalue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valueless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valuation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'value'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'value'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'value' = worth, importance, price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'value'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'value'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2394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71416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71416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64184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05332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5332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valuable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'value'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'value'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'value' = worth, importance, price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valuable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decide that something is worth a different, usually higher, amount.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devalue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think something is worth less than it really is.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revalue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is worth a lot of money or is very important to you.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overvalue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someone works out how much something is worth.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undervalue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has no worth or importance at all.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valueless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think something is worth more than it really is.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valuation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something worth less than it was before.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'value'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'value'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'value' = worth, importance, price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'value'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antique vase was so valuable that the museum kept it locked in a glass case.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teacher reminded us that kindness and honesty are the most important values we can have.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bank will revalue the old coins to find out exactly how much they are worth today.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'value'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'value' = worth, importance, price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'value'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'value' = worth, importance, price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jeweller said the ring was extremely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valuable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but the broken chain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valueless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valuable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valueless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'value'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'value' = worth, importance, price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'value'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'value' = worth, importance, price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be; having the quality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'value'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'value' = worth, importance, price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be; having the quality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'value'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'value' = worth, importance, price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be; having the quality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'value'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'value' = worth, importance, price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valueless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'value'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'value' = worth, importance, price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valueless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'value'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'value' = worth, importance, price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valueless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'value'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'value' = worth, importance, price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valueless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'value'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'value' = worth, importance, price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'value'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'value' = worth, importance, price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valuation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we discovered the painting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undervalued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so the gallery decided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revalue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all its artwork.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valuation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undervalued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revalue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'value'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'value' = worth, importance, price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'value'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'value' = worth, importance, price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or result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'value'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'value' = worth, importance, price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or result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'value'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'value' = worth, importance, price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or result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575957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'value'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'value' = worth, importance, price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undervalued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'value'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'value' = worth, importance, price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undervalued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below; too little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'value'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'value' = worth, importance, price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undervalued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below; too little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ued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'value'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'value' = worth, importance, price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undervalued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below; too little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ued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'value'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'value' = worth, importance, price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revalue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'value'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'value' = worth, importance, price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revalue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'value'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'value' = worth, importance, price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revalue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'value'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'value' = worth, importance, price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revalue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'value'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'value' = worth, importance, price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'value'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'value'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'value' = worth, importance, price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'value'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valuable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devalue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revalue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overvalue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undervalue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valueless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valuation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valued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'value' — 3-Day Teaching Deck</dc:title>
  <dc:subject>PptxGenJS Presentation</dc:subject>
  <dc:creator>Word Labs</dc:creator>
  <cp:lastModifiedBy>Word Labs</cp:lastModifiedBy>
  <cp:revision>1</cp:revision>
  <dcterms:created xsi:type="dcterms:W3CDTF">2026-04-09T22:16:22Z</dcterms:created>
  <dcterms:modified xsi:type="dcterms:W3CDTF">2026-04-09T22:16:22Z</dcterms:modified>
</cp:coreProperties>
</file>