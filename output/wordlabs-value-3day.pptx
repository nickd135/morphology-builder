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'value'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"worth, importance, or price"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valere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'value' — worth, importance, or price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'value' means 'worth, importance, or price'.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'value'.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'value'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'value'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'value' means 'worth, importance, or price'.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'value'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'value'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'value' comes from a Latin word meaning worth or be strong.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'valueless' means something that is extremely valuable.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'under' to 'value' makes the word 'undervalue', meaning to think something is worth less than it is.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'valuable' contains the root 'value' plus the suffix '-able'.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'de' in 'devalue' means above or more than.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'value'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worth, importance, or price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valere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overvalue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'value'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working out how much something is worth.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or someone is worth less than they really are.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worth a lot of money or is very important to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worth or importance at 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is worth more than it actually is.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overvalue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seem less important or worth less than before.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as important and appreciated by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'value'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'value'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antique vase was so valuable that the museum kept it locked in a glass case.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told us that kindness and honesty are two values that help us treat others well.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estate agent came to do a valuation of the house before it was put up for sale.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jeweller said the ring was incredibly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seller felt the offer was an attempt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undervalue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committee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revalue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painting after discovering it was previously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undervalued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making it one of their most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valued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possessions.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having been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having been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having been done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having been done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having been done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having been done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or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overvalue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'value' — 3-Day Teaching Deck</dc:title>
  <dc:subject>PptxGenJS Presentation</dc:subject>
  <dc:creator>Word Labs</dc:creator>
  <cp:lastModifiedBy>Word Labs</cp:lastModifiedBy>
  <cp:revision>1</cp:revision>
  <dcterms:created xsi:type="dcterms:W3CDTF">2026-03-25T03:28:08Z</dcterms:created>
  <dcterms:modified xsi:type="dcterms:W3CDTF">2026-03-25T03:28:08Z</dcterms:modified>
</cp:coreProperties>
</file>