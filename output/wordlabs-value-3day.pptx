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'value'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much something is worth"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'value' — how much something is worth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'value' means 'how much something is worth'.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'value'.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'value'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'value'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'value' means 'how much something is worth'.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'value'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'value'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'valued' means 'thrown away as rubbish'.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'value' means 'how much something is worth'.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'value' means 'a loud noise made by an alarm'.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'valued' means 'regarded as important, or had its worth calculated'.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'value' means 'how much something is worth, or how important something is'.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'value'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much something is worth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invaluable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'value'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or standards of behaviour that someone believes are important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 lot of money or very useful and important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worth, or how important something is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 of how much something is worth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useful or important, more than money can measure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invaluable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worth less or seem less important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regarded as important, or had its worth calculated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'value'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'value'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the old coin surprised everyone.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opinion is valued by everyone in the team.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is one of the most important values in our family.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entry carefully. The app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typing speed and accuracy.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panel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design carefully. The school report includes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each subject. Teachers write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end of each term.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something is worth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'value' = how much something is worth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'value'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devalue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invaluable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'value'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