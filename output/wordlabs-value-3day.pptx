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'value' suit Years 3–7, so there is no Day 3 dictation. Day 3 is the word matrix lesson only. Day 2 has 1 dictation word instead of 2. Day 1 shows 4 example words instead of 5–7. Invaluable means 'extremely valuable', not 'not valuable'.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'value' really means 'how much something is worth'.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An expert gave a valuation of Grandpa's old stamp collection.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'value'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much something is worth"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'value' suit Years 3–7, so there is no Day 3 dictation. Day 3 is the word matrix lesson only. Day 2 has 1 dictation word instead of 2. Day 1 shows 4 example words instead of 5–7. Invaluable means 'extremely valuable', not 'not valuable'.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'value' — how much something is worth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'value'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'value' = how much something is worth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'value' means 'how much something is worth'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'value'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'value'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'value'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'value'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'value' = how much something is worth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'value' means 'how much something is worth'. You can find it in 'devalue'.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'devalue', 'de-' means 'undo; remove; down'.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'valuable', '-able' means 'able 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'value'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'value' = how much something is worth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'value' means 'how much something is worth'.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'devalue' means 'to make something worth less or seem less important'.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'valuable' means 'worth a lot of money or very useful and important'.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'invaluable' means 'extremely useful or important, more than money can measure'.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'value'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'value'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'value' = how much something is worth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'value' means 'how much something is worth'.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'devalue' means 'to make something worth less or seem less important'.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'valuable' means 'worth a lot of money or very useful and important'.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'invaluable' means 'extremely useful or important, more than money can measure'.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'value'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'value'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'value'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'value' = how much something is worth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'value'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much something is worth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devalue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valuable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invaluable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'value'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'value'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'value' = how much something is worth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23113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523744" y="2569464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523744" y="25694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566160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858768" y="2569464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858768" y="25694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46904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358384" y="2569464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58384" y="256946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invaluable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65760" y="30266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-able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'value'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'value'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'value' = how much something is worth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extremely useful or important, more than money can measure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devalue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how much something is worth, or how important something 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make something worth less or seem less important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invaluable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worth a lot of money or very useful and important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'value'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'value'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'value' = how much something is worth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how much something is worth, or how important something 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devalue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make something worth less or seem less important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worth a lot of money or very useful and important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invaluable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extremely useful or important, more than money can measure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'value'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'value'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'value' = how much something is worth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'value'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of the old coin surprised everyone.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Scratches will devalue a rare coin.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necklace was very valuable, so she kept it safe.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'value'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'value' = how much something is worth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'value'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'value' = how much something is worth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expert gave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Grandpa's old stamp collection.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'value'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'value' = how much something is worth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'value'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'value' = how much something is worth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something is worth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'value'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'value' = how much something is worth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something is worth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'value'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'value' = how much something is worth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something is worth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'value'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'value' = how much something is worth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'value'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'value' = how much something is worth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'value'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