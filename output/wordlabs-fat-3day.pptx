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'fat'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"having a lot of body fat; oily"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'fat' — having a lot of body fat; oily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'fat' means 'having a lot of body fat; oily'.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'fat'.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'fat'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'fat'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'fat' means 'having a lot of body fat; oily'.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'fat'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'fat'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'fats' means 'greasy substances found in foods like butter and oil'.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'fat' means 'having a lot of body fat; oily'.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'fats' means 'thin wooden sticks used for building'.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'fat' means 'having a lot of extra flesh on the body'.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'fat' means 'extremely thin and bony'.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'fat'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a lot of body fat; oily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'fat'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8760" y="28072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08760" y="28072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87168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834640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83464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5935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06824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06824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02936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14416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'fat'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'fat'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 cat lay lazily in the sun all afternoon.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saturated fats in your diet can be unhealthy.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chose the nonfat yoghurt because it was healthier.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 lay lazily in the sun all afternoon.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saturated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your diet can be unhealthy. She chose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nonfat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yoghurt because it was healthier. Fried chips are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fatty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food that should be eaten in moderation.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nonfat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body fat; oily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'fat' = having a lot of body fat; oily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'fat'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