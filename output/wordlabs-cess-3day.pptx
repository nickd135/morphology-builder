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'recess' really means 'a short break from lessons at school, or a temporary pause in something such as a meeting'.
'process' really means 'a series of actions taken to achieve a particular result'.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After three successive losses, the coach made one concession: we could pick our own positions.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Thanks to the new ramp, the library is accessible to Gran, and she successfully visited today wearing her favourite accessory.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'cess'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"go; yield; give way"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'cess' — go; yield; give way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'cess' means 'go; yield; give way'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'cess'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'cess'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'cess'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'cess' means 'go; yield; give way'. You can find it in 'excess'.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'excess', 'ex-' means 'out of; former'.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'successor', '-or'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'cess' means 'go; yield; give way'.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'successor' means 'a person who takes over a role or position after someone else'.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'recess' means 'more than what is needed or normal'.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'successful' means 'having achieved the desired result or goal'.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'process' means 'a short break from lessons at school, or a temporary pause in something such as a meeting'.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'cess' means 'go; yield; give way'.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'successor' means 'a person who takes over a role or position after someone else'.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'recess' means 'more than what is needed or normal'.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'successful' means 'having achieved the desired result or goal'.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'process' means 'a short break from lessons at school, or a temporary pause in something such as a meeting'.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'cess'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go; yield; give way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excess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recess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successor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successful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'cess'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-ory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86300" y="3236976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6300" y="3236976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4657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suc-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266090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266090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356616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385876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385876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67258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5084064" y="3776472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84064" y="3776472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successor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365760" y="4233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sub- becomes suc- before 'c'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person who takes over a role or position after someone else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having achieved the desired result or goal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short break from lessons at school, or a temporary pause in something such as a meeting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series of actions taken to achieve a particular result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successful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more than what is needed or normal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more than what is needed or normal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short break from lessons at school, or a temporary pause in something such as a meeting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series of actions taken to achieve a particular result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person who takes over a role or position after someone else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successful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having achieved the desired result or goal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'cess'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'cess'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scraped the excess mud off our boots before going inside.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children ran outside to play during recess.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Baking bread is a process that takes several hours.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three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successive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losses, the coach made one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concession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we could pick our own positions.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concession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successive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yield; give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yield; give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yield; give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sub- becomes suc-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yield; give way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sub- becomes suc-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yield; give way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sive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sub- becomes suc-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yield; give way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sive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to the new ramp, the library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Gran, and she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visited today wearing her favourite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accessory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accessory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successfully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yield; give way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of; characterised by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yield; give way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of; characterised by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yield; give way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of; characterised by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yield; give way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yield; give way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yield; give way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sub- becomes suc-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yield; give way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sub- becomes suc-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yield; give way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sub- becomes suc-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yield; give way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'cess' = go; yield; give 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-ory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86300" y="2898648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6300" y="289864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84657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4657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4657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4657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excessive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processor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365760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succession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542032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42032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concession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718304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18304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successive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894576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94576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accessory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'cess'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