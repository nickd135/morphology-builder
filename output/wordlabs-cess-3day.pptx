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go, yield, or give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cessus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'cess' — to go, yield, or give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'cess' means 'to go, yield, or give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'cess' means 'to go, yield, or give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'cess' comes from a Latin word meaning to go or yield.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'recess' has nothing to do with the root 'cess'.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procession is a line of people moving forward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'success' contains the root 'cess'.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'cess' means to build or create something new.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go, yield, or give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cessus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reach or use for everyone, including people with disabilities.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break from work or school, or a small hollow in a wall.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of people moving forward together, like in a parade.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manage to do or achieve something well.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get into or reach a place or 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steps you follow to get something done.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more of something than you need.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decided to give the students an extra recess because of the hot weather.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need to follow each step in the process carefully to get the right answer.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ramp at the entrance makes the building accessible for everyone.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moved slowly through the town, and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proud.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gaining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hall,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began;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noise made it hard to hear.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23944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'cess' — 3-Day Teaching Deck</dc:title>
  <dc:subject>PptxGenJS Presentation</dc:subject>
  <dc:creator>Word Labs</dc:creator>
  <cp:lastModifiedBy>Word Labs</cp:lastModifiedBy>
  <cp:revision>1</cp:revision>
  <dcterms:created xsi:type="dcterms:W3CDTF">2026-03-25T03:53:55Z</dcterms:created>
  <dcterms:modified xsi:type="dcterms:W3CDTF">2026-03-25T03:53:55Z</dcterms:modified>
</cp:coreProperties>
</file>