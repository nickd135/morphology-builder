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go, yield, or move"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cedere/cessus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'cess' — to go, yield, or move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'cess' means 'to go, yield, or move'.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'cess' means 'to go, yield, or move'.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'cess' comes from a Latin word meaning to go or move.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'ex-' can combine with 'cess' to make the word 'excess', meaning going beyond a limit.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procession is a line of people moving forward, which connects to the meaning of 'cess' (to go).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'recess' has nothing to do with the root 'cess'.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'cess' means to stop completely and never move.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go, yield, or move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cedere/cessus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 when the economy slows down and many people find it harder to find jobs or spend money.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break from work or school, like the time you get to play outside during recess.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of people moving forward together, like a parade or a march through the street.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achieve something you were trying to do, like getting a good result on a test.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or right to get into or use something, like having access to the school library.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of steps you follow to get something done, like the process of making bread.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too much of something, like an excess of chocolate at Easter.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lined up in a procession to walk into the school hall for the assembly.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working hard all term, Sarah finally achieved success in her mathematics exam.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the process we needed to follow to complete the science experiment safely.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children talked about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building their model volcano.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moved through town; the crowd cheered for the team's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everyone celebrated 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ccessory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'cess' — 3-Day Teaching Deck</dc:title>
  <dc:subject>PptxGenJS Presentation</dc:subject>
  <dc:creator>Word Labs</dc:creator>
  <cp:lastModifiedBy>Word Labs</cp:lastModifiedBy>
  <cp:revision>1</cp:revision>
  <dcterms:created xsi:type="dcterms:W3CDTF">2026-04-10T00:28:31Z</dcterms:created>
  <dcterms:modified xsi:type="dcterms:W3CDTF">2026-04-10T00:28:31Z</dcterms:modified>
</cp:coreProperties>
</file>