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"go; yield; give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'cess' — go; yield; give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'cess' means 'go; yield; give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'cess' means 'go; yield; give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'access' means 'the means or right to enter, use, or approach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'access' means 'a total ban on entering somewhere'.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'excess' means 'the exact right amount'.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'excess' means 'more than what is needed or normal'.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'cess' means 'go; yield; give way'.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go; yield; give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entry to, or makes use of,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of actions taken to achieve a particular result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 entry to, or made use of,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achieving something you were aiming for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means or right to enter, use, or approach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break from lessons at school, or a temporary pause in something such as a meeting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what is needed or normal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need a password to access the school's online library.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told to remove the excess baggage from his suitcase.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ran outside to play during recess.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storms throughout the week. The team won five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matches.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sells belts, scarves, and other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accessories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Pensioners can buy tickets 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concessions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prices for the matinee show.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completed the marathon.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concessions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accessories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'cess' = go; yield;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excess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recess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accessed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'cess'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