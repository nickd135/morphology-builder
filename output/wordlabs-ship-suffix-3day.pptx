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'-ship'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"state, quality, or role"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scipe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'-ship' — state, quality, or role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'-ship' means 'state, quality, or role'.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'-ship'.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'-ship'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'-ship'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'-ship' means 'state, quality, or role'.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'friendship', the root is the part before the suffix '-ship'.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'leadership'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'-ship' comes from Old English.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'-ship' to a word makes it a verb (action word).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'friendship' contains the suffix '-ship'.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'-ship' can show a state or quality, like in 'hardship'.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'-ship' always needs a prefix before the base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'-ship'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state, quality, or role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scipe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leadership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partnership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sportsmanship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citizenship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membership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ownership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'-ship'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'-ship'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-ship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sports-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sport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92608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273552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273552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445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8920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8920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-ship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06247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47395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7395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owning something — it belongs to you.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leadership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a member of a community or country and acting responsibly.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partnership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fairly and being a good sport, whether you win or lose.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sportsmanship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an official member of a group or club.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citizenship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relationship where two or more people work together.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membership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close bond and caring relationship between friends.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ownership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role or skill of being a leader who guides others.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'-ship'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'-ship'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showed great sportsmanship by cheering for both teams during the athletics carnival.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and Lena have had a strong friendship ever since they met in kindergarten.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earn your citizenship, you must understand the rights and responsibilities of living in a country.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leadership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means showing kindness and fairness, which is the foundation of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friendship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leadership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role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role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role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03352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care about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care about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care about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03352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/e/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citizenship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strong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sportsmanship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loyal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 build a healthy community.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citizenship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sportsmanship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partnership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citizenship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citizenship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or community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izen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belonging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citizenship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or community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izen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belonging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citizenship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or community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izen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belonging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951828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sportsmanship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sportsmanship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game or athletic activity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linking 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sportsmanship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game or athletic activity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linking 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sports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sportsmanship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game or athletic activity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linking 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sports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 or portion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shares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role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 or portion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shares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role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 or portion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shares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role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'-ship'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state, quality, or role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'-ship'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-ship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sports-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sport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leadership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partnership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sportsmanship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citizenship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membership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ownership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hardship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'-ship' — 3-Day Teaching Deck</dc:title>
  <dc:subject>PptxGenJS Presentation</dc:subject>
  <dc:creator>Word Labs</dc:creator>
  <cp:lastModifiedBy>Word Labs</cp:lastModifiedBy>
  <cp:revision>1</cp:revision>
  <dcterms:created xsi:type="dcterms:W3CDTF">2026-03-26T07:45:49Z</dcterms:created>
  <dcterms:modified xsi:type="dcterms:W3CDTF">2026-03-26T07:45:49Z</dcterms:modified>
</cp:coreProperties>
</file>