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quality, or role"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scipe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'-ship' — state, quality, or role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'-ship' means 'state, quality, or role'.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'-ship'.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'-ship'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'-ship'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'-ship' means 'state, quality, or role'.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'friendship', the root is the part before the suffix '-ship'.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'leadership'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'-ship' comes from Old English.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You can add '-ship' to any adjective to make a new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'-ship' always means a type of boat or vessel.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'Friendship' contains the suffix '-ship' meaning a state or condition.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'-ship' can turn a noun into another noun showing a state or role.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'-ship'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quality, or role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scipe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scholarship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'-ship'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where two or more people work together.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member of a country or community and following its rules.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scholarship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fairly and being a good sport, whether you win or lose.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an official part of a group or organisation.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award of money to help someone study, or great knowledge in a subject.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 bond and care between friends.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or role of guiding and leading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'-ship'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'-ship'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showed great sportsmanship at the swimming carnival by cheering for every team.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earned a scholarship to attend the science camp because of her hard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friendship between the two students grew stronger throughout the year.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project a success,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even stronger.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care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care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care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citizenship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showing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community, and earning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membership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club is a great way to start.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of a community or country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of a community or country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of a community or country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others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others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others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belongs to a group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belongs to a group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belongs to a group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scholarship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'-ship' — 3-Day Teaching Deck</dc:title>
  <dc:subject>PptxGenJS Presentation</dc:subject>
  <dc:creator>Word Labs</dc:creator>
  <cp:lastModifiedBy>Word Labs</cp:lastModifiedBy>
  <cp:revision>1</cp:revision>
  <dcterms:created xsi:type="dcterms:W3CDTF">2026-04-10T01:11:44Z</dcterms:created>
  <dcterms:modified xsi:type="dcterms:W3CDTF">2026-04-10T01:11:44Z</dcterms:modified>
</cp:coreProperties>
</file>