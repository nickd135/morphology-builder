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or skill"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'-ship' — state or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'-ship' means 'state or skill'.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'-ship'.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'-ship'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'-ship'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'-ship' means 'state or skill'.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'ship', the root is the part before the suffix '-ship'.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'ship'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'friendship' means 'a large ship used for trading goods'.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'friendship' means 'a close relationship between friends'.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'ship' means 'state or skill'.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'hardship' means 'a fun and exciting party'.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'hardship' means 'a difficult or painful situation to live through'.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'-ship'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or skill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'-ship'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7977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127248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127248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29768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70916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0916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'-ship'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'-ship'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faced great hardship during the long drought.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friendship has lasted since primary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calm leadership helped the class stay focused during the fire drill.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faced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long drought.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lasted since primary school. Her calm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class stay focused during the fire drill. They have a close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their grandparents.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others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others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others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'ship'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'-ship' = state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'-ship'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'-ship'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