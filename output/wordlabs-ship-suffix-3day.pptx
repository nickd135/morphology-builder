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'-ship'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'membership' really means 'being part of a club or group'.
'sportsmanship' really means 'playing fairly and being kind whether you win or lose'.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Despite the hardship of a long injury, she came back to win the swimming championship.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'-ship'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or skill"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'-ship'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'-ship' — state or skill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'-ship' means 'state or skill'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'-ship'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'-ship'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'-ship'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'-ship' means 'state or skill'. In 'friendship', it is added to 'friend'.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'friendship', the base is 'friend' (a person you like and trust).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'-ship' means 'state or skill'.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'relationship' means 'the way in which two or more people or things are connected'.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'membership' means 'a close relationship between friends'.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'friendship' means 'a close relationship between friends'.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'sportsmanship' means 'the ability or role of guiding and directing a group of people'.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'-ship' means 'state or skill'.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'relationship' means 'the way in which two or more people or things are connected'.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'membership' means 'a close relationship between friends'.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'friendship' means 'a close relationship between friends'.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'sportsmanship' means 'the ability or role of guiding and directing a group of people'.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'-ship'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or skill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friendship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sportsmanship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'-ship'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sportsman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66090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66090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72160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72160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friendship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ability or role of guiding and directing a group of people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way in which two or more people or things are connected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being part of a club or group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playing fairly and being kind whether you win or lose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sportsmanship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close relationship between friends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friendship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close relationship between friends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ability or role of guiding and directing a group of people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way in which two or more people or things are connected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being part of a club or group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sportsmanship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playing fairly and being kind whether you win or lose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'-ship'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'-ship'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friendship has lasted since primary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calm leadership helped the class stay focused during the fire drill.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close relationship with their grandparents.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hardship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long injury, she came back to win the swimming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championship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soft; difficult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winner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winner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championship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winner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skill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'-ship'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'-ship' = state or skill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sportsman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'-ship'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