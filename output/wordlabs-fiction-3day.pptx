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'fiction'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made-up story"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'fiction' — a made-up story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'fiction' means 'a made-up story'.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'fiction'.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'fiction'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'fiction'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'fiction' means 'a made-up story'.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'fiction'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'fiction'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'fiction' means 'true stories about real events'.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'fiction' means 'stories about imagined events and people, not real'.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'fiction' means 'a made-up story'.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'fictional' means 'based entirely on true events'.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'fictional' means 'not real; invented for a story'.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'fiction'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made-up story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'fiction'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508760" y="2350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508760" y="2350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87168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834640" y="2350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834640" y="2350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44568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892040" y="2350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92040" y="2350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788152" y="2350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199632" y="2350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99632" y="2350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'fiction'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'fiction'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loves reading fiction about dragons and wizards.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Harry Potter is a fictional character.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nonfiction book explained how volcanoes erupt.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loves reading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dragons and wizards. Harry Potter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fictional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character.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nonfiction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 explained how volcanoes erupt.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'fiction' = a made-up story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'fiction'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'fiction'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