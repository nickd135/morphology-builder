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'fiction'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made up or invented"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fictio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'fiction' — something made up or invented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'fiction' means 'something made up or invented'.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'fiction'.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'fiction'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'fiction'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'fiction' means 'something made up or invented'.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'fiction'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'fiction'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word 'fictionalise' means to turn something real into a made-up story.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root 'fiction' comes from a Latin word meaning something made or invented.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fictional character is one that has been created in someone's imagination.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Nonfiction books are full of made-up characters and imaginary events.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Science fiction stories are always based entirely on true events.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'fiction'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made up or invented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fictio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fiction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fictioneer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'fiction'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-alise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-alised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48716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34640" y="4178808"/>
            <a:ext cx="168249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34640" y="417880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4456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89204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9204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8815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199632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that are made up and not real, like novels and fairy tales.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Made-up stories about the future, space, robots, or advanced technology.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that is about real events and real people, like biographies or news articles.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fiction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is invented or not true, like a fictitious name someone makes up.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writes fiction, especially lots of exciting made-up stories.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a real story or event into a made-up story with invented details.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fictioneer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something that is made up and not real, like a fictional character in a book.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'fiction'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'fiction'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visited the library to choose a fiction book for their reading project.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loved fictional stories about dragons and magical kingdoms.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explained the difference between fiction and nonfiction on the first day of term.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fictional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hero in the story was brave, but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nonfiction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 about real explorers was just as exciting!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of the kind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of the kind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of the kind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3931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4703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the opposite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the opposite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the opposite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81498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7531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decided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fictionalise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grandmother's journey, but her teacher reminded her that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fictitious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details must be clearly labelled; otherwise readers may confuse it with science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of the kind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turn into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of the kind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turn into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of the kind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turn into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58589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91196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1196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911969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6535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32252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of; 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3931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624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up or invented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4649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54649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3146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3146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31643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1643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31643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370141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0141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70141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08638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8638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47135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47135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'fiction' = something made up or invented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'fiction'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-alise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-alised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nonfiction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fiction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fictitious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fictionalise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fictioneer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fictionary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'fiction' — 3-Day Teaching Deck</dc:title>
  <dc:subject>PptxGenJS Presentation</dc:subject>
  <dc:creator>Word Labs</dc:creator>
  <cp:lastModifiedBy>Word Labs</cp:lastModifiedBy>
  <cp:revision>1</cp:revision>
  <dcterms:created xsi:type="dcterms:W3CDTF">2026-07-03T09:12:47Z</dcterms:created>
  <dcterms:modified xsi:type="dcterms:W3CDTF">2026-07-03T09:12:47Z</dcterms:modified>
</cp:coreProperties>
</file>