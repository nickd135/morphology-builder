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'correct'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"right; accurate"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'correct' — right; accurate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'correct' means 'right; accurate'.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'correct'.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'correct'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'correct'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'correct' means 'right; accurate'.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'correct'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'correct'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'correct' means 'extremely tall and narrow'.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'correct' means 'right; accurate'.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'corrects' means 'sings a happy tune'.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'corrects' means 'fixes a mistake or puts something right'.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'correct' means 'free from mistakes; right or accurate'.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'correct'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right; accurate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'correct'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right or accurate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right or accurate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making something right or free from mistakes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correct or wrong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mistakes; right or accurate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right or free from mistakes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 mistake or puts something right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'correct'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'correct'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the correct answer to every question.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corrects our spelling tests every Friday.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corrected the spelling mistakes in my essay.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pointed 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working out. The teacher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my spelling in red pen.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editor made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essay before it was printed.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officer supervised the inmates in the yard. The doctor recommended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lenses to help her see clearly.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right; accurate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'correct'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