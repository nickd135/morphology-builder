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'correct'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"right, accurate, free from error"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correctus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'correct' — right, accurate, free from error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'correct' means 'right, accurate, free from error'.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'correct'.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'correct'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'correct'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'correct' means 'right, accurate, free from error'.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'correct'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'correct'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'-ly' can be added to 'correct' to make the word 'correctly'.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'correction' means to make something wrong.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'correct' means right or free from error.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'incorrect' uses a prefix that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'correct'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'correct'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right, accurate, free from error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correctus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'correct'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right or free from errors.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the right way, without mistakes.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the wrong way, making a mistake.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fixes mistakes.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mistakes and is right or accurate.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made to fix a mistake in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 mistake or is not right.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'correct'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'correct'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check your work carefully and correct any mistakes before you hand it 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wrote a correction in red pen next to the wrong answer.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answered every question correctly and was very proud of herself.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spelling, and she praised us for working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making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work, Sophie realised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caused her to lose marks; she vowed to be more careful.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right, free from error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'correct' = right, accurate, free from error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'correct'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self-correct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'correct' — 3-Day Teaching Deck</dc:title>
  <dc:subject>PptxGenJS Presentation</dc:subject>
  <dc:creator>Word Labs</dc:creator>
  <cp:lastModifiedBy>Word Labs</cp:lastModifiedBy>
  <cp:revision>1</cp:revision>
  <dcterms:created xsi:type="dcterms:W3CDTF">2026-04-09T22:31:05Z</dcterms:created>
  <dcterms:modified xsi:type="dcterms:W3CDTF">2026-04-09T22:31:05Z</dcterms:modified>
</cp:coreProperties>
</file>