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'correct'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'correctness' really means 'the quality of being right or accurate'.
'uncorrected' really means 'not yet fixed or checked for mistakes'.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front teeth were growing at an incorrect angle, so the dentist gave me a corrective brace.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'correct'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"right; accurate"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'correct'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'correct' — right; accurate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'correct' means 'right; accurate'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'correct'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'correct'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'correct'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'correct' means 'right; accurate'. You can find it in 'correctly'.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'uncorrected',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'correctly',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'correct' means 'right; accurate'.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'correction' means 'a change made to fix a mistake'.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'correctness' means 'not yet fixed or checked for mistakes'.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'correctly' means 'in a way that is right or accurate'.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'uncorrected' means 'the quality of being right or accurate'.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'correct' means 'right; accurate'.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'correction' means 'a change made to fix a mistake'.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'correctness' means 'not yet fixed or checked for mistakes'.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'correctly' means 'in a way that is right or accurate'.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'uncorrected' means 'the quality of being right or accurate'.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'correct'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right; accurate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uncorrected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'correct'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77977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07238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07238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8620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297680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change made to fix a mistake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free from mistakes; right or accurate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yet fixed or checked for mistakes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right or accurate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uncorrected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in a way that is right or accurate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free from mistakes; right or accurate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 way that is right or accurate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quality of being right or accurate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change made to fix a mistake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uncorrected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yet fixed or checked for mistakes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'correct'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'correct'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gave the correct answer to every question.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answered every question correctly on the maths test.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checked the correctness of each answer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front teeth were growing at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angle, so the dentist gave me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right; accurate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'correct'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'correct' = right; accurate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incorrectly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incorrect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'correct'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