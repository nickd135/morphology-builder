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'correct'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"right, accurate, free from error"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correctus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'correct' — right, accurate, free from error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'correct' means 'right, accurate, free from error'.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'correct'.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'correct'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'correct'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'correct' means 'right, accurate, free from error'.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'correct'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'correct'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'correct' comes from Latin and means right or accurate.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'incorrectly' means something was done in the right way.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'in' to 'correct' makes a word meaning not right.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'correction' is a change made to fix a mistake.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in 'corrective' means it happened in the past.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'correct'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right, accurate, free from error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correctus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self-correcting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'correct'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find and fix your own mistakes.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right way, without any mistakes.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right or accurate.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helps fix or improve a mistake.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right or has no mistakes.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made to fix a mistake.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self-correcting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wrong or has a mistake in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'correct'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'correct'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check your answers carefully to make sure each one is correct before you hand in your test.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wrote a correction in the margin to show where the student had made a spelling mistake.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hold your pencil correctly so that your handwriting stays neat and easy to read.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make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work and then write the answer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incorrect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spelling is easy to fix: write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practise until you can spell 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self-correcting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'correct' — 3-Day Teaching Deck</dc:title>
  <dc:subject>PptxGenJS Presentation</dc:subject>
  <dc:creator>Word Labs</dc:creator>
  <cp:lastModifiedBy>Word Labs</cp:lastModifiedBy>
  <cp:revision>1</cp:revision>
  <dcterms:created xsi:type="dcterms:W3CDTF">2026-03-25T03:41:27Z</dcterms:created>
  <dcterms:modified xsi:type="dcterms:W3CDTF">2026-03-25T03:41:27Z</dcterms:modified>
</cp:coreProperties>
</file>