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'replace'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back in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placea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'replace' — put back in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'replace' means 'put back in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'replace'.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'replace'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'replace'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'replace' means 'put back in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'replace'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'replace'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'-able' in 'replaceable' means 'without'.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'-ment' to 'replace' makes the noun 'replacement'.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'irreplaceable' means something that can be easily swapped out.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'ir-' in 'irreplaceable'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'replace' comes from Latin and relates to the idea of place or position.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'replace'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back in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placea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'replace'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swapping one thing for another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swapped out or substituted easily.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takes the place of another.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replaces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back or swap it for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special or unique that nothing else could ever take its place.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been swapped out for something new.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'replace'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'replace'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a student to replace the broken pencil with a new one from the supply box.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found out she was irreplaceable after the team lost every game while she was away.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organised a replacement part so the car could be fixed before the weekend.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organised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goalkeeper, but nobody could believe how quickly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injured captain.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(noun)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(noun)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(noun)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(verb)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(verb)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(verb)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said the players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irreplaceable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equipment, including old jerseys,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finals.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(verb)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(verb)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 or location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(verb)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unreplaceable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'replace' — 3-Day Teaching Deck</dc:title>
  <dc:subject>PptxGenJS Presentation</dc:subject>
  <dc:creator>Word Labs</dc:creator>
  <cp:lastModifiedBy>Word Labs</cp:lastModifiedBy>
  <cp:revision>1</cp:revision>
  <dcterms:created xsi:type="dcterms:W3CDTF">2026-04-09T22:11:24Z</dcterms:created>
  <dcterms:modified xsi:type="dcterms:W3CDTF">2026-04-09T22:11:24Z</dcterms:modified>
</cp:coreProperties>
</file>