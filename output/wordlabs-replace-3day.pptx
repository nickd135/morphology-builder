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'replace'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"put back in place"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replacere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'replace' — put back in place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'replace' means 'put back in place'.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'replace'.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'replace'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'replace'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'replace' means 'put back in place'.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'replace'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'replace'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'irreplaceable' means something so special it cannot be swapped for anything else.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'replace' comes from the Greek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'-ment' in 'replacement' turns the verb replace into a noun.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'replacement' is a person or thing that takes the place of another.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'ir-' in 'irreplaceable' means 'again'.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'replace'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put back in place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replacere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irreplaceable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'replace'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344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459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459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swapping one thing for another right now.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be swapped out or substituted easily.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takes the place of another.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person or thing that takes the place of another.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back or swap it for something else.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irreplaceable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special or unique that nothing else can take its place.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has already been swapped out for something new.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'replace'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'replace'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Sam to find a replacement for the broken pencil sharpener before class started.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storm, the council decided that the old bridge was irreplaceable because of its historical value.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replacing all the old library books with brand new copies this term.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chose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player, carefully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replacing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injured captain before the final whistle.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museum curator said the ancient vase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irreplaceable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finding a suitable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impossible,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replacing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with a copy would be dishonest.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irreplaceable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irreplaceable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irreplaceable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position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irreplaceable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position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0" name="Text 4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irreplaceable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position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6109855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/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back in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irreplaceable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unreplaceable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'replace' — 3-Day Teaching Deck</dc:title>
  <dc:subject>PptxGenJS Presentation</dc:subject>
  <dc:creator>Word Labs</dc:creator>
  <cp:lastModifiedBy>Word Labs</cp:lastModifiedBy>
  <cp:revision>1</cp:revision>
  <dcterms:created xsi:type="dcterms:W3CDTF">2026-03-25T03:23:22Z</dcterms:created>
  <dcterms:modified xsi:type="dcterms:W3CDTF">2026-03-25T03:23:22Z</dcterms:modified>
</cp:coreProperties>
</file>