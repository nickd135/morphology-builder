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'replace'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'replace' really means 'put in place of'.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Grandma's old photo album is irreplaceable, so we keep it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'replace'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in place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'replace'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'replace' — put in place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'replace' means 'put in place of'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'replace'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'replace'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'replace'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'replace' means 'put in place of'. You can find it in 'replacement'.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'irreplaceable', 'ir-'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'replacement',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'replace' means 'put in place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'replaceable' means 'able to be replaced with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'replacement' means 'a person or thing that takes the place of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'replace'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'replace' means 'put in place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'replaceable' means 'able to be replaced with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'replacement' means 'a person or thing that takes the place of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'replace'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'replace'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in place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'replace'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7977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7238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7238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605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0" y="2569464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2569464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able to be replaced with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put something new in the place of something old, lost or broken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thing that takes the place of another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something new in the place of something old, lost or broken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thing that takes the place of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replaced with something else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'replace'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'replace'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replace the broken window before winter.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needed a replacement for their injured goalkeeper.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batteries in this torch are replaceable, so you can buy new ones.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Grandma's old photo album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irreplaceable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keep it safe.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ir- before 'r'; keep the 'e' after 'c' before -able so the 'c' stays soft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in place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'replace'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'replace' = put in place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irreplaceable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'replace'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