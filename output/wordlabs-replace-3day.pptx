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'replace'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"put in place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'replace' — put in place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'replace' means 'put in place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'replace'.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'replace'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'replace'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'replace' means 'put in place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'replace'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'replace'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'replaced' means 'repaired something without removing it'.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'replace' means 'put in place of'.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'replaced' means 'put something new in place of something old (past tense)'.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'replace' means 'to put something new in the place of something old, lost or broken'.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'replace' means 'to fix something without changing it'.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'replace'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put in place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'replace'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7640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7640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6601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0716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716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new in the place of something old, lost or broken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something new in place of something old (past tense)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something new in place of something old (present tense)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'replace'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'replace'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replace the broken window before winter.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replaced the old computers with new ones.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manager replaces staff who leave the company.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replacing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cracked tiles in the bathroom. The team needed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their injured goalkeeper.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place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place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place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place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place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place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 ordered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all the worn-out parts. The batteries in this torch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replaceable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you can buy new ones. The old family photograph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irreplaceable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the fire.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irreplaceable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place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place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place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place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place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place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irreplaceable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irreplaceable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place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irreplaceable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place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irreplaceable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 place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'replace' = put in place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'replace'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replaced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replaces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'replace' — 3-Day Teaching Deck</dc:title>
  <dc:subject>PptxGenJS Presentation</dc:subject>
  <dc:creator>Word Labs</dc:creator>
  <cp:lastModifiedBy>Word Labs</cp:lastModifiedBy>
  <cp:revision>1</cp:revision>
  <dcterms:created xsi:type="dcterms:W3CDTF">2026-07-07T10:22:36Z</dcterms:created>
  <dcterms:modified xsi:type="dcterms:W3CDTF">2026-07-07T10:22:36Z</dcterms:modified>
</cp:coreProperties>
</file>