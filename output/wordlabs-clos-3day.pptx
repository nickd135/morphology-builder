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'clos'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'disclosed' really means 'made something known or revealed it'.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road closure meant we had to take the long way to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'clos'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"shut; close"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'clos'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'clos' — shut; close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'clos' means 'shut; close'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'clos'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'clos'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'clos'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'clos' means 'shut; close'. You can find it in 'enclosed'.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'disclosed',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'enclosure', '-ure' means 'result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'clos' means 'shut; close'.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'enclosed' means 'shut in on all sides; included with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'disclosed' means 'an area with a fence or wall around it'.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'enclosure' means 'an area with a fence or wall around it'.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'clos' means 'shut; close'.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'enclosed' means 'shut in on all sides; included with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'disclosed' means 'an area with a fence or wall around it'.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'enclosure' means 'an area with a fence or wall around it'.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'clos'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shut; close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disclosed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'clos'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2374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2374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29000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721608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721608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35424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946904" y="2569464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46904" y="256946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area with a fence or wall around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disclosed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shut in on all sides; included with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made something known or revealed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shut in on all sides; included with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disclosed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made something known or revealed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enclosure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area with a fence or wall around it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'clos'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'clos'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chickens live in an enclosed pen in the garden.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witness disclosed important information to the police.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lions have a large enclosure at the zoo.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meant we had to take the long way to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shut; close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shut; close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shut; close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'clos'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'clos' = shut; close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'clos'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