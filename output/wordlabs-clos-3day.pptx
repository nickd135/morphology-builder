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'clos'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"shut, close, enclose"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claudere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'clos' — shut, close, enclose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'clos' means 'shut, close, enclose'.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'clos'.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'clos'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'clos'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'clos' means 'shut, close, enclose'.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'clos'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'clos'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'en-' in 'enclose' means to take something apart.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'disclose' means to hide information even more carefully.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'-ure' can be added to 'clos' to make the word 'closure'.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'clos' comes from a Latin word meaning to shut.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An enclosure is a space that is shut in or fenced off.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'clos'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shut, close, enclose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claudere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recluse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'clos'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shuts themselves away from others and lives alone.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something that has been shut in or surrounded on all sides, like a yard with a fence.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bank takes back a property because the owner could not make their payments.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space that is shut in or fenced off, like an animal pen at a zoo.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shutting something down or bringing it to an end, like when a shop closes for good.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reveal or share information that was previously hidden or secret.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recluse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shut something inside or surround it, like putting a letter inside an envelope.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'clos'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'clos'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zoo built a new enclosure to keep the lion safe and give it more space to roam.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principal had to disclose the new school rules to all students at assembly.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bakery's closure, the neighbourhood missed the smell of fresh bread every morning.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manager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disclose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reasons for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closure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swimming pool.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577840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enclosure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carefully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enclosed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new fence,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foreclosure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farm made everyone sad.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recluse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'clos' — 3-Day Teaching Deck</dc:title>
  <dc:subject>PptxGenJS Presentation</dc:subject>
  <dc:creator>Word Labs</dc:creator>
  <cp:lastModifiedBy>Word Labs</cp:lastModifiedBy>
  <cp:revision>1</cp:revision>
  <dcterms:created xsi:type="dcterms:W3CDTF">2026-04-10T00:27:05Z</dcterms:created>
  <dcterms:modified xsi:type="dcterms:W3CDTF">2026-04-10T00:27:05Z</dcterms:modified>
</cp:coreProperties>
</file>