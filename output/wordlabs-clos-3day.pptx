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'clos'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"close"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'clos' — close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'clos' means 'close'.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'clos'.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'clos'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'clos'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'clos' means 'close'.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'clos'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'clos'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'closer' means 'more expensive'.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'closed' means 'extremely loud'.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'closer' means 'nearer in distance or time'.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'clos' means 'close'.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'closed' means 'not open; shut'.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'clos'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'clos'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45312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45312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shutting-down of something permanently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in distance, time, or relationship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shutting something down permanently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shutting, or coming to an end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open; shut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shuts or stops being open (of a place or thing)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nearer in distance or time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'clos'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'clos'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was closed by the time we arrived.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your chair closer to the table so you can see.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closes at five o'clock on weekdays.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secret documents surprised everyone. The zoo built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giraffes.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contained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company's finances. The family lost their home due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foreclosures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happened after people lost their jobs.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'clos'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