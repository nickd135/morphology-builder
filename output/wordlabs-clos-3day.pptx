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'clos'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"shut, close, enclose"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'clos' — shut, close, enclose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'clos' means 'shut, close, enclose'.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'clos'.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'clos'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'clos'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'clos' means 'shut, close, enclose'.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'clos'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'clos'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'clos' comes from a Latin word meaning to shut.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'disclose' means to hide information from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enclosure is a space that is surrounded or fenced 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'clos' can be found in the word 'closure'.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'en' in 'enclose' means against or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'clos'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shut, close, enclose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'clos'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back a property when someone cannot pay their loan.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surround something completely or put something inside an envelope or fence.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reveal or share information that was previously secret or hidden.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 that is fenced or walled in, like an animal pen at a zoo.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shut something, like a door or a book.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shutting something down or bringing something to an end.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shut and is not open.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'clos'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'clos'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zookeeper checked that the enclosure gate was properly closed before leaving for the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made a special announcement about the closure of the school library for renovations.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disclose her secret talent for painting at the school art show.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on the gate announced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repairs.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report,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finally approved.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reveal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reveal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reveal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 or surround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'clos'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'clos'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'clos' — 3-Day Teaching Deck</dc:title>
  <dc:subject>PptxGenJS Presentation</dc:subject>
  <dc:creator>Word Labs</dc:creator>
  <cp:lastModifiedBy>Word Labs</cp:lastModifiedBy>
  <cp:revision>1</cp:revision>
  <dcterms:created xsi:type="dcterms:W3CDTF">2026-03-25T03:52:41Z</dcterms:created>
  <dcterms:modified xsi:type="dcterms:W3CDTF">2026-03-25T03:52:41Z</dcterms:modified>
</cp:coreProperties>
</file>