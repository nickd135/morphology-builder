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change place or position"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'move' — to change place or position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'move' means 'to change place or position'.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'move' means 'to change place or position'.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'movement' contains the root 'move' and the suffix '-ment'.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'remove' uses a prefix added to the root 'move'.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'move' comes from the ancient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'-able' to 'move' makes the word 'movable', meaning able to be moved.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'unmovable'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change place or position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taken away from its original 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fixed or heavy that it cannot be moved at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moves something, like a furniture mover.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moved or shifted from place to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changing position, or making you feel strong emotions.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another, like the movement of a river.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away from where it is, like removing a splinter.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slow movement of the tectonic plates causes earthquakes that can shake entire cities.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 of the old tree stump from the backyard took the workers most of the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the story of the lost puppy so moving that she could not hold back her tears.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fence was hard work,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heavy posts made it worthwhile.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packed the boxes;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 was wrapped, and nothing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permission.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place or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place or position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'move'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