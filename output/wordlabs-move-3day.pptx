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'move'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change place or position"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'move' — to change place or position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'move' means 'to change place or position'.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'move'.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'move'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'move'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'move' means 'to change place or position'.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'move'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'move'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'un-' in 'unmovable' means 'again'.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'-able' to 'move' makes the word 'movable', meaning able to be moved.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'remove' uses a prefix added to the root 'move'.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'move' comes from the ancient Greek language.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'movement' contains the root 'move' and the suffix '-ment'.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'move'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change place or position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'move'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already been taken away from its original place.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fixed or heavy that it cannot be moved at all.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moves something, like a furniture mover.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moved or shifted from place to place.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changing position, or making you feel strong emotions.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moving from one place to another, like the movement of a river.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away from where it is, like removing a splinter.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'move'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'move'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slow movement of the tectonic plates causes earthquakes that can shake entire cities.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removal of the old tree stump from the backyard took the workers most of the afternoon.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found the story of the lost puppy so moving that she could not hold back her tears.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fence was hard work,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movement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heavy posts made it worthwhile.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act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act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act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packed the boxes;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item was wrapped, and nothing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without permission.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'move' — 3-Day Teaching Deck</dc:title>
  <dc:subject>PptxGenJS Presentation</dc:subject>
  <dc:creator>Word Labs</dc:creator>
  <cp:lastModifiedBy>Word Labs</cp:lastModifiedBy>
  <cp:revision>1</cp:revision>
  <dcterms:created xsi:type="dcterms:W3CDTF">2026-04-09T22:05:22Z</dcterms:created>
  <dcterms:modified xsi:type="dcterms:W3CDTF">2026-04-09T22:05:22Z</dcterms:modified>
</cp:coreProperties>
</file>