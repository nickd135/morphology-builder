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'move'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'mover' really means 'a person whose job is to move people's furniture and belongings'.
'movable' really means 'able to be moved from one place to another'.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huge rock was immovable, so we built the cubby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'move'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from one place to another"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'move'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'move' — go from one place to another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'move' means 'go from one place to another'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'move'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'move'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'move'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'move' means 'go from one place to another'. You can find it in 'mover'.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'remove', 're-' means 'again; 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'mover',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'move' means 'go from one place to another'.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'movement' means 'the act of moving from one place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'mover' means 'to take something away or off'.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'remove' means 'to take something away or off'.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'movable' means 'a person whose job is to move people's furniture and belongings'.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'move' means 'go from one place to another'.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'movement' means 'the act of moving from one place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'mover' means 'to take something away or off'.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'remove' means 'to take something away or off'.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'movable' means 'a person whose job is to move people's furniture and belongings'.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'move'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from one place to another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'move'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act of moving from one place to another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take something away or 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moved from one place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change position or location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whose job is to move people's furniture and belongings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change position or location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whose job is to move people's furniture and belongings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take something away or off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moving from one place to another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be moved from one place to another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'move'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'move'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move your chair closer to the table.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mover carried the heavy sofa down the stairs.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remove your shoes before entering the house.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huge rock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immovable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built the cubby around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immovable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'm';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position; to go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'm';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position; to go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'm';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position; to go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'move' = go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removable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immovable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'move'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