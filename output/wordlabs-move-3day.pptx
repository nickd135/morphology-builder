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'move'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change position or place"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movere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'move' — to change position or place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'move' means 'to change position or place'.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'move'.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'move'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'move'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'move' means 'to change position or place'.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'move'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'move'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'move' comes from a Latin word meaning to change position.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'unmoved' means that something has been moved twice.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suffix '-ment' to 'move' makes the word 'movement', which is a noun.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're-' in 'remove' means again or back.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'moveable' means something that cannot be moved at all.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'move'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change position or place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movere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unmoved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'move'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9554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0702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0702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taking something away from where it was.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from one place to another, or making someone feel strong emotions.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unmoved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 be moved or shifted around.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affected or not moved by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moves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moving from one place to another.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Taken away or moved from a place.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'move'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'move'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removal of the old playground equipment took most of the morning.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deeply moved by the story of the rescue dog finding its new home.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movers carefully carried the heavy boxes into the new house.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removal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old fence was quick, but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moving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the timber took much longer.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forming a noun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forming a noun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forming a noun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removal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van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unmoved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 the storm, but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moving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the furniture inside was still a challenge!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unmoved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forming a noun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forming a noun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 or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forming a noun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change position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'move' = to change position or place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unmoved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removal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movements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'move' — 3-Day Teaching Deck</dc:title>
  <dc:subject>PptxGenJS Presentation</dc:subject>
  <dc:creator>Word Labs</dc:creator>
  <cp:lastModifiedBy>Word Labs</cp:lastModifiedBy>
  <cp:revision>1</cp:revision>
  <dcterms:created xsi:type="dcterms:W3CDTF">2026-03-25T03:17:31Z</dcterms:created>
  <dcterms:modified xsi:type="dcterms:W3CDTF">2026-03-25T03:17:31Z</dcterms:modified>
</cp:coreProperties>
</file>