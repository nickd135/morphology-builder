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'move'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 from one place to another"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'move' — go from one place to another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'move' means 'go from one place to another'.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'move'.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'move'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'move'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'move' means 'go from one place to another'.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'move'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'move'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'move' means 'go from one place to another'.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'moved' means 'cooked something for a long time in the oven'.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'move' means 'to change position or location'.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'move' means 'to feel very sleepy after lunch'.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'moved' means 'changed position or location (past tense of move)'.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'move'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 from one place to another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'move'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0662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270662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325112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4325112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9554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590702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90702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something away or off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place or position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whose job is to move furniture and belongings for others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move people's furniture and belongings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position or place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 or location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position or location (past tense of move)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'move'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'move'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move your chair closer to the table.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moved the boxes into the new house.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mover carried the heavy sofa down the stairs.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arranged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movable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desks into a circle for group work.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removal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fence took the workers all afternoon.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position;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position;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position;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position; to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position; to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position; to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oak table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immovable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 matter how hard they pushed it. The car seat has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removable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cover that can be washed. The classroom had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moveable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partitions that could be folded away.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immovable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position; to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position; to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position; to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position; to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position; to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position; to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position;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position;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position;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go from one place to another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moved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'move' — 3-Day Teaching Deck</dc:title>
  <dc:subject>PptxGenJS Presentation</dc:subject>
  <dc:creator>Word Labs</dc:creator>
  <cp:lastModifiedBy>Word Labs</cp:lastModifiedBy>
  <cp:revision>1</cp:revision>
  <dcterms:created xsi:type="dcterms:W3CDTF">2026-07-07T10:22:36Z</dcterms:created>
  <dcterms:modified xsi:type="dcterms:W3CDTF">2026-07-07T10:22:36Z</dcterms:modified>
</cp:coreProperties>
</file>