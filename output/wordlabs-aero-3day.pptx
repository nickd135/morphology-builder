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'aero'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"air or aircraft"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aēr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'aero' — air or aircraft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'aero' means 'air or aircraft'.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'aero'.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'aero'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'aero'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'aero' means 'air or aircraft'.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'aero'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'aero'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'aero' means water.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'Aero' can be found in words related to flying and aircraft.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'aero' comes from a Greek word meaning air.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aerodynamic shape helps objects move through air more easily.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'aerobics' has nothing to do with air or breathing.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'aero'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 or aircraft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aēr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aerofoil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'aero'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-nautics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in a way that moves smoothly and easily through the air with little resistance.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container that sprays tiny droplets of liquid into the air when you press a button.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and science involving aircraft and travel beyond Earth's atmosphere.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and study of how aircraft fly and how they are built.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curved surface, like a wing, designed to create lift as air flows over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energetic exercise done to music that makes your heart and lungs work hard.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aerofoil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flying machine with wings and engines that carries people or cargo through the air.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'aero'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'aero'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aerodynamic shape of the racing car helped it zoom around the track at incredible speed.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aeroplane disappear into the clouds as it climbed higher into the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aerospace engineering because she dreamed of designing rockets one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aerodynamic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aeroplane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glided smoothly through the clear blue sky.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or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or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or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 or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 or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 or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aerobics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class, our teacher explained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aerospace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engineers study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aeronautics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build better aircraft.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or living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noun form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or living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noun form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or living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noun form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or expanse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or expanse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or expanse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 or navigator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or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 or navigator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or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 or navigator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or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 or aircraft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-nautics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aerofoil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aerodrome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'aero' — 3-Day Teaching Deck</dc:title>
  <dc:subject>PptxGenJS Presentation</dc:subject>
  <dc:creator>Word Labs</dc:creator>
  <cp:lastModifiedBy>Word Labs</cp:lastModifiedBy>
  <cp:revision>1</cp:revision>
  <dcterms:created xsi:type="dcterms:W3CDTF">2026-04-10T00:36:54Z</dcterms:created>
  <dcterms:modified xsi:type="dcterms:W3CDTF">2026-04-10T00:36:54Z</dcterms:modified>
</cp:coreProperties>
</file>