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'aero'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"air, atmosphere, aircraft"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aēr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'aero' — air, atmosphere, aircraft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'aero' means 'air, atmosphere, aircraft'.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'aero'.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'aero'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'aero'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'aero' means 'air, atmosphere, aircraft'.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'aero'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'aero'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'aero' comes from the Greek word for air.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aerodrome is a large ocean vessel used for transport.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Aerodynamic shapes are designed to move through air with less resistance.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'aeronautics' relates to the science of flight and aircraft.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'aero' means water or liquid.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'aero'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air, atmosphere, aircraft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aēr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'aero'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in a way that moves through the air easily and quickly with little resistance.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and study of designing and flying aircraft.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surface, like an aeroplane wing, that is shaped to create lift when moving through 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 that sprays liquid in a fine mist using pressurised gas, like a deodorant or spray paint.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airfield or airport where aircraft take off and land.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flying vehicle with wings that carries people or cargo through the air.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energetic exercise that gets your heart pumping and uses lots of oxygen.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'aero'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'aero'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aerodynamic shape of the racing car helped it zoom around the track at incredible speed.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aeroplane disappear into the clouds as it climbed higher into the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sprayed an aerosol mist over the plants as part of the experiment.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aerodynamic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aeroplane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soared above the clouds with ease.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aerodrome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instructor explained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aeronautics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aerodynamics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 together to keep aircraft in the sky.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place, course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place, course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place, course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sailor,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sailor,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sailor,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air, atmosphere,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'aero' — 3-Day Teaching Deck</dc:title>
  <dc:subject>PptxGenJS Presentation</dc:subject>
  <dc:creator>Word Labs</dc:creator>
  <cp:lastModifiedBy>Word Labs</cp:lastModifiedBy>
  <cp:revision>1</cp:revision>
  <dcterms:created xsi:type="dcterms:W3CDTF">2026-03-25T04:01:39Z</dcterms:created>
  <dcterms:modified xsi:type="dcterms:W3CDTF">2026-03-25T04:01:39Z</dcterms:modified>
</cp:coreProperties>
</file>