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'aero'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"air"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'aero' — air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'aero' means 'air'.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'aero'.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'aero'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'aero'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'aero' means 'air'.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'aero'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'aero'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'aeroplane' means 'a fast boat that races across water'.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'aeroplane' means 'a flying machine with wings and engines that carries people through the air'.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'aero' means 'air'.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'aero'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aeroplane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'aero'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-plane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-bics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-sol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-dynamic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-nautics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-space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508760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508760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77977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127248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3127248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-plane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44398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485546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546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aeroplane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aeroplane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flying machine with wings and engines that carries people through the air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'aero'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'aero'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aeroplane took off from the runway and climbed into the sky.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Grandma does aerobics at the community hall every Tuesday morning.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shook the aerosol before spraying a light coat of paint on the model.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Grandma does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aerobics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community hall every Tuesday morning. She shook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aerosol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spraying a light coat of paint on the model.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aerobics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aerosol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aerobics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aerobics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that uses oxygen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aerobics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that uses oxygen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aerobics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that uses oxygen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aerosol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aerosol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liquid sprayed as tiny drops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aerosol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liquid sprayed as tiny drops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aerosol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liquid sprayed as tiny drops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mum works in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aerospace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industry designing parts for rockets. The racing car has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aerodynamic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shape that helps it cut through the air. She wants to study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aeronautics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she can design aeroplanes one 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aerospace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aeronautics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aerospace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aerospace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area above the sky where planets 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aerospace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area above the sky where planets 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aerospace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area above the sky where planets 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with forces and movement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with forces and movement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aerodynamic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with forces and movement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aeronautics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aeronautics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nautics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with travelling (from nautes, a sailor)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aeronautics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nautics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with travelling (from nautes, a sailor)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aeronautics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nautics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with travelling (from nautes, a sailor)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'aero' = air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'aero'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-plane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-bics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-sol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-dynamic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-nautics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-space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aeroplane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'aero' — 3-Day Teaching Deck</dc:title>
  <dc:subject>PptxGenJS Presentation</dc:subject>
  <dc:creator>Word Labs</dc:creator>
  <cp:lastModifiedBy>Word Labs</cp:lastModifiedBy>
  <cp:revision>1</cp:revision>
  <dcterms:created xsi:type="dcterms:W3CDTF">2026-07-07T10:53:35Z</dcterms:created>
  <dcterms:modified xsi:type="dcterms:W3CDTF">2026-07-07T10:53:35Z</dcterms:modified>
</cp:coreProperties>
</file>