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'aero'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'aerosol' really means 'a can that sprays out a liquid, such as paint or deodorant, as a fine mist'.
'aeroplane' really means 'a flying machine with wings and engines that carries people through the air'.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cousin wants to be an aerospace engineer and design rockets one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'aero'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"air"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'aero'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'aero' — air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'aero' means 'air'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'aero'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'aero'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'aero'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'aero' means 'air'. You can find it in 'aeroplane'.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'aeroplane', '-plane' means 'a flat wing surface; a flying craft'.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'aerobics', '-bics' means 'exercise that uses oxygen'.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'aero' means 'air'.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'aerobics' means 'lively exercise done to music to keep your heart and lungs healthy'.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'aerosol' means 'a flying machine with wings and engines that carries people through the air'.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'aerodynamic' means 'shaped smoothly so that air flows past it easily and it can move fast'.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'aeroplane' means 'a can that sprays out a liquid, such as paint or deodorant, as a fine mist'.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'aero' means 'air'.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'aerobics' means 'lively exercise done to music to keep your heart and lungs healthy'.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'aerosol' means 'a flying machine with wings and engines that carries people through the air'.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'aerodynamic' means 'shaped smoothly so that air flows past it easily and it can move fast'.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'aeroplane' means 'a can that sprays out a liquid, such as paint or deodorant, as a fine mist'.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'aero'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aeroplane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aerobics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aerosol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aerodynamic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'aero'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-sol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-plane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-bics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-dynamic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-space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-sol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aerosol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aeroplane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shaped smoothly so that air flows past it easily and it can move fast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aerobics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can that sprays out a liquid, such as paint or deodorant, as a fine mist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aerosol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lively exercise done to music to keep your heart and lungs healthy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aerodynamic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flying machine with wings and engines that carries people through the air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aeroplane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flying machine with wings and engines that carries people through the air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aerobics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lively exercise done to music to keep your heart and lungs healthy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aerosol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can that sprays out a liquid, such as paint or deodorant, as a fine mist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aerodynamic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shaped smoothly so that air flows past it easily and it can move fast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'aero'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'aero'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aeroplane took off from the runway and climbed into the sky.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 does aerobics at the community hall every Tuesday morning.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shook the aerosol before spraying a light coat of paint on the model.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cousin wants to be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engineer and design rockets one 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aerospace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aerospace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aerospace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area above the sky where planets are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aerospace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area above the sky where planets are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aerospace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area above the sky where planets are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'aero'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'aero' =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-sol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-plane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-bics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-dynamic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-space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aerospace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'aero'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