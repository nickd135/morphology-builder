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move or travel"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'go' — to move or travel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'go' means 'to move or travel'.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'go' means 'to move or travel'.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'undergo' contains the root 'go' meaning to move or travel.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'go' comes from a French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'outgoing' uses both a prefix and a suffix added to the root 'go'.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'forego' means to go before or ahead of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'under' in 'undergo' means above or over.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move or travel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Therefore; because of that, this follows.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that goes out or is spent.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through an experience, often a difficult 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past; a time that has already gone by.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before something, or to give something up.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from one place to another right now.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left or moved away completely.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undergo special training before the big swimming carnival next month.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outgoing student president gave a wonderful speech at the assembly.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happened so long ago that nobody in the class could remember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forego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lunch break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undergo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important safety drill.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outgoing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captain chose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forego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trophy, but still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undergo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awards ceremony.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outgoing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outgoing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outgoing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outgoing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outgoing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beneath,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or travel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'go' = to move or travel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gone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outgo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ago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ergo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outgoing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'go' — 3-Day Teaching Deck</dc:title>
  <dc:subject>PptxGenJS Presentation</dc:subject>
  <dc:creator>Word Labs</dc:creator>
  <cp:lastModifiedBy>Word Labs</cp:lastModifiedBy>
  <cp:revision>1</cp:revision>
  <dcterms:created xsi:type="dcterms:W3CDTF">2026-03-25T03:33:31Z</dcterms:created>
  <dcterms:modified xsi:type="dcterms:W3CDTF">2026-03-25T03:33:31Z</dcterms:modified>
</cp:coreProperties>
</file>