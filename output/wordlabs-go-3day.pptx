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'go'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move from one place to another"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'go' — to move from one place to another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'go' means 'to move from one place to another'.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'go'.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'go'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'go'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'go' means 'to move from one place to another'.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'go'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'go'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'go' means 'to move from one place towards another'.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'go' means 'to move from one place to another'.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'go' means 'to sit completely still without moving'.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'goer' means 'a person who attends or goes to a particular place or event regularly'.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'goer' means 'a tool used for cutting wood'.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'go'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move from one place to another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'go'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3721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508760" y="3721608"/>
            <a:ext cx="950976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508760" y="37216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487168" y="37216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834640" y="3721608"/>
            <a:ext cx="950976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834640" y="37216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813048" y="37216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160520" y="37216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160520" y="37216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84648" y="37216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596128" y="37216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96128" y="37216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attends or goes to a particular place or event regularly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or travels somewhere (used for he/she/it)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process of moving or travelling somewhere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a person aims to achieve, or the target in some sports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attend or go to a particular place or event regularly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towards another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'go'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'go'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go to the shops before it closes.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regular cinema-goer, she has seen hundreds of films.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goes to school every day.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scored three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match. The patient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undergo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operation next week.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is currently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undergoing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repairs after the storm.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Congo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River flows through the rainforest in Central Africa.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foregoing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paragraph explains the main idea of the essay.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undergoing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foregoing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undergoing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undergoing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undergoing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undergoing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foregoing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foregoing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foregoing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foregoing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one place to another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'go' = to move from one place to another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goers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'go' — 3-Day Teaching Deck</dc:title>
  <dc:subject>PptxGenJS Presentation</dc:subject>
  <dc:creator>Word Labs</dc:creator>
  <cp:lastModifiedBy>Word Labs</cp:lastModifiedBy>
  <cp:revision>1</cp:revision>
  <dcterms:created xsi:type="dcterms:W3CDTF">2026-07-07T10:22:37Z</dcterms:created>
  <dcterms:modified xsi:type="dcterms:W3CDTF">2026-07-07T10:22:37Z</dcterms:modified>
</cp:coreProperties>
</file>