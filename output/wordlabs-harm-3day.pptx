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'harm'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"injury, damage, hurt"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hearm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'harm' — injury, damage, hurt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'harm' means 'injury, damage, hurt'.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'harm'.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'harm'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'harm'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'harm' means 'injury, damage, hurt'.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'harm'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'harm'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'harm' comes from ancient Greek.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'-ful' in 'harmful' means full of or having a lot of.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'Harmless' and 'harmful' mean the same 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'harmless' means something cannot cause injury or damage.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the prefix 'un' to 'harmed' creates a word meaning not injured.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'harm'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injury, damage, hurt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hearm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disharmony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'harm'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person or animal has not been hurt or injured at all.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or something has been injured or hurt.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something in a way that causes damage or hurt.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causing damage or injury to someone or something right now.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cause damage or hurt to a person, animal, or 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people do not get along and there is conflict or tension between them.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disharmony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will not hurt you or cause any damage at all.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'harm'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'harm'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scientists checked that the chemical was harmless before letting the students touch it.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firefighters rushed into the building to make sure everyone escaped unharmed.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must think carefully about harmful habits that can damage our health over time.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ranger made sure the baby bird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unharmed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releasing it, because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harming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 wildlife is against the law.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state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state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 or state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explained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harmful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chemicals must be stored safely; fortunately,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harmless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ones caused no damage,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harmfulness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each was clearly labelled.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or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or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or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or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or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injury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 or having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'harm' = injury, damage, hurt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'harm'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unharmed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harmfully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disharmony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'harm' — 3-Day Teaching Deck</dc:title>
  <dc:subject>PptxGenJS Presentation</dc:subject>
  <dc:creator>Word Labs</dc:creator>
  <cp:lastModifiedBy>Word Labs</cp:lastModifiedBy>
  <cp:revision>1</cp:revision>
  <dcterms:created xsi:type="dcterms:W3CDTF">2026-04-10T00:42:39Z</dcterms:created>
  <dcterms:modified xsi:type="dcterms:W3CDTF">2026-04-10T00:42:39Z</dcterms:modified>
</cp:coreProperties>
</file>