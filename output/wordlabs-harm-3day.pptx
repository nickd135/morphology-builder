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'harm'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'harm' really means 'to hurt or damage'.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little bird flew into our window but was unharmed, and it soon flew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'harm'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hurt or damage"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'harm'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'harm' — to hurt or damage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'harm' means 'to hurt or damage'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'harm'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'harm'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'harm'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'harm' means 'to hurt or damage'. You can find it in 'harmful'.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'unharmed',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'harmful',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'harm' means 'to hurt or damage'.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'harmful' means 'causing or likely to cause damage or injury'.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'harmless' means 'not able or likely to cause harm'.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'harm'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'harm' means 'to hurt or damage'.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'harmful' means 'causing or likely to cause damage or injury'.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'harmless' means 'not able or likely to cause harm'.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'harm'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'harm'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hurt or damage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'harm'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able or likely to cause harm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injury or damage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causing or likely to cause damage or injury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injury or damage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causing or likely to cause damage or injury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able or likely to cause harm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'harm'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'harm'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a helmet to avoid harm while cycling.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sun can be harmful to your skin.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spider in the garden is completely harmless.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little bird flew into our window but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unharmed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it soon flew away.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unharmed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hurt or damage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hurt or damage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hurt or damage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'harm'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'harm' = to hurt or damage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unharmed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'harm'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