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'harm'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hurt or damage"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'harm' — to hurt or damage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'harm' means 'to hurt or damage'.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'harm'.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'harm'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'harm'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'harm' means 'to hurt or damage'.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'harm'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'harm'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'harm' means 'to hurt or damage'.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'harm' means 'a loud musical sound'.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'harm' means 'injury or damage'.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'harms' means 'cleans something thoroughly'.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'harms' means 'injures or damages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'harm'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hurt or damage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'harm'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injuring or damaging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injured or damaged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injures or damages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causing or likely to cause damage or injury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'harm'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'harm'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 a helmet to avoid harm while cycling.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Littering harms the environment.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was harmed in the small accident.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spider in the garden is completely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Luckily, all the passengers walked away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unharmed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crash.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chemicals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dumped into the river. The firework fizzled out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harmlessly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wet grass. We were reassured by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harmlessness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small garden snake.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to hurt or damage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'harm'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