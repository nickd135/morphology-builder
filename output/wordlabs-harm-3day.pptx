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"damage, injury, or hurt"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'harm' — damage, injury, or hurt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'harm' means 'damage, injury, or hurt'.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'harm' means 'damage, injury, or hurt'.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'harmless' means something that cannot cause any damage or hurt.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'harm'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'unharmed' uses the prefix 'un-', meaning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'-ful' can be added to 'harm' to make the word 'harmful', meaning full of danger.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'harmful' means the same thing as 'harmless'.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damage, injury, or hurt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hurt or damaged by something or someone.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hurt or damaged in any way after something dangerous happened.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causes no damage or injury to anyone or anything.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act of causing damage or injury to someone or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damage or hurt to a person, animal, or 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or things do not work well together and there is disagreement or conflict.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will not cause any damage or hurt to anyone.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warned that the chemical could be harmful to animals living near the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Luckily, the spider found in the classroom was completely harmless and was released outside.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rescue team was relieved to find all the hikers unharmed after the storm passed through the mountains.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too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chemicals in food can hurt you, but most fruit is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old paint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they played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another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or injury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damage, injury, or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'harm' — 3-Day Teaching Deck</dc:title>
  <dc:subject>PptxGenJS Presentation</dc:subject>
  <dc:creator>Word Labs</dc:creator>
  <cp:lastModifiedBy>Word Labs</cp:lastModifiedBy>
  <cp:revision>1</cp:revision>
  <dcterms:created xsi:type="dcterms:W3CDTF">2026-04-03T03:23:34Z</dcterms:created>
  <dcterms:modified xsi:type="dcterms:W3CDTF">2026-04-03T03:23:34Z</dcterms:modified>
</cp:coreProperties>
</file>