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"injury, damage, hurt"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'harm' — injury, damage, hurt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'harm' means 'injury, damage, hurt'.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'harm' means 'injury, damage, hurt'.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'harm' comes from ancient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'Harmless' and 'harmful' mean the same 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'un' to 'harmed' creates a word meaning not injured.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'harmless' means something cannot cause injury or damage.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'-ful' in 'harmful' means full of or having a lot of.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injury, damage, hurt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person or animal has not been hurt or injured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has been injured or hurt.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causes damage or hurt.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causing damage or injury to someone or something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damage or hurt to a person, animal, or 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do not get along and there is conflict or tension between them.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will not hurt you or cause any damage at all.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checked that the chemical was harmless before letting the students touch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rushed into the building to make sure everyone escaped unharmed.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must think carefully about harmful habits that can damage our health over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ranger made sure the baby bird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releasing it, because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wildlife is against the law.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chemicals must be stored safely; fortunately,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ones caused no damage,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each was clearly labelled.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'harm'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