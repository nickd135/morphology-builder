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'ask'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question; to request"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'ask' — to question; to request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question; to request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'ask' means 'to question; to request'.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'ask'.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'ask'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'ask'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question; to request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'ask' means 'to question; to request'.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'ask'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'ask'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question; to request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'ask' means 'to question; to request'.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'ask' means 'to put a question to someone or request something'.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'asks' means 'gives a firm answer straight away'.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'asks' means 'puts a question to someone'.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'ask' means 'to give someone an order they must obey'.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'ask'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question; to request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question; to request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'ask'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question; to request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365760" y="32644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1508760" y="32644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1508760" y="32644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2633472" y="32644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2980944" y="32644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2980944" y="32644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3877056" y="32644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4288536" y="32644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288536" y="32644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question; to request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'ask'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question; to request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'ask'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I ask you a question about the homework?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little sister always asks so many questions at bedtime.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asked my teacher if I could go to the toilet.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question; to request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question; to request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I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ask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 a question about the homework?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15468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5468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315468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15468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1)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question; to request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question; to request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question; to request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question; to request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question; to request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question; to request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question; to request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question; to request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question; to request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little sister always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asks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 many questions at bedtime. I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asked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my teacher if I could go to the toilet. He kept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asking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if we were nearly there yet.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question; to request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question; to request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question; to request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question; to request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question; to request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question; to request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question; to request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question; to request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question; to request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question; to request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question; to request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question; to request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asked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question; to request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question; to request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asked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question; to request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question; to request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question; to request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question; to request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question; to request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question; to request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question; to request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question; to request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question; to request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'ask' — 3-Day Teaching Deck</dc:title>
  <dc:subject>PptxGenJS Presentation</dc:subject>
  <dc:creator>Word Labs</dc:creator>
  <cp:lastModifiedBy>Word Labs</cp:lastModifiedBy>
  <cp:revision>1</cp:revision>
  <dcterms:created xsi:type="dcterms:W3CDTF">2026-07-07T10:24:24Z</dcterms:created>
  <dcterms:modified xsi:type="dcterms:W3CDTF">2026-07-07T10:24:24Z</dcterms:modified>
</cp:coreProperties>
</file>