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'ask' has very few longer words built from it, so this deck practises adding the suffixes -s, -ed and -ing to the base (Years 3–4). Only 4 words with 'ask'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Thank you for asking so politely if you could borrow my coloured pencils.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'ask'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question; to request"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'ask' has very few longer words built from it, so this deck practises adding the suffixes -s, -ed and -ing to the base (Years 3–4). Only 4 words with 'ask'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'ask' — to question; to request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'ask' = to question; to request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-ed and -ing to the base 'ask'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'ask'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'ask'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'ask' = to question; to request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'ask' means 'to question; to request'. You can find it in 'asks'.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'asks', '-s' means 'plural or present tense'.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'asking', '-ing' means 'happening now'.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'ask' = to question; to request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'asks',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'asked',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'asking',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'ask' = to question; to request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'asks',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'asked',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'asking',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'ask'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'ask' = to question; to request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'ask'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question; to request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'ask'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'ask' = to question; to request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52374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52374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3756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749040" y="2971800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2971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'ask'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'ask' = to question; to request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puts a question to someone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put a question to someone in the past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put a question to someone or request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'ask'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'ask' = to question; to request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put a question to someone or request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puts a question to someone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put a question to someone in the past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'ask'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'ask' = to question; to request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'ask'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ask you a question about the homework?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little sister always asks so many questions at bedtime.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asked my teacher if I could go to the toilet.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'ask' = to question; to request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'ask' = to question; to request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asking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politely if you could borrow my coloured pencils.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'ask' = to question; to request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'ask' = to question; to request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question; to request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'ask' = to question; to request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question; to request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'ask' = to question; to request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question; to request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'ask' = to question; to request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'ask' = to question; to request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'ask'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