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request or inquire"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ascian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'ask' — to request or inquire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'ask' means 'to request or inquire'.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'ask' means 'to request or inquire'.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'asking' contains the root 'ask' plus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'ask' means to give an answer.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'asker' means a person who never speaks.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'reasked' means to do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'asked' is formed by adding the suffix '-ed' to the root 'ask'.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request or inquire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ascian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ask something again because you didn't get an answer the first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requests something, like when your mum asks you to tidy your room.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more questions than another person.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asks questions or makes requests.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asked to do too many things at once.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have already requested something from someone, like when you asked your teacher a question.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requesting something right now, like asking a friend to play.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always asking thoughtful questions during science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reasked the question because nobody had answered the first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the best asker in the group, always curious about how things worked.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ones were often the most interesting.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question politely, and the teacher, who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day, still smiled.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'ask' — 3-Day Teaching Deck</dc:title>
  <dc:subject>PptxGenJS Presentation</dc:subject>
  <dc:creator>Word Labs</dc:creator>
  <cp:lastModifiedBy>Word Labs</cp:lastModifiedBy>
  <cp:revision>1</cp:revision>
  <dcterms:created xsi:type="dcterms:W3CDTF">2026-07-03T09:03:15Z</dcterms:created>
  <dcterms:modified xsi:type="dcterms:W3CDTF">2026-07-03T09:03:15Z</dcterms:modified>
</cp:coreProperties>
</file>