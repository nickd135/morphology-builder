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request or inquire"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'ask' — to request or inquire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'ask' means 'to request or inquire'.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'ask' means 'to request or inquire'.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'asked' is formed by adding the suffix '-ed' to the root 'ask'.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'ask'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'asker' is a person who asks questions.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're-' to 'ask' makes the word 'reasked', meaning to ask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'-ing' changes 'ask' into a describing word like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request or inquire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puts a question to another person (used with he, she, or it).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asks questions or makes requests.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ask a question again because you did not get an answer the first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a question to someone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or request that nobody has said out loud yet.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a question to someone or request something from them.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already put a question to someone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her teacher a really interesting question about how volcanoes form.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kept asking for more time to finish the maths test.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a very curious asker who never stops wondering about the world around him.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friend a question, but her friend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more time to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questions, and she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she finally understood the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'ask' — 3-Day Teaching Deck</dc:title>
  <dc:subject>PptxGenJS Presentation</dc:subject>
  <dc:creator>Word Labs</dc:creator>
  <cp:lastModifiedBy>Word Labs</cp:lastModifiedBy>
  <cp:revision>1</cp:revision>
  <dcterms:created xsi:type="dcterms:W3CDTF">2026-03-25T03:34:03Z</dcterms:created>
  <dcterms:modified xsi:type="dcterms:W3CDTF">2026-03-25T03:34:03Z</dcterms:modified>
</cp:coreProperties>
</file>