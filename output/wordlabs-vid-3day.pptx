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'vid'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see or observe"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'vid' — to see or observe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'vid' means 'to see or observe'.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'vid'.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'vid'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'vid'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'vid' means 'to see or observe'.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'vid'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'vid'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'vid' originally comes from Greek.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'vid' can be found in the word 'provide'.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'vid' comes from a Latin word meaning 'to see'.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'video' has nothing to do with the root 'vid'.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'evident' contains the root 'vid' because something evident is easy to see.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'vid'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see or observe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individual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subdivide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'vid'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-eo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something they need.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can see, or related to your sense of sight.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recording of moving pictures that you can watch on a screen.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divide something that has already been divided into even smaller parts.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person or thing, separate from others in a group.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individual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or clues that help you see whether something is true.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subdivide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easy to see or understand because it is very clear.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'vid'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'vid'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look for evident clues in the text to support our answers.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a video about how ancient Egyptians built the pyramids.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council decided to subdivide the large park into separate areas for different sports.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provide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evident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reason why the experiment failed?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on behalf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on behalf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on behalf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video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individual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subdivisions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land, which surprised everyone!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individual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subdivisions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sight or vision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sight or vision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sight or vision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individual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individual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see, divide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individual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see, divide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individual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see, divide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subdivisions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subdivisions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96005" y="2258568"/>
            <a:ext cx="101803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96005" y="2258568"/>
            <a:ext cx="101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96005" y="2569464"/>
            <a:ext cx="1018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108089" y="2258568"/>
            <a:ext cx="101803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108089" y="2258568"/>
            <a:ext cx="101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08089" y="2569464"/>
            <a:ext cx="1018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220174" y="2258568"/>
            <a:ext cx="101803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220174" y="2258568"/>
            <a:ext cx="101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220174" y="2569464"/>
            <a:ext cx="1018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see, divide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332258" y="2258568"/>
            <a:ext cx="101803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332258" y="2258568"/>
            <a:ext cx="101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32258" y="2569464"/>
            <a:ext cx="1018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332258" y="2752344"/>
            <a:ext cx="1018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'divide' drops 'e' before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6444343" y="2258568"/>
            <a:ext cx="101803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44343" y="2258568"/>
            <a:ext cx="101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44343" y="2569464"/>
            <a:ext cx="1018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556427" y="2258568"/>
            <a:ext cx="101803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556427" y="2258568"/>
            <a:ext cx="101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556427" y="2569464"/>
            <a:ext cx="1018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subdivisions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96005" y="2258568"/>
            <a:ext cx="101803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96005" y="2258568"/>
            <a:ext cx="101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96005" y="2569464"/>
            <a:ext cx="1018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108089" y="2258568"/>
            <a:ext cx="101803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108089" y="2258568"/>
            <a:ext cx="101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08089" y="2569464"/>
            <a:ext cx="1018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220174" y="2258568"/>
            <a:ext cx="101803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220174" y="2258568"/>
            <a:ext cx="101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220174" y="2569464"/>
            <a:ext cx="1018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see, divide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332258" y="2258568"/>
            <a:ext cx="101803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332258" y="2258568"/>
            <a:ext cx="101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32258" y="2569464"/>
            <a:ext cx="1018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332258" y="2752344"/>
            <a:ext cx="1018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'divide' drops 'e' before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6444343" y="2258568"/>
            <a:ext cx="101803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44343" y="2258568"/>
            <a:ext cx="101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44343" y="2569464"/>
            <a:ext cx="1018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556427" y="2258568"/>
            <a:ext cx="101803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556427" y="2258568"/>
            <a:ext cx="101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556427" y="2569464"/>
            <a:ext cx="1018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subdivisions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96005" y="2258568"/>
            <a:ext cx="101803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96005" y="2258568"/>
            <a:ext cx="101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96005" y="2569464"/>
            <a:ext cx="1018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108089" y="2258568"/>
            <a:ext cx="101803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108089" y="2258568"/>
            <a:ext cx="101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08089" y="2569464"/>
            <a:ext cx="1018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220174" y="2258568"/>
            <a:ext cx="101803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220174" y="2258568"/>
            <a:ext cx="101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220174" y="2569464"/>
            <a:ext cx="1018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see, divide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332258" y="2258568"/>
            <a:ext cx="101803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332258" y="2258568"/>
            <a:ext cx="101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32258" y="2569464"/>
            <a:ext cx="1018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332258" y="2752344"/>
            <a:ext cx="1018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'divide' drops 'e' before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6444343" y="2258568"/>
            <a:ext cx="101803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44343" y="2258568"/>
            <a:ext cx="101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44343" y="2569464"/>
            <a:ext cx="1018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556427" y="2258568"/>
            <a:ext cx="101803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556427" y="2258568"/>
            <a:ext cx="101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556427" y="2569464"/>
            <a:ext cx="1018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109855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individual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subdivide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providence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'vid' — 3-Day Teaching Deck</dc:title>
  <dc:subject>PptxGenJS Presentation</dc:subject>
  <dc:creator>Word Labs</dc:creator>
  <cp:lastModifiedBy>Word Labs</cp:lastModifiedBy>
  <cp:revision>1</cp:revision>
  <dcterms:created xsi:type="dcterms:W3CDTF">2026-04-09T22:40:55Z</dcterms:created>
  <dcterms:modified xsi:type="dcterms:W3CDTF">2026-04-09T22:40:55Z</dcterms:modified>
</cp:coreProperties>
</file>