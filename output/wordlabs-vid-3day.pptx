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see or look"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'vid' — to see or look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'vid' means 'to see or look'.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'vid' means 'to see or look'.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'vid' comes from a Latin word meaning 'to see'.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'evidence' has nothing to do with seeing or observing.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'video' contains the root 'vid' meaning to see.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'evident' means something that is clear and easy to see.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'vid' comes from a Greek word meaning 'to hear'.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see or look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vista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envision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or clues that help you see or prove something is true.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beautiful view or scenery you can see stretching out before you.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pictures and sound recorded or shown on a screen.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picture or see something in your mind, even if it is not there.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vista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can see with your eyes, to do with sight.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what they need or can see they require.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envision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easy to see or understand clearly.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gathered evidence from the experiment to show her results to the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evident from the muddy footprints that someone had walked through the garden.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provide three reasons why we chose our favourite book.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evident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everyone in the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provide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makes 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evident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suspect was seen nearby?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of 'ex' before consonants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'vid' = to see or look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vista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envision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invidious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'vid' — 3-Day Teaching Deck</dc:title>
  <dc:subject>PptxGenJS Presentation</dc:subject>
  <dc:creator>Word Labs</dc:creator>
  <cp:lastModifiedBy>Word Labs</cp:lastModifiedBy>
  <cp:revision>1</cp:revision>
  <dcterms:created xsi:type="dcterms:W3CDTF">2026-03-25T03:49:54Z</dcterms:created>
  <dcterms:modified xsi:type="dcterms:W3CDTF">2026-03-25T03:49:54Z</dcterms:modified>
</cp:coreProperties>
</file>