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Root: 'vid'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"see"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 root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29000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290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5661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7033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01568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015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85616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8561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169664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16966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'vid' — see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'vid' =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root 'vid' means 'see'.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the meaning of the root 'vid'.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use prefixes and suffixes to build and decode 'vid' words.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'vid' words effectively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'vid' =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part of a word carrying its basic meaning. For example, 'vid' means 'see'.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beginning of a root to change its meaning. E.g. a prefix before 'vid' changes the word's meaning.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end of a word to change its meaning or form. E.g. a suffix after 'vid' can make a noun or adjective.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'vid' = see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following statements true or false?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'vid' means 'see'.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'provided' means 'took something away without asking'.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'provider' means 'a person or company that supplies something people need'.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'provider' means 'someone who takes things without permission'.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'provided' means 'gave or supplied something needed'.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'vid'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'vid' =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'vid'</a:t>
            </a:r>
            <a:endParaRPr lang="en-US" sz="5200" dirty="0"/>
          </a:p>
        </p:txBody>
      </p:sp>
      <p:sp>
        <p:nvSpPr>
          <p:cNvPr id="12" name="Shape 10"/>
          <p:cNvSpPr/>
          <p:nvPr/>
        </p:nvSpPr>
        <p:spPr>
          <a:xfrm>
            <a:off x="324612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7772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 root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root: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provided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provider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provides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providers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providing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51460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1460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providence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'vid'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'vid' = see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matrix below. Choose morpheme parts to build a word. Not all combinations work!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1234440"/>
            <a:ext cx="1645920" cy="457200"/>
          </a:xfrm>
          <a:prstGeom prst="rect">
            <a:avLst>
              <a:gd name="adj" fmla="val 1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'vid'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-ence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22128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22128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e-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91840" y="2212848"/>
            <a:ext cx="1645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-ent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" y="26700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26700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pro-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291840" y="2670048"/>
            <a:ext cx="164592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0" y="26700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0" y="26700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40080" y="3127248"/>
            <a:ext cx="146304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91840" y="3127248"/>
            <a:ext cx="1645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943600" y="31272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0" y="31272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40080" y="3584448"/>
            <a:ext cx="146304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91840" y="3584448"/>
            <a:ext cx="164592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943600" y="35844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43600" y="35844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-es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40080" y="4041648"/>
            <a:ext cx="146304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91840" y="4041648"/>
            <a:ext cx="1645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943600" y="40416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43600" y="4041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365760" y="46360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1508760" y="4636008"/>
            <a:ext cx="82296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1508760" y="4636008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a-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2359152" y="46360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2706624" y="4636008"/>
            <a:ext cx="109728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2706624" y="46360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'vid'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3831336" y="46360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4178808" y="4636008"/>
            <a:ext cx="109728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4178808" y="46360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-ence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5349240" y="463600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5760720" y="4636008"/>
            <a:ext cx="219456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760720" y="463600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provided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'vid'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'vid' = see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word to its meaning: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provided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or supplies something needed (used with he, she or it)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19072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190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provider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19072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19072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supplying something, or on the condition that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49424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4942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provides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49424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49424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gave or supplied something needed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79776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7977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providers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79776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79776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or company that supplies something people need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310128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3101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providing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310128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310128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careful preparation for the future, or protection believed to come from a greater power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3840480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65760" y="3840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providence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514600" y="3840480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0" y="384048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or companies that supply something needed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'vid'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'vid' = see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example sentences. Underline the 'vid' word and discuss its meaning.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school provided new books for every student.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internet provider fixed the connection problem quickly.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charity provides food for families in need.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'vid' =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'vid' = see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is an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avid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reader who finishes a new book every week. It was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evident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she had practised hard.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7373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373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7373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avid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7373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57200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evident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'vid' =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avid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'vid' =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avid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without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'vid' =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avid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without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'vid' =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avid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without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670048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70048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123944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23944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577840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77840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031736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31736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'vid' =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evident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'vid' =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evident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electronic; online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or thing that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'vid' =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evident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electronic; online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or thing that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dent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'vid' =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evident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electronic; online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or thing that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dent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12483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12483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03352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03352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94220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94220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8508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508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75957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5957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66826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66826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57694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57694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'vid' =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'vid' = see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detective found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 the crime scene. The improvement was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evidenced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by his higher test scores.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Evidently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the storm had knocked over the fence.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1148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evidence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8516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8516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18516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evidenced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8516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588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588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59588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evidently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588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'vid' =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evidence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'vid' =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evidence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electronic; online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'vid' =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evidence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electronic; online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dence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'vid' =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evidence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electronic; online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dence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12483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12483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03352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03352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94220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94220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8508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508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75957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5957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66826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66826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57694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57694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'vid' =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evidenced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'vid' =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evidenced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electronic; online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'vid' =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evidenced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electronic; online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denced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'vid' =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evidenced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electronic; online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denced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0238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0238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8315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8315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6393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393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44703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44703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25475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25475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0624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0624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8701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8701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76779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6779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'vid' =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evidently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'vid' =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evidently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electronic; online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or thing that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'vid' =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evidently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electronic; online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or thing that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dent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5" name="Text 4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'vid' =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evidently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electronic; online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or thing that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dent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951330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951330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677363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677363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403397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403397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129430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129430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855464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55464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581498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581498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307531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307531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7033565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033565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7759598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759598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'vid' = see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17043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7043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600200"/>
            <a:ext cx="2468880" cy="438912"/>
          </a:xfrm>
          <a:prstGeom prst="rect">
            <a:avLst>
              <a:gd name="adj" fmla="val 125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6002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718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718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'vid'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066544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718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404872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718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2743200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718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081528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718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each: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'vid' = see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words you could have made. Check your list!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15568"/>
            <a:ext cx="2468880" cy="420624"/>
          </a:xfrm>
          <a:prstGeom prst="rect">
            <a:avLst>
              <a:gd name="adj" fmla="val 1304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1556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718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'vid'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-ence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1984248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1984248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e-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971800" y="1984248"/>
            <a:ext cx="283464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-ent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65760" y="2404872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2404872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pro-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971800" y="2404872"/>
            <a:ext cx="28346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0" y="2404872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0" y="240487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65760" y="2825496"/>
            <a:ext cx="246888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971800" y="2825496"/>
            <a:ext cx="283464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943600" y="2825496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0" y="2825496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365760" y="3246120"/>
            <a:ext cx="246888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971800" y="3246120"/>
            <a:ext cx="28346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943600" y="3246120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43600" y="324612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-es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365760" y="3666744"/>
            <a:ext cx="246888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971800" y="3666744"/>
            <a:ext cx="283464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943600" y="3666744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43600" y="366674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365760" y="3611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365760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5760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provided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2542032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542032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provider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4718304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18304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provides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6894576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94576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providers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365760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65760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providing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2542032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542032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providence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Root 'vid' — 3-Day Teaching Deck</dc:title>
  <dc:subject>PptxGenJS Presentation</dc:subject>
  <dc:creator>Word Labs</dc:creator>
  <cp:lastModifiedBy>Word Labs</cp:lastModifiedBy>
  <cp:revision>1</cp:revision>
  <dcterms:created xsi:type="dcterms:W3CDTF">2026-07-07T10:22:38Z</dcterms:created>
  <dcterms:modified xsi:type="dcterms:W3CDTF">2026-07-07T10:22:38Z</dcterms:modified>
</cp:coreProperties>
</file>