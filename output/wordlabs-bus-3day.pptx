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'bus'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"vehicle for many passengers"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omnibus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'bus' — vehicle for many passengers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'bus' means 'vehicle for many passengers'.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'bus'.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'bus'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'bus'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'bus' means 'vehicle for many passengers'.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'bus'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'bus'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busload means the full number of passengers a bus can carry.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trolleybus runs on petrol just like a car.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minibus is larger than a regular bus.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prefix 'mini' means small.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word 'bus' comes from the Latin word 'omnibus'.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'bus'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for many passengers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omnibus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trolleybus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busload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busstop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microbus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'bus'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-stop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-load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63347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980944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980944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10565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453128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453128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924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76072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vehicle that carries many passengers along a set route.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bus that carries fewer passengers than a full-sized bus.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number of passengers that a bus can carry at one time.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trolleybus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marked place on a street where passengers wait to get on or off a bus.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 that runs on electricity from overhead wires instead of using fuel.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busstop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small bus, often used for short trips or small groups of people.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microbus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large passenger vehicle that travels along set routes.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'bus'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'bus'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minibus arrived at the school early so the students could board before the rain started.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a busload of excited tourists arrive at the museum for their morning tour.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waited patiently at the bus stop, chatting about their upcoming excursion.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minibus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collected the team, and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busload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supporters followed them to the stadium.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busload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carried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carried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carried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microbus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full, so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trolleybus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carried extra passengers; everyone cheered when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buses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finally arrived.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trolleybus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3931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wheeled vehicle on tracks or wires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wheeled vehicle on tracks or wires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wheeled vehicle on tracks or wires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for many passengers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7405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/z/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'bus' = vehicle for many passengers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'bus'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-stop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-load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trolleybus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busload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busstop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microbus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'bus' — 3-Day Teaching Deck</dc:title>
  <dc:subject>PptxGenJS Presentation</dc:subject>
  <dc:creator>Word Labs</dc:creator>
  <cp:lastModifiedBy>Word Labs</cp:lastModifiedBy>
  <cp:revision>1</cp:revision>
  <dcterms:created xsi:type="dcterms:W3CDTF">2026-07-03T09:17:49Z</dcterms:created>
  <dcterms:modified xsi:type="dcterms:W3CDTF">2026-07-03T09:17:49Z</dcterms:modified>
</cp:coreProperties>
</file>