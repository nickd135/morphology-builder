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'bus'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large vehicle for carrying passengers"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'bus' — a large vehicle for carrying passengers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'bus' means 'a large vehicle for carrying passengers'.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'bus'.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'bus'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'bus'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'bus' means 'a large vehicle for carrying passengers'.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'bus'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'bus'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'busy' means 'having a lot to do; not free or idle'.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'busy' means 'feeling sleepy and wanting to rest'.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'bus' means 'a small boat used for fishing'.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'bus' means 'a large vehicle for carrying passengers'.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'bus' means 'a large road vehicle that carries many passengers'.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'bus'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large vehicle for carrying passengers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'bus'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65760" y="28072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508760" y="28072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508760" y="28072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487168" y="28072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834640" y="28072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2834640" y="28072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959352" y="28072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306824" y="28072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306824" y="28072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202936" y="28072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5614416" y="28072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14416" y="28072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'bus'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'bus'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caught the bus to school this morning.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is too busy to come to the phone right now.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hired a minibus to take the team to the match.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caught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school this morning. Mum is too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busy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come to the phone right now.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vehicle for carrying passengers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vehicle for carrying passengers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vehicle for carrying passengers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vehicle for carrying passengers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vehicle for carrying passengers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vehicle for carrying passengers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hired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minibus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take the team to the match. My aunt runs a small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selling handmade candles. The car engine works through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combustion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fuel.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minibus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combustion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minibus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minibus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vehicle for carrying passengers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minibus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vehicle for carrying passengers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minibus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vehicle for carrying passengers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vehicle for carrying passengers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vehicle for carrying passengers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vehicle for carrying passengers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combustion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combustion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vehicle for carrying passengers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combustion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vehicle for carrying passengers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combustion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vehicle for carrying passengers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'bus' = a large vehicle for carrying passengers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'bus'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'bus' — 3-Day Teaching Deck</dc:title>
  <dc:subject>PptxGenJS Presentation</dc:subject>
  <dc:creator>Word Labs</dc:creator>
  <cp:lastModifiedBy>Word Labs</cp:lastModifiedBy>
  <cp:revision>1</cp:revision>
  <dcterms:created xsi:type="dcterms:W3CDTF">2026-07-07T10:22:42Z</dcterms:created>
  <dcterms:modified xsi:type="dcterms:W3CDTF">2026-07-07T10:22:42Z</dcterms:modified>
</cp:coreProperties>
</file>