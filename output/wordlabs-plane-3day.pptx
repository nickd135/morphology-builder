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'plane'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"flat surface, level"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planus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'plane' — flat surface, level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'plane' means 'flat surface, level'.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'plane'.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'plane'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'plane'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'plane' means 'flat surface, level'.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'plane'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'plane'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'plane' comes from a Latin word meaning flat.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biplane has three sets of wings.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monoplane has only one set of wings.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'plane' means to fly through the air.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prefix 'tri' means three, so a triplane has three sets of wings.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'plane'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surface, level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planus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planar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'plane'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23944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471416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471416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67528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779008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7900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old-fashioned aeroplane with two sets of wings, one above the other.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aeroplane with just one set of wings, like most modern planes.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level surface, or a tool used to make wood smooth.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slide uncontrolled on a wet surface, like a car skidding on water.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lies completely flat on one level surface.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aeroplane with three sets of wings stacked on top of each other.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flat surface or woodworking tools.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'plane'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'plane'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flew a biplane at the airshow, and we could see both sets of wings clearly as it swooped overhead.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maths, a plane is a perfectly flat surface that stretches out in all directions with no bumps or curves.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began to aquaplane on the wet road, sliding sideways because its tyres lost grip on the water.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biplane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soared above the clouds, while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monoplane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waited on the runway below.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one,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one,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one,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storm, the car began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aquaplane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driver, who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coplanar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road surface, gripped the wheel as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triplane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display was cancelled.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coplanar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3352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/kw/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coplanar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coplanar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jointly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to, of the kind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coplanar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jointly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to, of the kind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coplanar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jointly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to, of the kind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24837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surface,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'plane' = flat surface,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triplane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monoplane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aquaplane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planar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coplanar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'plane' — 3-Day Teaching Deck</dc:title>
  <dc:subject>PptxGenJS Presentation</dc:subject>
  <dc:creator>Word Labs</dc:creator>
  <cp:lastModifiedBy>Word Labs</cp:lastModifiedBy>
  <cp:revision>1</cp:revision>
  <dcterms:created xsi:type="dcterms:W3CDTF">2026-07-03T09:14:56Z</dcterms:created>
  <dcterms:modified xsi:type="dcterms:W3CDTF">2026-07-03T09:14:56Z</dcterms:modified>
</cp:coreProperties>
</file>