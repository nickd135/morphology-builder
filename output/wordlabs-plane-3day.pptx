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'plane'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aircraft; a flat surface"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'plane' — an aircraft; a flat surface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'plane' means 'an aircraft; a flat surface'.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'plane'.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'plane'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'plane'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'plane' means 'an aircraft; a flat surface'.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'plane'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'plane'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'planes' means 'a group of musical notes played together'.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'plane' means 'a small boat that travels on rivers'.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'plane' means 'an aircraft with wings and engines that flies through the air'.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'planes' means 'more than one aircraft'.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'plane' means 'an aircraft; a flat surface'.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'plane'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aircraft; a flat surface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'plane'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706624" y="32644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706624" y="32644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23944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471416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471416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49554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90702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0702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with wings and engines that flies through the air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aircraft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'plane'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'plane'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boarded the plane for our holiday to Bali.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planes lined up on the runway waiting to take off.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gave a clear explanation of how the machine worked.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gave a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how the machine worked. The instructions came with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explanatory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diagram.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everyone understood. The vintage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biplane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looped through the sky at the airshow.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hydroplane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skimmed across the lake at incredible speed.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aircraft; a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'plane' = an aircraft; a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'plane'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