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create or produce"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machinare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'make' — to create or produce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'make' means 'to create or produce'.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'make' means 'to create or produce'.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'remake' contains the root 'make' meaning to create.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'make' comes from the French word 'faire'.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before 'make' means to make something for the first time.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'homemaker' is a compound word that contains the root 'make'.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'peacemaker' is a person who helps create peace.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create or produce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machinare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-shift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makes clothes, especially dresses.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put together quickly as a temporary fix, like a makeshift shelter from branches.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is changed to look completely different.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undo or destroy something that was made.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the home and family.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or builds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again, like a new version of an old film.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dressmaker carefully stitched the fabric together to create a beautiful gown for the school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decided to remake the short film because the first version had too much background noise.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peacemaker in our group always found a way to help everyone agree and work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dressmaker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makeshift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table to display her latest designs at the market.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peacemaker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suggested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plan, but first they needed a proper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no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no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no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from the beginning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from the beginning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from the beginning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-shift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dressmaker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peacemaker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'make' — 3-Day Teaching Deck</dc:title>
  <dc:subject>PptxGenJS Presentation</dc:subject>
  <dc:creator>Word Labs</dc:creator>
  <cp:lastModifiedBy>Word Labs</cp:lastModifiedBy>
  <cp:revision>1</cp:revision>
  <dcterms:created xsi:type="dcterms:W3CDTF">2026-04-09T22:25:20Z</dcterms:created>
  <dcterms:modified xsi:type="dcterms:W3CDTF">2026-04-09T22:25:20Z</dcterms:modified>
</cp:coreProperties>
</file>