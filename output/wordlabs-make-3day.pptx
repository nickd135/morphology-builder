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'make'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create; to build"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'make' — to create; to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'make' means 'to create; to build'.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'make'.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'make'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'make' means 'to create; to build'.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'make'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'make'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'make' means 'to run very quickly across a field'.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'make' means 'to create or produce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'make' means 'to create; to build'.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'make'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create; to build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508760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508760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35915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06624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706624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977640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325112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325112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221224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5632704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32704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make a cake for the school fete this weekend.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a talented maker of handmade jewellery.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makes a delicious cake every Saturday.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a talented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handmade jewellery.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makes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delicious cake every Saturday.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makers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toy tested it carefully before selling it. They spent the afternoon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birdhouse from wood. The film studio released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classic movie.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create; 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create; to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'make'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