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'make' has very few longer words built from it, so this deck practises adding the suffixes -s, -ing and -er to the base (Years 3–4). Only 6 words with 'make' suit Years 3–7, so there is no Day 3 dictation. Day 3 is the word matrix lesson only. Day 2 has 1 dictation word instead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cheese maker at the farmers' market let us taste three kinds of cheddar.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'make'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create; to build"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'make' has very few longer words built from it, so this deck practises adding the suffixes -s, -ing and -er to the base (Years 3–4). Only 6 words with 'make' suit Years 3–7, so there is no Day 3 dictation. Day 3 is the word matrix lesson only. Day 2 has 1 dictation word instead of 2.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'make' — to create; to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'make' = to create; to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-s, -ing and -er to the base 'make'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-s means more than one, or someone does it now).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the spelling rule (drop the e) when I add a suffix.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'make'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'make' = to create; to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'make' means 'to create; to build'. You can find it in 'makes'.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'remake', 're-' means 'again'.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'makers', '-er' means 'person or thing that'.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'make' = to create; to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'makes',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'making',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'maker', the suffix '-er' tells us more, or a person or thing that does it.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'makers',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'make' = to create; to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'makes',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'making',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'maker', the suffix '-er' tells us more, or a person or thing that does it.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'makers',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'make'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'make' = to create; to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'make'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create; to build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remake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makers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'make'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'make' = to create; to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463040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463040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36829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660904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660904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429000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721608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721608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535424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4946904" y="2971800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46904" y="29718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makers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65760" y="3429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'make'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'make' = to create; to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act of creating or producing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people or things that make or produce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remake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produces or creates something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new version of something that already existed, such as a film or song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makers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create or produce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'make'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'make' = to create; to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create or produce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produces or creates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remake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new version of something that already existed, such as a film or song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act of creating or producing something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makers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people or things that make or produce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'make'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'make' = to create; to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'make'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make a cake for the school fete this weekend.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makes a delicious cake every Saturday.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film studio released a remake of the classic movie.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'make' = to create; to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'make' = to create; to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cheese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maker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the farmers' market let us taste three kinds of cheddar.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'make' = to create; to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'make' = to create; to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create; to build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'make' = to create; to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create; to build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'make' = to create; to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create; to build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7004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7004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123944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23944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577840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7840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03173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3173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'make' = to create; to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'make' = to create; to build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2603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'make'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