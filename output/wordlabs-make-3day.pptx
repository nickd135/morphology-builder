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create or produce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macian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'make' — to create or produce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'make' means 'to create or produce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'make' means 'to create or produce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'remake' contains the root 'make' and the prefix 're', meaning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'makeshift' means a permanent and carefully planned solution.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'homemaker' is a person who takes care of their home and family.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'make' comes from Old English and means to create or produce.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'handmade' means something was built by a large factory machine.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create or produce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macian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-shift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manages and cares for their home and family.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creating or producing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temporary solution made quickly from whatever is available.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undo or destroy something that was made.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change to someone's appearance or a place to make it look better.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creates or builds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again, often in a new or different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talented homemaker baked fresh bread and decorated the kitchen with colourful flowers.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remake our posters so they were neater and easier to read.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used a makeshift shelter made from branches and leaves during their bush adventure.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homemaker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quilt using brightly coloured fabric.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one lives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one lives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one lives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makeshift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raft was exciting, but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after the first attempt fell apart!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or temporary arrangement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or temporary arrangement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or temporary arrangement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or 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'make' = to create or produce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-shift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makeshift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makeover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homemaker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handmade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'make' — 3-Day Teaching Deck</dc:title>
  <dc:subject>PptxGenJS Presentation</dc:subject>
  <dc:creator>Word Labs</dc:creator>
  <cp:lastModifiedBy>Word Labs</cp:lastModifiedBy>
  <cp:revision>1</cp:revision>
  <dcterms:created xsi:type="dcterms:W3CDTF">2026-03-25T03:36:03Z</dcterms:created>
  <dcterms:modified xsi:type="dcterms:W3CDTF">2026-03-25T03:36:03Z</dcterms:modified>
</cp:coreProperties>
</file>