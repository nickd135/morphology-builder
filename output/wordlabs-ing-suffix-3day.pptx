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'-ing'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"happening now"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'-ing' — happening now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happening 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'-ing' means 'happening now'.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'-ing'.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'-ing'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'-ing'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happening 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'-ing' means 'happening now'.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'going', the root is the part before the suffix '-ing'.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'using'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happening now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'using' means 'throwing something away'.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'using' means 'employing or operating something'.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'going' means 'having already arrived somewhere'.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'ing' means 'happening now'.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'going' means 'in the process of moving or travelling somewhere'.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'-ing'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happening 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happening now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'-ing'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happening now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'-ing'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706624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706624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368503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4032504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032504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056632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5468112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468112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going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happening now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 part of a story or event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 moving or travelling somewhere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 putting a question to someone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 and concerned about the wellbeing of others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of chewing and swallowing food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something, or performing a role in a play or film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employing or operating something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'-ing'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happening now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'-ing'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am going to the shop after lunch.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is using a calculator to check her sums.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She's taking acting lessons so she can perform in the school play.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happening 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happening now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is constantly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evolving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numbers were listed in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ascending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order, from smallest to largest.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evolving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ascending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happening 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evolving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happening 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evolving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roll;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happening 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evolving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roll;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happening 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evolving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roll;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happening 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ascending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happening 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ascending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climb;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happening 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ascending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climb;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happening 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ascending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climb;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happening 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happening now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spent the maths lesson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averaging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class's test results. Losing the match was a real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awakening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team, showing them how much they needed to train. The panel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evaluating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each design carefully.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averaging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awakening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happening 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averaging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happening 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averaging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happening 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averaging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happening 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averaging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happening 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happening 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stop sleeping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happening 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stop sleeping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happening 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stop sleeping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happening 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happening 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something is 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happening 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something is 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happening 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something is 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happening now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'-ing'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happening now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'-ing'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going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acting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asking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caring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eating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'-ing' — 3-Day Teaching Deck</dc:title>
  <dc:subject>PptxGenJS Presentation</dc:subject>
  <dc:creator>Word Labs</dc:creator>
  <cp:lastModifiedBy>Word Labs</cp:lastModifiedBy>
  <cp:revision>1</cp:revision>
  <dcterms:created xsi:type="dcterms:W3CDTF">2026-07-07T10:22:44Z</dcterms:created>
  <dcterms:modified xsi:type="dcterms:W3CDTF">2026-07-07T10:22:44Z</dcterms:modified>
</cp:coreProperties>
</file>