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"action in progress, ongoing"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-ing/-ung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'-ing' — action in progress, ongoing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'-ing' means 'action in progress, ongoing'.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'-ing'.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'-ing'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'-ing'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'-ing' means 'action in progress, ongoing'.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'running', the root is the part before the suffix '-ing'.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'thinking'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'-ing' can be added to a verb to show that an action is happening right now.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'-ing' can only be added to nouns, never to verbs.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'-ing' comes from Old English.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a word ends in a silent 'e', you usually drop the 'e' before adding '-ing' (e.g. make → making).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'-ing' to a word always changes its meaning to the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'-ing'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in progress, ongoing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-ing/-ung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'-ing'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liquid or something else spills over the edge because there is too much of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quickly on your feet, faster than walking.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music with your voice by producing notes and words.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to new or unknown places to discover what is there.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or learning about something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materials together to make something, like a house or a model.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mind to work something out or have ideas.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'-ing'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'-ing'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laughing and singing as they walked to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the afternoon exploring the rock pools at the beach.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rethinking his plan after hearing everyone's ideas.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insects while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garden.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uncover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uncover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uncover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excitement,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plan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project from scratch.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 like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 like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steadily like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/ngk/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put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'-ing' — 3-Day Teaching Deck</dc:title>
  <dc:subject>PptxGenJS Presentation</dc:subject>
  <dc:creator>Word Labs</dc:creator>
  <cp:lastModifiedBy>Word Labs</cp:lastModifiedBy>
  <cp:revision>1</cp:revision>
  <dcterms:created xsi:type="dcterms:W3CDTF">2026-04-10T01:07:47Z</dcterms:created>
  <dcterms:modified xsi:type="dcterms:W3CDTF">2026-04-10T01:07:47Z</dcterms:modified>
</cp:coreProperties>
</file>