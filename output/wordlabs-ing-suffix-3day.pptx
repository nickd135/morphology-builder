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"action in progress, ongoing"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-ing/-ung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'-ing' — action in progress, ongoing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'-ing' means 'action in progress, ongoing'.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'-ing'.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'-ing'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'-ing'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'-ing' means 'action in progress, ongoing'.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'running', the root is the part before the suffix '-ing'.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'thinking'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Adding '-ing' to a verb shows that an action is happening or continuing.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suffix '-ing' changes a verb into a noun that names a person.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When a short vowel word ends in one consonant, you usually double it before adding '-ing' (e.g. run → running).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Words ending in a silent 'e' usually drop the 'e' before adding '-ing' (e.g. write → writing).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suffix '-ing' comes from a Latin root word.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'-ing'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action in progress, ongoing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-ing/-ung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'-ing'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55701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3904488" y="4178808"/>
            <a:ext cx="950976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3904488" y="41788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4928616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340096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340096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Putting materials together to make something, like a house.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Moving your legs fast to get somewhere quickly.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Looking at words and understanding what they mean.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a task or job that takes effort.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Pushing off the ground and going up into the air.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Taking part in a game or activity for fun.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your brain to work something out or have ideas.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'-ing'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'-ing'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children were laughing and singing in the school hall.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is working hard on her maths problem.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dog kept jumping up at the fence all morning.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students were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overworking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themselves instead of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resting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task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task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overworking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do a task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ver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238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238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8315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8315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v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4470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470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2547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2547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or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8701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8701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6779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779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 or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 or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relax or stop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rest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rereading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the instructions,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underlining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key words, and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rethinking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answer.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rereading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look at and understand words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ea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3" name="Text 4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underlining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straight mark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19672" y="275234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'e' dropped before vowel suffix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der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lin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er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rethinking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your mind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action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nk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'ing'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'-ing' = action in progress, ongoing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'-ing'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out-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under-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running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thinking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reading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working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jumping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building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writing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'-ing' — 3-Day Teaching Deck</dc:title>
  <dc:subject>PptxGenJS Presentation</dc:subject>
  <dc:creator>Word Labs</dc:creator>
  <cp:lastModifiedBy>Word Labs</cp:lastModifiedBy>
  <cp:revision>1</cp:revision>
  <dcterms:created xsi:type="dcterms:W3CDTF">2026-03-26T07:42:17Z</dcterms:created>
  <dcterms:modified xsi:type="dcterms:W3CDTF">2026-03-26T07:42:17Z</dcterms:modified>
</cp:coreProperties>
</file>