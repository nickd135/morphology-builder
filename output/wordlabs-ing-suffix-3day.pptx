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'asking' really means 'in the process of putting a question to someone'.
'ending' really means 'the last part of a story or event'.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Before introducing myself to the new class, I kept overthinking what to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While reorganising the shed, Dad found an old fish tank with an overpowering smell. 'I'm not overreacting,' he said, holding his nose.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'-ing'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"happening now"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'-ing' — happening now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'-ing' means 'happening now'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'-ing'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'-ing'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'-ing'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'-ing' means 'happening now'. In 'going', it is added to 'go'.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'going', the base is 'go' (to move from one place to another).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'overthinking', 'over-' means 'too much'.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'-ing' means 'happening now'.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'caring' means 'kind and concerned about the wellbeing of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'asking' means 'in the process of moving or travelling somewhere'.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'eating' means 'the action of chewing and swallowing food'.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'ending' means 'employing or operating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'-ing' means 'happening now'.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'caring' means 'kind and concerned about the wellbeing of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'asking' means 'in the process of moving or travelling somewhere'.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'eating' means 'the action of chewing and swallowing food'.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'ending' means 'employing or operating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'-ing'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happening now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'-ing'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88620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8620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in the process of putting a question to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 the process of moving or travelling somewhere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employing or operating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doing something, or performing a role in a play or film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action of chewing and swallowing food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the last part of a story or event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kind and concerned about the wellbeing of others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in the process of moving or travelling somewhere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employing or operating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doing something, or performing a role in a play or film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in the process of putting a question to someone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kind and concerned about the wellbeing of others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the action of chewing and swallowing food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the last part of a story or event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'-ing'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'-ing'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going to the shop after lunch.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using a calculator to check her sums.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taking acting lessons so she can perform in the school play.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myself to the new class, I kept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overthinking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to say.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overthinking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in; present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in; present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in; present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overthinking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overthinking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your mind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overthinking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your mind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overthinking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your mind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reorganising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shed, Dad found an old fish tank with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overpowering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smell. 'I'm not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overreacting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,' he said, holding his nose.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overpowering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overpowering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overpowering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causing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overpowering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causing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overpowering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causing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'-ing'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'-ing' = happening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rethinking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reusing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thinking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overthinking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'-ing'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