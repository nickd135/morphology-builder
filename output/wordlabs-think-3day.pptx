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'think'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use your mind"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'think' — to use your mind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'think' means 'to use your mind'.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'think'.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'think'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'think'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'think' means 'to use your mind'.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'think'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'think'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'thinks' means 'uses their mind to consider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'think' means 'to use your mind'.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'thinks' means 'runs quickly across a field'.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'think' means 'to use your mind to consider something'.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'think' means 'to run very fast across a field'.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'think'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use your mind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'think'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08760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508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63347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2980944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2980944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398264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745736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4745736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769864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181344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81344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 to consider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about something again, often to change a decision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their mind to consider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thinks deeply about ideas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who thinks deeply about ideas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'think'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'think'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moment to think before you answer the question.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thinks carefully before making any big decisions.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had to rethink its plans after residents complained.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sat quietly,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thinking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how to solve the maths problem. The team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rethinking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 strategy after losing the match.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not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overthink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test question — your first answer is usually right. Losing the final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unthinkable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such a strong season. 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overthinking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little detail of the presentation.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your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'think'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