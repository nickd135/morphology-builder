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'think'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use the mind"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thincan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'think' — to use the mind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'think' means 'to use the mind'.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'think'.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'think'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'think'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'think' means 'to use the mind'.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'think'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'think'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'rethink' means to think about something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'think' comes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'thinker' describes a person who thinks carefully.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prefix 'un' to 'thinkable' makes it mean the opposite.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'overthink' means you are not thinking enough.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'think'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use the mind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thincan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freethinking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outthink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'think'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your mind to form ideas or solve problems.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about something again, often to change your mind.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your own opinions rather than following what others believe.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shocking or terrible that it is hard to even imagine.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about something too much, often worrying unnecessarily.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freethinking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cleverer than someone else by thinking better than them.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outthink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thinks carefully and deeply about things.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'think'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'think'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scientist was known as a brilliant thinker who loved solving tricky problems.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making a mistake, Mia decided to rethink her plan before trying again.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unthinkable that anyone would leave an animal out in a storm without shelter.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thinker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always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rethink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plan if something goes wrong.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an independent,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freethinking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who loves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overthink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problem she encounters!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freethinking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restriction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restriction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restriction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the 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'think' = to use the mind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'think'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unthinkable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overthink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freethinking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outthink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'think' — 3-Day Teaching Deck</dc:title>
  <dc:subject>PptxGenJS Presentation</dc:subject>
  <dc:creator>Word Labs</dc:creator>
  <cp:lastModifiedBy>Word Labs</cp:lastModifiedBy>
  <cp:revision>1</cp:revision>
  <dcterms:created xsi:type="dcterms:W3CDTF">2026-04-03T03:22:10Z</dcterms:created>
  <dcterms:modified xsi:type="dcterms:W3CDTF">2026-04-03T03:22:10Z</dcterms:modified>
</cp:coreProperties>
</file>