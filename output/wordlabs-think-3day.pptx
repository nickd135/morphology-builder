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5 word families with 'think' suit Years 3–7, so there is no Day 3 dictation. Day 3 is the word matrix lesson only. Day 2 has 1 dictation word instead of 2. Day 1 shows 4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'thinker' really means 'a person who thinks deeply about ideas'.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When it started to rain, we had to rethink our plans for a picnic at the beach.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'think'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use your mind"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5 word families with 'think' suit Years 3–7, so there is no Day 3 dictation. Day 3 is the word matrix lesson only. Day 2 has 1 dictation word instead of 2. Day 1 shows 4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'think' — to use your mind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'think'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'think' = to use your mind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'think' means 'to use your mind'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'think'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'think'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'think'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'think'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'think' = to use your mind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'think' means 'to use your mind'. You can find it in 'thinker'.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'overthink', 'over-' means 'too much'.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'thinker', '-er' means 'person who'.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'think'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'think' = to use your mind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'think' means 'to use your mind'.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'overthink' means 'to think about something too much or for too long'.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'thinker' means 'too unlikely or shocking to imagine'.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'unthinkable' means 'too unlikely or shocking to imagine'.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'think'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'think' = to use your mind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'think' means 'to use your mind'.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'overthink' means 'to think about something too much or for too long'.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'thinker' means 'too unlikely or shocking to imagine'.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'unthinkable' means 'too unlikely or shocking to imagine'.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'think'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'think'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'think' = to use your mind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'think'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use your mind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overthink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unthinkable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'think'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'think'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'think' = to use your mind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2971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463040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463040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231136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2523744" y="2971800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523744" y="297180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566160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858768" y="2971800"/>
            <a:ext cx="100584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858768" y="297180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946904" y="29718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5358384" y="2971800"/>
            <a:ext cx="2167128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58384" y="2971800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unthinkable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'think'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'think'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'think' = to use your mind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person who thinks deeply about ideas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too unlikely or shocking to imagine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overthink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use your mind to consider something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unthinkable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think about something too much or for too long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'think'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'think'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'think' = to use your mind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use your mind to consider something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person who thinks deeply about ideas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overthink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think about something too much or for too long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unthinkable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too unlikely or shocking to imagine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'think'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'think'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'think' = to use your mind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'think'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moment to think before you answer the question.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philosopher was known as a great thinker of her time.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not to overthink the test question — your first answer is usually right.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'think'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'think' = to use your mind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'think'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'think' = to use your mind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started to rain, we had to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rethink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our plans for a picnic at the beach.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rethink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'think'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'think' = to use your mind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rethink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'think'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'think' = to use your mind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rethink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use your mind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'think'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'think' = to use your mind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rethink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use your mind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'think'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'think' = to use your mind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rethink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use your mind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'think'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'think' = to use your mind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'think'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'think' = to use your mind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rethink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'think' — Teaching Deck</dc:title>
  <dc:subject>PptxGenJS Presentation</dc:subject>
  <dc:creator>Word Labs</dc:creator>
  <cp:lastModifiedBy>Word Labs</cp:lastModifiedBy>
  <cp:revision>1</cp:revision>
  <dcterms:created xsi:type="dcterms:W3CDTF">2026-10-22T10:14:34Z</dcterms:created>
  <dcterms:modified xsi:type="dcterms:W3CDTF">2026-10-22T10:14:34Z</dcterms:modified>
</cp:coreProperties>
</file>