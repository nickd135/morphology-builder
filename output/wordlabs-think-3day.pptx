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'think'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use the mind"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thincan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'think' — to use the mind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'think' means 'to use the mind'.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'think'.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'think'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'think'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'think' means 'to use the mind'.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'think'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'think'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'Unthinkable' means something that is easy and pleasant to imagine.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'-er' to 'think' makes 'thinker', meaning a person who thinks.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'rethink' contains the root 'think' and the prefix 're-', meaning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'think' comes from the Latin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'Overthink' means to think about something far too much.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'think'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use the mind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thincan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outthink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forethink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'think'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mind to work something out or have ideas.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 something again, often to change your mind.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cleverer than someone else by thinking better than them.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shocking or terrible that it is hard to even imagine.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 something too much, often worrying unnecessarily.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outthink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 or plan something carefully before it happens.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forethink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thinks carefully and deeply about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'think'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'think'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thinker sat quietly under the tree, working through a tricky maths problem in her head.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Nguyen asked us to rethink our answers after reading the passage a second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unthinkable that anyone would leave an animal out in such dangerous heat.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began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plan,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became much clearer after a good night's sleep.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unthinkable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happened when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thinker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realised he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overthought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single part of his speech!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overthought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overthought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overthought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think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overthought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think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overthought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think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ough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/aw/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outthink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forethink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'think' — 3-Day Teaching Deck</dc:title>
  <dc:subject>PptxGenJS Presentation</dc:subject>
  <dc:creator>Word Labs</dc:creator>
  <cp:lastModifiedBy>Word Labs</cp:lastModifiedBy>
  <cp:revision>1</cp:revision>
  <dcterms:created xsi:type="dcterms:W3CDTF">2026-04-10T00:41:13Z</dcterms:created>
  <dcterms:modified xsi:type="dcterms:W3CDTF">2026-04-10T00:41:13Z</dcterms:modified>
</cp:coreProperties>
</file>