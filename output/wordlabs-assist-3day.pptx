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'assist'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help or support someone"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assistere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'assist' — to help or support someone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'assist' means 'to help or support someone'.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'assist'.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'assist'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'assist'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'assist' means 'to help or support someone'.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'assist'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'assist'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'unassisted' means doing something without any help.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'assist' comes from the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'-ance' in 'assistance' turns the verb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'assistant' contains the root 'assist'.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'assist' means to block or prevent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'assist'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help or support someone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assistere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'assist'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helping someone with a task.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 or supported by someone or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help people, especially those with disabilities.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helps someone else with their work.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without any help from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someone do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or support given to someone who needs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'assist'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'assist'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teaching assistant helped the students with their maths problems during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provided assistance to the patient who needed help walking down the corridor.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completed the science experiment unassisted, which made his teacher very proud.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offered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new student on the first day of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a volunteer,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tools helped every student in the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to help or support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unassisted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co-assistant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'assist' — 3-Day Teaching Deck</dc:title>
  <dc:subject>PptxGenJS Presentation</dc:subject>
  <dc:creator>Word Labs</dc:creator>
  <cp:lastModifiedBy>Word Labs</cp:lastModifiedBy>
  <cp:revision>1</cp:revision>
  <dcterms:created xsi:type="dcterms:W3CDTF">2026-04-09T21:52:42Z</dcterms:created>
  <dcterms:modified xsi:type="dcterms:W3CDTF">2026-04-09T21:52:42Z</dcterms:modified>
</cp:coreProperties>
</file>