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'assist'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'assist' really means 'help'.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little brother rode his bike unassisted for the very first time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'assist'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'assist'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'assist' — help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'assist' means 'help'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'assist'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'assist'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'assist'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'assist' means 'help'. You can find it in 'assistant'.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'unassisted',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'assistant', '-ant' means 'doing; having the quality of; one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'assist' means 'help'.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'assistance' means 'help given to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'assistant' means 'a person whose job is to help someone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'assist'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'assist' means 'help'.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'assistance' means 'help given to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'assistant' means 'a person whose job is to help someone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'assist'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'assist'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'assist'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4261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3522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3522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297680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help given to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help someone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whose job is to help someone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help someone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whose job is to help someone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help given to someone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'assist'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'assist'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assist me with carrying these boxes?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teacher's assistant helped the younger children with their reading.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firefighters offered assistance to the family after the fire.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little brother rode his bike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unassisted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very first time today.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unassisted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unassisted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unassisted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unassisted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unassisted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'assist'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'assist' = help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unassisted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'assist'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