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'assist'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'assist' — help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'assist' means 'help'.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'assist'.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'assist'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'assist'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'assist' means 'help'.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'assist'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'assist'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'assists' means 'blocks someone from doing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'assists' means 'helps someone with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'assist' means 'help'.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'assist' means 'to stop someone from doing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'assist' means 'to help someone do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'assist'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'assist'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07238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41985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41985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59028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00176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0176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someone with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help someone do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'assist'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'assist'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assist me with carrying these boxes?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volunteer assists elderly residents with their shopping.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assisted the doctor during the operation.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doctor during the operation. The teacher's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younger children with their reading.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grandmother in the garden this afternoon. The firefighters offered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family after the fire. The two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 up the classroom before school started.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tants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'assist' = help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'assist'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'assist'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