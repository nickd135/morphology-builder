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'assist'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help or support someone"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assistere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'assist' — to help or support someone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'assist' means 'to help or support someone'.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'assist'.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'assist'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'assist'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'assist' means 'to help or support someone'.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'assist'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'assist'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'assist' comes from a Latin word meaning to help or stand by.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'assistant' means someone who works completely alone.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suffix '-ance' to 'assist' makes the noun 'assistance', meaning the act of helping.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'un-' in 'unassisted' means without or not, so 'unassisted' means done without help.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'assisting' is a noun that names a type of helper.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'assist'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help or support someone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assistere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unassisted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'assist'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helping someone with a task.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Helped by someone or something else.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something designed to help people, especially with a disability.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help someone else with their work.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on your own, without any help from others.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someone do something they need done.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unassisted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help or support that someone gives to another person.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'assist'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'assist'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classroom assistant helped the students with their maths problems during the lesson.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asked her older brother for assistance when she could not open the jar.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rescue team worked quickly, assisting the injured hiker down the mountain.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assistant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offered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assistance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every student who was struggling with the science experiment.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assistive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technology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unassisted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any teacher, yet it kept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assisting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students throughout the whole school 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unassisted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unassisted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unassisted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unassisted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unassisted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unassisted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co-assistant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'assist' — 3-Day Teaching Deck</dc:title>
  <dc:subject>PptxGenJS Presentation</dc:subject>
  <dc:creator>Word Labs</dc:creator>
  <cp:lastModifiedBy>Word Labs</cp:lastModifiedBy>
  <cp:revision>1</cp:revision>
  <dcterms:created xsi:type="dcterms:W3CDTF">2026-03-25T03:04:33Z</dcterms:created>
  <dcterms:modified xsi:type="dcterms:W3CDTF">2026-03-25T03:04:33Z</dcterms:modified>
</cp:coreProperties>
</file>