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full, occupy"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'fill' — to make full, occupy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'fill' means 'to make full, occupy'.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'fill' means 'to make full, occupy'.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'fill' comes from a Greek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're' to 'fill' creates a word meaning to fill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'-ment' in 'fulfilment' means to do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'refill' contains the root 'fill' meaning to make full.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'overfill' means to put too much into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full, occupy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something up again after it has been emptied.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into something so it overflows.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made completely full.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used to fill a gap or empty space.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used to fill in a hole or gap in the ground or a building.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happiness and satisfaction when you have done something meaningful.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used to fill a space, like the cream inside a biscuit or a dentist putting material in a tooth.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refill the water jug before the next class begins.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dentist told me I had a filling in one of my back teeth.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used soil to backfill the trench after laying the pipes.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bottles, and make sure you don't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overfill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pie was delicious, and the baker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infill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pastry to cover the gaps; she was careful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underfill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underfill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thing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thing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thing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infill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backfill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'fill' — 3-Day Teaching Deck</dc:title>
  <dc:subject>PptxGenJS Presentation</dc:subject>
  <dc:creator>Word Labs</dc:creator>
  <cp:lastModifiedBy>Word Labs</cp:lastModifiedBy>
  <cp:revision>1</cp:revision>
  <dcterms:created xsi:type="dcterms:W3CDTF">2026-04-10T00:44:59Z</dcterms:created>
  <dcterms:modified xsi:type="dcterms:W3CDTF">2026-04-10T00:44:59Z</dcterms:modified>
</cp:coreProperties>
</file>