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'fill'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 full"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'fill' — to make full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'fill' means 'to make full'.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'fill'.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'fill'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'fill'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'fill' means 'to make full'.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'fill'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'fill'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'fills' means 'makes something full (used with he, she, or it)'.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'fill' means 'to make something full'.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'fills' means 'empties something out'.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'fill' means 'to make something empty'.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'fill' means 'to make full'.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'fill'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 full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'fill'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980944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980944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9943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59943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49554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90702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0702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full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used to fill a gap or space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full of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something again once it is empty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something full, or the substance inside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used to fill gaps or spaces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something full (used with he, she, or it)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'fill'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'fill'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fill the jug with water.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tap fills the bath in five minutes.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jar was filled with sweets.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refilled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printer with fresh paper. The waiter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refilling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glasses with water.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careful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overfill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glass or the juice will spill over the top.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overfilled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bath overflowed onto the bathroom floor.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Overfilling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balloon with water made it burst.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'fill'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