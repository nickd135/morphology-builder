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 full, occupy"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filare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'fill' — to make full, occupy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'fill' means 'to make full, occupy'.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'fill' means 'to make full, occupy'.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'refill' contains the prefix 're-' meaning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'filled' means something that is completely empty.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'-ing' to 'fill' makes the word 'filling'.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'overfill' means to fill something with too much.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'fill' comes from an ancient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 full, occupy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filare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fulfilment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something up again after it has been emptied.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has been made full.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 used to fill something, like the inside of a sandwich or a tooth.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used to fill a gap or empty space.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a space or container that has not been filled yet.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fulfilment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happiness and satisfaction when something is completed.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too much into something so it overflows.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refill your water bottle before we go outside for sport.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baker was filling the doughnuts with jam and cream.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do not overfill the cup or it will spill everywhere.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refilling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bird bath, making sure she did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overfill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unfilled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holes in the wall needed a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filler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we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refilling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gap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full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'fill' = to make full, occupy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overfill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filler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fulfilment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unfilled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'fill' — 3-Day Teaching Deck</dc:title>
  <dc:subject>PptxGenJS Presentation</dc:subject>
  <dc:creator>Word Labs</dc:creator>
  <cp:lastModifiedBy>Word Labs</cp:lastModifiedBy>
  <cp:revision>1</cp:revision>
  <dcterms:created xsi:type="dcterms:W3CDTF">2026-04-03T03:25:41Z</dcterms:created>
  <dcterms:modified xsi:type="dcterms:W3CDTF">2026-04-03T03:25:41Z</dcterms:modified>
</cp:coreProperties>
</file>