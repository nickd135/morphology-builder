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"step, degree, rank"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'grad' — step, degree, rank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'grad' means 'step, degree, rank'.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'grad' means 'step, degree, rank'.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gradient describes how steep a slope is.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'de' in 'degrade' means to go down or away from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'graduate' has nothing to do with levels or steps.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'grad' comes from a Latin word meaning step or degree.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'gradual' means something that happens very suddenly.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step, degree, rank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degrade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slow and steady way, changing a little bit at a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a course of study and receive a certificate or degree.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something down into smaller parts, or to make something worse.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something or move it to a higher level.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degrade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level or rank, like a mark you get on a test or a year level at school.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steep a slope is — how quickly something goes up or down.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slowly, one small step at a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temperature rose gradually throughout the morning, warming up one small step at a 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will upgrade our science project by adding more detailed diagrams and labels.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steep gradient of the hill made it hard for the cyclists to pedal to the top.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so steep that we could only climb 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gradually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taking one careful step at a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graduation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ceremony, the principal explained how each student's hard work helped them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upgrade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skills and earn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diploma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higher level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higher level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higher level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certificate of achievement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certificate of achievement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diploma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certificate of achievement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rank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degrade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'grad' — 3-Day Teaching Deck</dc:title>
  <dc:subject>PptxGenJS Presentation</dc:subject>
  <dc:creator>Word Labs</dc:creator>
  <cp:lastModifiedBy>Word Labs</cp:lastModifiedBy>
  <cp:revision>1</cp:revision>
  <dcterms:created xsi:type="dcterms:W3CDTF">2026-04-10T00:39:47Z</dcterms:created>
  <dcterms:modified xsi:type="dcterms:W3CDTF">2026-04-10T00:39:47Z</dcterms:modified>
</cp:coreProperties>
</file>