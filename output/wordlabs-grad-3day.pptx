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'grad'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"step; go"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'grad' — step; go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'grad' means 'step; go'.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'grad'.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'grad'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'grad'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'grad' means 'step; go'.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'grad'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'grad'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'graded' means 'cooked slowly in a hot oven'.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'grades' means 'small hills or slopes on a road'.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'grad' means 'step; go'.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'grades' means 'marks or scores given to show how well someone has done'.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'graded' means 'sorted or ranked into different levels according to quality or difficulty'.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'grad'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step; go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'grad'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636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636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6360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6360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977640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325112" y="46360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325112" y="4636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9240" y="4636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760720" y="4636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4636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or scores given to show how well someone has 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or things sorted into groups by level or quality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or marking things by quality, size or level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or ranked into different levels according to quality or difficulty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'grad'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'grad'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eggs were graded by size before being sold.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teacher gave out our grades after marking the spelling test.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graders separated the apples by size and colour.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photograph had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many years. Plastic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degrades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very slowly in the environment.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hill made cycling up it very tiring. The workers complained about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degrading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conditions in the factory. Pollution can cause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environment.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degradation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graders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'grad' — 3-Day Teaching Deck</dc:title>
  <dc:subject>PptxGenJS Presentation</dc:subject>
  <dc:creator>Word Labs</dc:creator>
  <cp:lastModifiedBy>Word Labs</cp:lastModifiedBy>
  <cp:revision>1</cp:revision>
  <dcterms:created xsi:type="dcterms:W3CDTF">2026-07-07T10:22:39Z</dcterms:created>
  <dcterms:modified xsi:type="dcterms:W3CDTF">2026-07-07T10:22:39Z</dcterms:modified>
</cp:coreProperties>
</file>