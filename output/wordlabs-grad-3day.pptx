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"step, degree, go"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gradus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'grad' — step, degree, go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'grad' means 'step, degree, go'.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'grad' means 'step, degree, go'.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'grad' comes from Latin and means step or degree.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'gradual' means something that happens very quickly all at once.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An upgrade moves something to a higher or better level.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 gradient describes the steepness of a slope.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'retro' in retrograde means forward or ahead.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step, degree, go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gradus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gradation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retrograde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77640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25112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25112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924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6072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6072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backwards or returning to an earlier, worse stage.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a course of study and move up to the next level.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something to a better or higher level.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series of small steps or changes from one thing to another.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break something down into smaller parts, or to treat someone poorly.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gradation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steepness of a slope, like how steep a hill is.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retrograde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slowly, one small step at a time.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gradient of the hill was so steep that the cyclists had to get off and walk their bikes.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gradual improvement in her spelling showed just how hard she had been practising each week.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cheered when the students were finally able to graduate from primary school at the end of the year.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gradient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ramp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even the youngest children could walk up it safely.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forming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years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hard work, she was proud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graduate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distinction, which was a real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upgrade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her early results.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an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an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vowel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37083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 base to suffix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perform an action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ate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higher, better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higher, better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higher, better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step, degree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noun-forming suffix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'grad' = step, degree, go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-ual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-ent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-ation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graduate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degrade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upgrade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gradation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retrograde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congregate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'grad' — 3-Day Teaching Deck</dc:title>
  <dc:subject>PptxGenJS Presentation</dc:subject>
  <dc:creator>Word Labs</dc:creator>
  <cp:lastModifiedBy>Word Labs</cp:lastModifiedBy>
  <cp:revision>1</cp:revision>
  <dcterms:created xsi:type="dcterms:W3CDTF">2026-04-03T03:23:45Z</dcterms:created>
  <dcterms:modified xsi:type="dcterms:W3CDTF">2026-04-03T03:23:45Z</dcterms:modified>
</cp:coreProperties>
</file>