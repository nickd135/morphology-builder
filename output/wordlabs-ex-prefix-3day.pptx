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'expedition' really means 'a journey made by a group of people for a particular purpose, such as exploring'.
'extension' really means 'an added part that makes something longer or bigger'.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Beekeepers extract honey from the hives each summer, and some farms export it overseas.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On our excursion to the aquarium, I heard Mia exclaim, 'Look at that shark!' The tickets were expensive but worth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'ex-'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of; former"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'ex-' — out of; former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'ex-' means 'out of; former'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'ex-'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'ex-'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'ex-' means 'out of; former'. You can see it at the start of 'extension'.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'expenses', the base is 'pens' (weigh; pay out).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'expansion', '-sion' means 'the act or 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'ex-' means 'out of; former'.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'expansion' means 'the act of getting bigger or spreading out'.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'expedition' means 'a change that happens because of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'expenses' means 'amounts of money spent on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'extension' means 'not including; other than'.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'ex-' means 'out of; former'.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'expansion' means 'the act of getting bigger or spreading out'.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'expedition' means 'a change that happens because of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'expenses' means 'amounts of money spent on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'extension' means 'not including; other than'.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'ex-'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of; former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journey made by a group of people for a particular purpose, such as exploring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change that happens because of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including; other than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more than what is needed or normal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amounts of money spent on something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act of getting bigger or spreading out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an added part that makes something longer or bigger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change that happens because of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including; other than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than what is needed or normal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amounts of money spent on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getting bigger or spreading out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an added part that makes something longer or bigger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journey made by a group of people for a particular purpose, such as exploring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of the school added four new classrooms and a bigger library.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built a new extension on the back of their house.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scientists went on an expedition to study glaciers.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Beekeepers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honey from the hives each summer, and some farms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overseas.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excursion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aquarium, I heard Mia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exclaim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'Look at that shark!' The tickets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worth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'ex-' = out of; former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excursion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'ex-'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