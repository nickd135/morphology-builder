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"out of; former"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'ex-' — out of; former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'ex-' means 'out of; former'.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'ex-'.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'ex-'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'ex-' means 'out of; former'.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'exact', the root is the part after the prefix 'ex-'.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'exact' means 'completely accurate and precise'.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'export' means 'to send goods to another country to be sold'.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'export' means 'to bring goods into a country from abroad'.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'ex' means 'out of; former'.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'exact' means 'roughly guessed, not precise at all'.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'ex-'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 of; former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ped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0448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90448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80060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21208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208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sent to another country to be sold, or the act of sending them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accurate and precise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country that sends goods abroad to be sold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precise or accurate 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goods to another country to be sold (in the past)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out, often carefully or with effort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goods to another country to be sold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need the exact time the train leaves.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export their wheat to countries around the world.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arrived exactly on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Travelling gave her many wonderful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experiences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students carried out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science lesson.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town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experiencing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heaviest rainfall in years. The scientists tried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treatment for the illness. The new medicine was developed through years of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experiencing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around; near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'ex-' = out of; former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ped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'ex-'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