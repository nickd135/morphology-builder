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"out, out of, beyond"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'ex-' — out, out of, beyond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'ex-' means 'out, out of, beyond'.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'ex-'.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'ex-'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'ex-' means 'out, out of, beyond'.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'exit', the root is the part after the prefix 'ex-'.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'ex-' means 'out' or 'out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'ex-' means 'again' or 'back'.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'export' uses the prefix 'ex-' meaning to send something out.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'ex-'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'ex-' means 'inside' or 'within'.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'ex-'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out, out of, beyond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share your thoughts and feelings.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out of a building or room.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out further or make something longer.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bigger or spread out.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suddenly call out or shout something with strong feeling.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goods out of one country to another.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around a new place to find out what is there.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set out to discover new lands beyond the mountains.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exit the building quietly when the bell rings.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bright colours to express her feelings in the painting.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ideas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clearly in writing.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press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press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press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journey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findings to the world.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out, shout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out, shout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out, shout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'ex-' — 3-Day Teaching Deck</dc:title>
  <dc:subject>PptxGenJS Presentation</dc:subject>
  <dc:creator>Word Labs</dc:creator>
  <cp:lastModifiedBy>Word Labs</cp:lastModifiedBy>
  <cp:revision>1</cp:revision>
  <dcterms:created xsi:type="dcterms:W3CDTF">2026-03-26T07:34:01Z</dcterms:created>
  <dcterms:modified xsi:type="dcterms:W3CDTF">2026-03-26T07:34:01Z</dcterms:modified>
</cp:coreProperties>
</file>