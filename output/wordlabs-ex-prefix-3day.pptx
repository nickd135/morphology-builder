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"out, out of, away"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'ex-' — out, out of, away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'ex-' means 'out, out of, away'.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'ex-'.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'ex-'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'ex-' means 'out, out of, away'.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'explore', the root is the part after the prefix 'ex-'.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'example' uses 'ex-' to mean 'inside'.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'ex-' to a word always makes it mean the opposite.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'ex-' can mean 'out of' or 'away from'.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'exit' uses the prefix 'ex-' meaning 'out'.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'ex-'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out, out of, away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suddenly and loudly, often with strong feeling.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around and discover new places or ideas.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your feelings or ideas through words, art, or actions.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out of a building or room.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make something longer or bigger.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out of a country to sell somewhere else.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clear so others can understand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decided to explore the deep cave to find new fossils.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explain how the water cycle works to the rest of the class?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exit the building quickly when the fire alarm went off.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feelings clearly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answer with more detail.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excitement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findings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confusion.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out, shout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out, shout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out, shout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out, out of,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'ex-' — 3-Day Teaching Deck</dc:title>
  <dc:subject>PptxGenJS Presentation</dc:subject>
  <dc:creator>Word Labs</dc:creator>
  <cp:lastModifiedBy>Word Labs</cp:lastModifiedBy>
  <cp:revision>1</cp:revision>
  <dcterms:created xsi:type="dcterms:W3CDTF">2026-04-10T00:57:25Z</dcterms:created>
  <dcterms:modified xsi:type="dcterms:W3CDTF">2026-04-10T00:57:25Z</dcterms:modified>
</cp:coreProperties>
</file>