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'flow'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"move smoothly, stream"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'flow' — move smoothly, stream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'flow' means 'move smoothly, stream'.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'flow'.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'flow'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'flow'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'flow' means 'move smoothly, stream'.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'flow'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'flow'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flowchart uses the idea of things moving step by step in order.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'overflow' contains the root 'flow'.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'flow' comes from a Greek word meaning fire.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'over' in 'overflow' means too much or above.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'outflow' means water coming into a place.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'flow'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 smoothly, stream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outflow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inflow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flowchart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'flow'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-chart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along smoothly and continuously, like water in a river.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movement of something, like water or money, coming into a place.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outflow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water or liquid that moves out of a place.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inflow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diagram that uses boxes and arrows to show the steps in a process.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flowchart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full that liquid is spilling over the edges.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smoothly and steadily, as water did in the past.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too much liquid spills over the top of a container because it is too full.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'flow'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'flow'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river was overflowing after three days of heavy rain, and the water spread across the fields.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drew a flowchart on the board to show us the steps for solving a maths problem.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measured the inflow of water into the dam each morning to make sure it was safe.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outflow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dam was carefully measured,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soon flooded the nearby paddock.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inflowing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rapidly into the tank;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stream created a beautiful,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overflowing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waterfall.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inflowing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smoothly, stream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'flow' = move smoothly, stream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'flow'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-chart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outflow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inflow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flowchart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overflowing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reflow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'flow' — 3-Day Teaching Deck</dc:title>
  <dc:subject>PptxGenJS Presentation</dc:subject>
  <dc:creator>Word Labs</dc:creator>
  <cp:lastModifiedBy>Word Labs</cp:lastModifiedBy>
  <cp:revision>1</cp:revision>
  <dcterms:created xsi:type="dcterms:W3CDTF">2026-07-03T09:23:50Z</dcterms:created>
  <dcterms:modified xsi:type="dcterms:W3CDTF">2026-07-03T09:23:50Z</dcterms:modified>
</cp:coreProperties>
</file>