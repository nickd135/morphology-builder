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'flow' has very few longer words built from it, so this deck practises adding the suffixes -s and -ing to the base (Years 3–4). Only 4 words with 'flow'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-ed really means 'it has already happened'.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Turn off the tap before the bath begins to overflow.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'flow'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move steadily, like water"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'flow' has very few longer words built from it, so this deck practises adding the suffixes -s and -ing to the base (Years 3–4). Only 4 words with 'flow'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'flow' — to move steadily, like water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-s and -ing to the base 'flow'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-s means more than one, or someone does it now).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find the base 'flow' inside each longer word.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'flow'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'flow' means 'to move steadily, like water'. You can find it in 'flows'.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'overflow', 'over-' means 'over the top; above'.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'flows', '-s' means 'plural or present tense'.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'flows',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'flowing',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'flows', the suffix '-s' tells us more than one, or someone does it 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'flowing',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'-ed' tells us it is happening now.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'flow'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move steadily, like water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'flow'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moving smoothly and continuously, like water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move steadily and continuously like a liquid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moves steadily and continuously, like a liquid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move steadily and continuously like a liquid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moves steadily and continuously, like a liquid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moving smoothly and continuously, like water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'flow'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'flow'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river began to flow faster after the rain.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 flows gently through the valley.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kept flowing from the broken tap.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off the tap before the bath begins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overflow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top; above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top; above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top; above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move steadily, like water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ow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'flow'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'flow' = to move steadily, like water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overflow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'flow'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