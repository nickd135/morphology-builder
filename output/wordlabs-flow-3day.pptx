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steadily, like water"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'flow' — to move steadily, like water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'flow' means 'to move steadily, like water'.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'flow' means 'to move steadily, like water'.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'flows' means 'moves steadily and continuously, like a liquid'.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'flows' means 'jumps up and down'.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'flow' means 'to jump suddenly into the air'.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'flow' means 'to move steadily, like water'.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'flow' means 'to move steadily and continuously like a liquid'.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steadily, like water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92608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273552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73552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4456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89204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89204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788152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199632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99632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 and continuously like a liquid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steadily and continuously, like a liquid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colourful part of a plant that produces seeds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river began to flow faster after the rain.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stream flows gently through the valley.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flower in the garden smelled sweet.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picked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flowers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garden for Mum. The river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after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plant filled the balcony with colour. The heavy rain made the river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flood the fields.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contraflow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motorway added twenty minutes to our journey.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contraflow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steadily, like 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to move steadily, like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'flow'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