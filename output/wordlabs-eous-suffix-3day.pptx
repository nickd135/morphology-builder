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'-eous'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"having the quality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-eus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'-eous' — having the quality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'-eous' means 'having the quality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'-eous'.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'-eous'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'-eous'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'-eous' means 'having the quality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'gorgeous', the root is the part before the suffix '-eous'.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'courageous'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'-eous' to a base word makes it a noun.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'gorgeous' ends with the suffix '-eous'.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'Courageous' and 'outrageous' both end with the suffix '-eous'.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'-eous' means 'without' or 'lacking'.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'-eous' comes from Latin.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'-eous'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 the quality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-eus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simultaneous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piteous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'-eous'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'-eous'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-eous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at exactly the same time as something else.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beautiful or wonderful to look at.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you feel sad or sorry; deserving of pity.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simultaneous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shocking or unfair that it is hard to believe.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what is morally right and fair.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polite and respectful towards other people.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piteous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brave; willing to do something even when it is scary.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'-eous'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'-eous'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courageous firefighter ran into the burning building to rescue the trapped dog.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outrageous that someone had eaten all the birthday cake before the party even started.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reminded us to be courteous and listen carefully when others are speaking.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gorgeous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butterfly landed on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courteous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boy who stood very still in the garden.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throat; here used in sense of richness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spelling: -eous after soft consonant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throat; here used in sense of richness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spelling: -eous after soft consonant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geous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throat; here used in sense of richness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spelling: -eous after soft consonant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geous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court; civilised behaviour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court; civilised behaviour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court; civilised behaviour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/er/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righteous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knight made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courageous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choice, and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simultaneous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acts of bravery amazed the whole kingdom.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simultaneous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morally correct or just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'e' links base to '-ous'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morally correct or just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'e' links base to '-ous'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morally correct or just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'e' links base to '-ous'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heart; bravery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Latin 'cor' meaning heart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spelling: -eous after soft 'g'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heart; bravery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Latin 'cor' meaning heart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spelling: -eous after soft 'g'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geous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heart; bravery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Latin 'cor' meaning heart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spelling: -eous after soft 'g'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geous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/er/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same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aneous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form of -eous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same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aneous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form of -eous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same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aneous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form of -eous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'-eous'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'-eous' = having the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'-eous'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gorgeous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outrageous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simultaneous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courteous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righteous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piteous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gaseous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'-eous' — 3-Day Teaching Deck</dc:title>
  <dc:subject>PptxGenJS Presentation</dc:subject>
  <dc:creator>Word Labs</dc:creator>
  <cp:lastModifiedBy>Word Labs</cp:lastModifiedBy>
  <cp:revision>1</cp:revision>
  <dcterms:created xsi:type="dcterms:W3CDTF">2026-04-10T01:17:53Z</dcterms:created>
  <dcterms:modified xsi:type="dcterms:W3CDTF">2026-04-10T01:17:53Z</dcterms:modified>
</cp:coreProperties>
</file>