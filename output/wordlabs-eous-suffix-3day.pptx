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'-eous'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"having qualities of"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Suffix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'-eous' — having qualities of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qualities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'-eous' means 'having qualities of'.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'-eous'.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'-eous'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'-eous'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qualities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'-eous' means 'having qualities of'.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'gorgeous', the root is the part before the suffix '-eous'.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'eous'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qualities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'gorgeous' means 'very messy and untidy'.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'eous' means 'having qualities of'.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'gorgeous' means 'very beautiful or lovely'.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'-eous'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qualities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having qualities of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Suffix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gorgeous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'-eous'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qualities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'-eous'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gorg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-eous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spontan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right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simultan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naus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outrag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1508760" y="4636008"/>
            <a:ext cx="95097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1508760" y="46360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gorg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2487168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2834640" y="46360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283464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-eous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4005072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9" name="Shape 47"/>
          <p:cNvSpPr/>
          <p:nvPr/>
        </p:nvSpPr>
        <p:spPr>
          <a:xfrm>
            <a:off x="4416552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416552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gorgeous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qualities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gorgeous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beautiful or lovely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'-eous'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qualities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'-eous'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sunset over the beach was absolutely gorgeous.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 outrageous that they charged ten dollars for a tiny cup of juice.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bumpy boat ride made him feel nauseous by the time they reached shore.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qualities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qualities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outrageous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they charged ten dollars for a tiny cup of juice. The bumpy boat ride made him feel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nauseous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by the time they reached shore.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outrageous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nauseous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qualities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outrageous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qualities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outrageous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outrag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shocking; very bad (from outrage)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of; having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qualities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outrageous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outrag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shocking; very bad (from outrage)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of; having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geous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qualities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outrageous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outrag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shocking; very bad (from outrage)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of; having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geous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qualities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nauseous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qualities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nauseous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naus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sick (from nausea)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of; having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qualities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nauseous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naus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sick (from nausea)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of; having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seous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qualities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nauseous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naus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sick (from nausea)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of; having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seous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qualities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qualities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felt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righteous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anger when she saw the bullies picking on the younger kids. The crowd broke into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spontaneous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cheering when the goal went in. There was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simultaneous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gasp from the whole class when the lights went out.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righteous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spontaneous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simultaneous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qualities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righteous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qualities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righteous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right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good; just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of; having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qualities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righteous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right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good; just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of; having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right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eous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qualities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righteous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right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good; just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of; having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right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eous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igh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qualities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spontaneous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qualities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spontaneous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spontan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naturally (from sponte)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of; having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qualities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spontaneous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spontan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naturally (from sponte)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of; having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qualities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spontaneous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spontan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naturally (from sponte)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of; having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qualities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simultaneous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qualities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simultaneous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simultan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same time (from simul)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of; having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qualities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simultaneous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simultan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same time (from simul)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of; having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qualities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simultaneous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simultan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same time (from simul)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of; having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qualities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'-eous'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qualities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'-eous'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gorg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-eous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spontan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right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simultan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naus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outrag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gorgeous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'-eous' — 3-Day Teaching Deck</dc:title>
  <dc:subject>PptxGenJS Presentation</dc:subject>
  <dc:creator>Word Labs</dc:creator>
  <cp:lastModifiedBy>Word Labs</cp:lastModifiedBy>
  <cp:revision>1</cp:revision>
  <dcterms:created xsi:type="dcterms:W3CDTF">2026-07-07T10:53:36Z</dcterms:created>
  <dcterms:modified xsi:type="dcterms:W3CDTF">2026-07-07T10:53:36Z</dcterms:modified>
</cp:coreProperties>
</file>