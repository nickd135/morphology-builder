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the quality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-eus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'-eous' — having the quality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'-eous' means 'having the quality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'-eous'.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'-eous'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'-eous'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'-eous' means 'having the quality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'gorgeous', the root is the part before the suffix '-eous'.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'courageous'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'-eous' means 'having the quality of'.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'-eous' comes from Old English.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'gorgeous' ends with the suffix '-eous'.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'-eous' to a base word makes it an adjective.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'-eous' means 'without' or 'lacking'.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'-eous'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the quality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-eus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piteous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gaseous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'-eous'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Behaving in a way that is good, fair, and morally correct.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very beautiful or wonderful to look 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polite, respectful, and well-mannered towards other people.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shocking or unfair it makes people very angry or surprised.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piteous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in the form of a gas, like steam or air, rather than solid or liquid.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gaseous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makes you feel very sorry or sad for someone.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brave and not afraid even when things are hard or scary.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'-eous'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'-eous'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courageous firefighter ran into the burning building to save the family.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outrageous that someone had eaten all the birthday cake before the party started.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admired how courteous the new student was when greeting the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explorer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gorgeous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discovery deep in the rainforest.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/ur/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throat,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'-eous' shortens to '-ous' after 'ge'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throat,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'-eous' shortens to '-ous' after 'ge'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throat,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'-eous' shortens to '-ous' after 'ge'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righteous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judge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courteous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everyone,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outrageous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fairness surprised the whole courtroom.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morally correct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ends in consonant; '-eous' added directly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morally correct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ends in consonant; '-eous' added directly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morally correct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ends in consonant; '-eous' added directly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court, respect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court, respect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court, respect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/or/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exceeding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in 'rage' dropped before '-eous'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exceeding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in 'rage' dropped before '-eous'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exceeding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in 'rage' dropped before '-eous'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/ow/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piteous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gaseous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erroneous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'-eous' — 3-Day Teaching Deck</dc:title>
  <dc:subject>PptxGenJS Presentation</dc:subject>
  <dc:creator>Word Labs</dc:creator>
  <cp:lastModifiedBy>Word Labs</cp:lastModifiedBy>
  <cp:revision>1</cp:revision>
  <dcterms:created xsi:type="dcterms:W3CDTF">2026-04-03T03:22:51Z</dcterms:created>
  <dcterms:modified xsi:type="dcterms:W3CDTF">2026-04-03T03:22:51Z</dcterms:modified>
</cp:coreProperties>
</file>