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'-eous'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'spontaneous' really means 'happening suddenly, without being planned'.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simultaneous cheers from both teams made the whole stadium shake.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'-eous'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"having qualities of"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'-eous'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'-eous' — having qualities of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'-eous' means 'having qualities of'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'-eous'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'-eous'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'-eous'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'-eous' means 'having qualities of'. In 'courteous', it is added to 'court'.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'courteous', the base is 'court' (the home of a king or queen, where good manners were expected).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'-eous' means 'having qualities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'courteous' means 'polite and respectful to others'.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'spontaneous' means 'in the form of a gas'.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'gaseous' means 'in the form of a gas'.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'-eous' means 'having qualities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'courteous' means 'polite and respectful to others'.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'spontaneous' means 'in the form of a gas'.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'gaseous' means 'in the form of a gas'.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'-eous'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having qualities 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courteous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gaseous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spontaneous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'-eous'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spontan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simultan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-eous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63040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63040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0545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98064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98064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-eous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8620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297680" y="2971800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29718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courteous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courteous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happening suddenly, without being planned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gaseous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polite and respectful to others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spontaneous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in the form of a gas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courteous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polite and respectful to others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gaseous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in the form of a gas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spontaneous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happening suddenly, without being planned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'-eous'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'-eous'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courteous student held the door open.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is water in a gaseous state.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crowd broke into spontaneous cheering when the goal went in.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cheers from both teams made the whole stadium shake.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simultaneous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simultaneous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simultaneous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simultan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same time (from simul)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simultaneous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simultan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same time (from simul)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simultaneous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simultan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same time (from simul)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spontan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simultan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-eous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simultaneous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'-eous' — Teaching Deck</dc:title>
  <dc:subject>PptxGenJS Presentation</dc:subject>
  <dc:creator>Word Labs</dc:creator>
  <cp:lastModifiedBy>Word Labs</cp:lastModifiedBy>
  <cp:revision>1</cp:revision>
  <dcterms:created xsi:type="dcterms:W3CDTF">2026-10-22T10:14:37Z</dcterms:created>
  <dcterms:modified xsi:type="dcterms:W3CDTF">2026-10-22T10:14:37Z</dcterms:modified>
</cp:coreProperties>
</file>