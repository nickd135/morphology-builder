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'cover' suit Years 3–7, so Day 3 has 1 dictation word instead of 3.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'cover' really means 'to put something over; to include'.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This sunscreen gives great coverage, so wear it every time you go to the beach.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children made an exciting discovery of fossils in the creek 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'cover'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put something over; to include"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'cover' suit Years 3–7, so Day 3 has 1 dictation word instead of 3.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'cover' — to put something over; to include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'cover' means 'to put something over; to include'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'cover'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'cover'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'cover'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'cover' means 'to put something over; to include'. You can find it in 'uncover'.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'uncover', 'un-' means 'undo; reverse the action'.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'coverage', '-age' means 'result of; 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'cover' means 'to put something over; to include'.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'uncover' means 'to remove something that is covering or hiding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'undercover' means 'working secretly, often to investigate or catch someone without being recognised'.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'discover' means 'to find something for the first time or learn something new'.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'cover'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'cover' means 'to put something over; to include'.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'uncover' means 'to remove something that is covering or hiding something else'.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'undercover' means 'working secretly, often to investigate or catch someone without being recognised'.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'discover' means 'to find something for the first time or learn something new'.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base 'cover'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'cover'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put something over; to include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undercover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'cover'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2374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2374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1188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023360" y="2971800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2971800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uncover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remove something that is covering or hiding something else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working secretly, often to investigate or catch someone without being recognised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place something over another thing to protect or hide 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undercover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find something for the first time or learn something new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place something over another thing to protect or hide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remove something that is covering or hiding something else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find something for the first time or learn something new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undercover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working secretly, often to investigate or catch someone without being recognised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'cover'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'cover'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cover the leftover food before putting it in the fridge.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archaeologists worked carefully to uncover the ancient pot.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hope to discover a cure for the disease.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sunscreen gives great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wear it every time you go to the beach.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something over; to include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something over; to include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something over; to include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children made an exciting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fossils in the creek bed.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something over; to include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something over; to include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something over; to include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'cover'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'cover' = to put something over; to include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'cover'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