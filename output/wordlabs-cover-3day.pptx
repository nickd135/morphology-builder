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'cover'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put something over; to include"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'cover' — to put something over; to include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'cover' means 'to put something over; to include'.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'cover'.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'cover'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'cover'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'cover' means 'to put something over; to include'.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'cover'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'cover'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'covers' means 'runs extremely fast'.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'covers' means 'places something over another thing, or protective layers such as blankets'.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'cover' means 'to run extremely fast'.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'cover' means 'to put something over; to include'.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'cover' means 'to place something over another thing to protect or hide it'.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'cover'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put something over; to include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'cover'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459943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59943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something for the first time or learn something new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better after being ill, hurt, or upset, or to get something back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placing something over another thing, or a layer that protects it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remove something that is covering or hiding something else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something over another thing to protect or hide it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something placed over it to protect or hide it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places something over another thing, or protective layers such as blankets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'cover'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'cover'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cover the leftover food before putting it in the fridge.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always covers her books with plastic wrap.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was covered with a bright tablecloth.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scientists spent months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uncovering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fossils in the desert. Scientists announced several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discoveries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ocean floor.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discoveries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over; to include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over; to include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over; to include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over; to include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over; to include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over; to include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discovering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new insects in the garden.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undercover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officer pretended to be a shopkeeper to catch the thief. The news gave excellent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school sports 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over; to include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over; to include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over; to include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over; to include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over; to include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over; to include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over; to include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over; to include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over; to include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put something over; to include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covering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'cover' — 3-Day Teaching Deck</dc:title>
  <dc:subject>PptxGenJS Presentation</dc:subject>
  <dc:creator>Word Labs</dc:creator>
  <cp:lastModifiedBy>Word Labs</cp:lastModifiedBy>
  <cp:revision>1</cp:revision>
  <dcterms:created xsi:type="dcterms:W3CDTF">2026-07-07T10:22:41Z</dcterms:created>
  <dcterms:modified xsi:type="dcterms:W3CDTF">2026-07-07T10:22:41Z</dcterms:modified>
</cp:coreProperties>
</file>