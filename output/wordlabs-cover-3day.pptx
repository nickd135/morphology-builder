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'cover'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place over, hide"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cooperire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'cover' — to place over, hide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'cover' means 'to place over, hide'.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'cover'.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'cover'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'cover'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'cover' means 'to place over, hide'.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'cover'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'cover'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'cover' comes from Latin and means to place over or hide.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'undercover' can describe a spy working in secret.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'-age' in 'coverage' tells us about the time when something happened.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'discover' means to hide something so nobody can find it.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prefix 'un' to 'cover' makes a word that means to reveal something.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'cover'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place over, hide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cooperire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'cover'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new that has been found or learned for the first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area or topic that is included or reported on.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something placed over it to hide or protect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goes over or protects another 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find or learn something for the first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get better after being sick or hurt.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a cover from something or reveal a secret.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'cover'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'cover'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was thrilled to discover a new species of frog hiding in the rainforest.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 week in hospital, Maya began to recover and was soon back at school.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undercover detective wore a disguise so that nobody would recognise her.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problem, it is important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reason behind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not, reverse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storm was huge;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effort took weeks,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roads were dangerous.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collection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again, back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place over, hide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ered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'cover' = to place over, hide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'cover'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uncover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recover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undercover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'cover' — 3-Day Teaching Deck</dc:title>
  <dc:subject>PptxGenJS Presentation</dc:subject>
  <dc:creator>Word Labs</dc:creator>
  <cp:lastModifiedBy>Word Labs</cp:lastModifiedBy>
  <cp:revision>1</cp:revision>
  <dcterms:created xsi:type="dcterms:W3CDTF">2026-04-10T00:52:10Z</dcterms:created>
  <dcterms:modified xsi:type="dcterms:W3CDTF">2026-04-10T00:52:10Z</dcterms:modified>
</cp:coreProperties>
</file>