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'cover'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place over, hide"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cooperire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'cover' — to place over, hide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'cover' means 'to place over, hide'.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'cover'.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'cover'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'cover'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'cover' means 'to place over, hide'.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'cover'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'cover'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'discover' contains the root 'cover'.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'cover'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'uncover' means to remove a cover and reveal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detective working undercover is operating secretly.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'dis' in 'discover'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'cover'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place over, hide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cooperire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'cover'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 that has been found or learned about for the first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area or topics that are covered or reported 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has been hidden or spread over with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placed over an object to protect or hide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a cover and reveal something hidden.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better after being sick or hurt, or to get something back.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learn about something for the first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'cover'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'cover'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thrilled to discover a new species of frog in the rainforest.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week of rest, she began to recover from her illness and felt much stronger.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 officer worked undercover to gather information about the missing jewels.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ancient ruins,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long journey was slow.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clues, the detective made an incredible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recovering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confidence helped solve the case.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the action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'cover' — 3-Day Teaching Deck</dc:title>
  <dc:subject>PptxGenJS Presentation</dc:subject>
  <dc:creator>Word Labs</dc:creator>
  <cp:lastModifiedBy>Word Labs</cp:lastModifiedBy>
  <cp:revision>1</cp:revision>
  <dcterms:created xsi:type="dcterms:W3CDTF">2026-04-03T03:27:25Z</dcterms:created>
  <dcterms:modified xsi:type="dcterms:W3CDTF">2026-04-03T03:27:25Z</dcterms:modified>
</cp:coreProperties>
</file>