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'predict'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say before it happens"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praedicere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'predict' — to say before it happens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to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'predict' means 'to say before it happens'.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'predict'.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'predict'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'predict'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to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'predict' means 'to say before it happens'.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'predict'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'predict'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to say before it happens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'predict' comes from Latin and means to say before.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'predictable' means something that is impossible to guess.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prefix 'un' to 'predictable' creates a word meaning not predictable.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'predictor' is something that gives clues about what might happen.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'-ion' in 'prediction' turns the word into an adjective.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'predict'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to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say before it happens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praedicere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predictable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unpredictable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predictor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'predict'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to say before it happens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881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996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996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to say before it happens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easy to guess before it happens.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gives clues about what might happen.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predictable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what you think will happen before it does.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unpredictable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ability to guess or show what will happen next.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predictor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was already guessed or said before it happened.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predictive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impossible to guess or know before it happens.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statement about what you think will happen in the future.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'predict'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to say before it happens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'predict'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was able to predict that the volcano would erupt within the next few days.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prediction about the weather turned out to be completely correct — it rained all afternoon!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ending of that movie was so predictable that everyone in the class guessed it straight away.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to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to say before it happens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make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what will happen, or is the result too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unpredictable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unpredictable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to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to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before it happens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to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before it happens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to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before it happens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5814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033565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to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unpredictable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to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unpredictable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before it happens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to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unpredictable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before it happens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to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unpredictable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before it happens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5763534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to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to say before it happens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weather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predictor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said the storm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unpredictable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turned out to be exactly right!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unpredictable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to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to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before it happens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to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before it happens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to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before it happens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to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unpredictable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to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unpredictable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before it happens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to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unpredictable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before it happens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to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unpredictable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before it happens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5763534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to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to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before it happens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to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before it happens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to say before it happens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before it happens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5814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033565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to say before it happens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'predict' = to say before it happens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'predict'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predictable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unpredictable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predictor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predictive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unpredicted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'predict' — 3-Day Teaching Deck</dc:title>
  <dc:subject>PptxGenJS Presentation</dc:subject>
  <dc:creator>Word Labs</dc:creator>
  <cp:lastModifiedBy>Word Labs</cp:lastModifiedBy>
  <cp:revision>1</cp:revision>
  <dcterms:created xsi:type="dcterms:W3CDTF">2026-03-25T03:19:38Z</dcterms:created>
  <dcterms:modified xsi:type="dcterms:W3CDTF">2026-03-25T03:19:38Z</dcterms:modified>
</cp:coreProperties>
</file>