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'predict'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 what will happen"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praedicere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'predict' — say what will happen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'predict' means 'say what will happen'.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'predict'.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'predict'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'predict'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'predict' means 'say what will happen'.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'predict'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'predict'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'predictable' means something that is impossible to guess.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'predict' comes from Latin and means to say what will happen.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weather forecaster uses prediction when guessing tomorrow's weather.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'un' in 'unpredictable' means not or the opposite of.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'predict' originally comes from the Greek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'predict'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 what will happen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praedicere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'predict'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guess what will happen because it follows a pattern.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tells you what might happen in the future.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before it does.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give hints or clues about what will happen next.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already said would happen before it did.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hard to guess because it can change suddenly.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about what you think will happen in the future.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'predict'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'predict'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read the next chapter, I want you to make a prediction about what you think will happen to the main character.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study patterns in nature so they can predict when a volcano might erupt.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is so unpredictable at this time of year — it could be sunny or stormy!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make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experiment, or is the result too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unpredictable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storm arrived, but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unpredictably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strong winds surprised even the most experienced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70524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what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'predict' — 3-Day Teaching Deck</dc:title>
  <dc:subject>PptxGenJS Presentation</dc:subject>
  <dc:creator>Word Labs</dc:creator>
  <cp:lastModifiedBy>Word Labs</cp:lastModifiedBy>
  <cp:revision>1</cp:revision>
  <dcterms:created xsi:type="dcterms:W3CDTF">2026-04-09T22:07:35Z</dcterms:created>
  <dcterms:modified xsi:type="dcterms:W3CDTF">2026-04-09T22:07:35Z</dcterms:modified>
</cp:coreProperties>
</file>