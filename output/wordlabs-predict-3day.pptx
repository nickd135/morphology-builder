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 before it happens"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'predict' — say before it happens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'predict' means 'say before it happens'.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'predict' means 'say before it happens'.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'predict' means 'to remember something that happened long ago'.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'predicts' means 'cleans something thoroughly'.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'predict' means 'say before it happens'.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'predict' means 'to say what you think will happen in the future'.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'predicts' means 'says what will happen before it happens'.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 before it happens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or knew in advance what would happen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in advance what is likely to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in the future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thing or person that predicts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saying what someone thinks will happen in the future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predicts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will happen before it happens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predict that the volcano could erupt within the month.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forecaster predicts sunshine for the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forecaster predicted rain for the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team lost again after such a poor training week. Each student wrote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how the story would end.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here is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spring. The dog behaved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loud noises. The phone's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 guesses the next word as you type.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'predict'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