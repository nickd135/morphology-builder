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'predict'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'predict' really means 'say before it happens'.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predictive text on Dad's phone kept changing my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Predictably, the puppy ran straight for the muddy puddle.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'predict'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 before it happens"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'predict'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'predict' — say before it happens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'predict' means 'say before it happens'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'predict'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'predict'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'predict'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'predict' means 'say before it happens'. You can find it in 'prediction'.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'unpredictable',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'prediction',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'predict' means 'say before it happens'.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'unpredictable' means 'impossible to know what will happen next'.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'prediction' means 'a statement saying what someone thinks will happen in the future'.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'predictable' means 'able to be known or guessed before it happens'.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'predict'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'predict' means 'say before it happens'.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'unpredictable' means 'impossible to know what will happen next'.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'prediction' means 'a statement saying what someone thinks will happen in the future'.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'predictable' means 'able to be known or guessed before it happens'.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'predict'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'predict'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say before it happens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'predict'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2374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2374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33088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33088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212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632704" y="2971800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32704" y="2971800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impossible to know what will happen next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say what you think will happen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statement saying what someone thinks will happen in the future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known or guessed before it happens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say what you think will happen in the future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statement saying what someone thinks will happen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known or guessed before it happens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impossible to know what will happen next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'predict'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'predict'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predict that the volcano could erupt within the month.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 is that the home team will win by two goals.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ending of the film was so predictable that everyone guessed it early.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 on Dad's phone kept changing my words.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Predictably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puppy ran straight for the muddy puddle.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before it happens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'predict'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'predict' = say before it happens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predictably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'predict'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