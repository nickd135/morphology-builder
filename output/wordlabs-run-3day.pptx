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'run'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move quickly on foot"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'run' — to move quickly on foot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'run' means 'to move quickly on foot'.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'run'.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'run'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'run'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'run' means 'to move quickly on foot'.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'run'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'run'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'runs' means 'moves quickly on foot, faster than walking'.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'run' means 'to move quickly on foot'.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'run' means 'to sit very still and quiet'.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'runs' means 'sits very still for a long time'.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'run' means 'to move quickly on foot'.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'run'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move quickly on foot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'run'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508760" y="32644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508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63347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980944" y="32644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2980944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05656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453128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453128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349240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5760720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0720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showings of something, such as TV programmes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 showing of something, such as a TV programme, or to run again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quickly on foot, faster than walking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'run'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'run'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likes to run around the park every morning.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Jamal runs to school every morning.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a rerun of our favourite show since nothing new was 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runner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crossed the finish line first.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runners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lined up at the start of the race.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running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down the corridor to catch the bus. Weeds had begun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overrun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abandoned garden. The meeting always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overruns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 scheduled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overruns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quickly on foot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'run' = to move quickly on foot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'run'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'run'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