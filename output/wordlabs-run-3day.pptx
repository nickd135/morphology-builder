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'run'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'rerun' really means 'a repeat showing of something, such as a TV programme, or to run again'.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old wooden bicycle was a forerunner of the bikes we ride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'run'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move quickly on foot"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'run'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'run' — to move quickly on foot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'run' means 'to move quickly on foot'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'run'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'run'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'run'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'run' means 'to move quickly on foot'. You can find it in 'rerun'.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'rerun',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'runner',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'run' means 'to move quickly on foot'.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'overrun' means 'to spread over and fill a place in large numbers, or take longer than planned'.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'rerun' means 'a person who runs, especially in a race'.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'runner' means 'a person who runs, especially in a race'.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'run' means 'to move quickly on foot'.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'overrun' means 'to spread over and fill a place in large numbers, or take longer than planned'.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'rerun' means 'a person who runs, especially in a race'.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'runner' means 'a person who runs, especially in a race'.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'run'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move quickly on foot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rerun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overrun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'run'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4904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rerun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spread over and fill a place in large numbers, or take longer than planned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move quickly on foot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repeat showing of something, such as a TV programme, or to run again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overrun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who runs, especially in a race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move quickly on foot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rerun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repeat showing of something, such as a TV programme, or to run again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runs, especially in a race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overrun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spread over and fill a place in large numbers, or take longer than planned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'run'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'run'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likes to run around the park every morning.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watched a rerun of our favourite show since nothing new was 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runner crossed the finish line first.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wooden bicycle was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forerunner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bikes we ride today.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'n'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before; in front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quickly on foot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'n'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before; in front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quickly on foot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double the final 'n'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before; in front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quickly on foot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or thing that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ner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'run' = to move quickly on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forerunner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'run'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