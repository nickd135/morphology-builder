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'run'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quickly on foot"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runnen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'run' — to move quickly on foot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'run' means 'to move quickly on foot'.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'run'.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'run'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'run'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'run' means 'to move quickly on foot'.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'run'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'run'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'overrun' can describe weeds taking over a garden.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'run' comes from the Greek word for swimming.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'out' in 'outrun' means to go slower than someone else.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'runner' contains the root 'run' plus a suffix meaning 'one who'.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'rerun' of a television show means you are watching it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'run'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quickly on foot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runnen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'run'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do something again, like watching a rerun of your favourite TV show.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spreads or takes over more than it should, like weeds overrunning a garden.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 faster than someone else so you get ahead of them.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came before and helped lead the way to something newer.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runs, often in a race or for exercise.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or something that has run off and escaped, or something moving out of control.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moving quickly on foot.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'run'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'run'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runner in our school won three medals at the athletics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rainfall caused a runoff that flooded the oval and washed mud onto the footpath.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decided to outrun her students in the fun run, much to everyone's surprise.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runaway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cart rolled down the hill, but the fastest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class caught up to it!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a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a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a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'n'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'n'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'n'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overrun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rehearsal,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final scene; everyone was exhausted!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or beyond a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or beyond a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or beyond a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'n'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'n'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'n'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runoff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'run' — 3-Day Teaching Deck</dc:title>
  <dc:subject>PptxGenJS Presentation</dc:subject>
  <dc:creator>Word Labs</dc:creator>
  <cp:lastModifiedBy>Word Labs</cp:lastModifiedBy>
  <cp:revision>1</cp:revision>
  <dcterms:created xsi:type="dcterms:W3CDTF">2026-04-09T22:32:42Z</dcterms:created>
  <dcterms:modified xsi:type="dcterms:W3CDTF">2026-04-09T22:32:42Z</dcterms:modified>
</cp:coreProperties>
</file>