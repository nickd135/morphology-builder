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'run'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quickly on foot"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runnen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'run' — to move quickly on foot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'run' means 'to move quickly on foot'.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'run'.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'run'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'run'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'run' means 'to move quickly on foot'.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'run'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'run'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'runner' contains the root 'run' and the suffix '-er' meaning a person who does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'out-' in 'outrun' means 'under' or 'below'.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'runaway' is someone or something that has fled or escaped.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'run' can be combined with both prefixes and suffixes to make new words.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'rerun' means to run something for the very first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'run'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quickly on foot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runnen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'run'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do something again, like when a TV show plays a second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spreads too far or goes beyond its limits, like weeds overrunning a garden.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 faster than someone else and leave them behind.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or someone that comes before another and prepares the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runs, often in a race or for exercise.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or something that has escaped or run off on its own.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moving quickly on your feet.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'run'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'run'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runner in our school will compete in the regional athletics carnival next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rainfall caused a runoff of muddy water across the oval and into the drains.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managed to outrun all the other competitors and crossed the finish line first.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outrun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storm before it reached the campsite.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surpassing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surpassing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surpassing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runaway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horse galloped past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forerunner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pack, leaving all the other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far behind!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place or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place or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place or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or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or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or in front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-away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outrun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runaway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forerunner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runoff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'run' — 3-Day Teaching Deck</dc:title>
  <dc:subject>PptxGenJS Presentation</dc:subject>
  <dc:creator>Word Labs</dc:creator>
  <cp:lastModifiedBy>Word Labs</cp:lastModifiedBy>
  <cp:revision>1</cp:revision>
  <dcterms:created xsi:type="dcterms:W3CDTF">2026-03-25T03:42:51Z</dcterms:created>
  <dcterms:modified xsi:type="dcterms:W3CDTF">2026-03-25T03:42:51Z</dcterms:modified>
</cp:coreProperties>
</file>