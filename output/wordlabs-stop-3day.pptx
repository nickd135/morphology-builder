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'stop'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"cease, halt, block movement"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stuppare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'stop' — cease, halt, block movement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halt, block movement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'stop' means 'cease, halt, block movement'.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'stop'.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'stop'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'stop'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halt, block movement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'stop' means 'cease, halt, block movement'.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'stop'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'stop'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halt, block movement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'stop' comes from ancient Greek and means 'to run quickly'.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'Unstoppable' means something is impossible to halt or block.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prefix 'non' in 'nonstop' means 'always' or 'forever'.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stopwatch is named with 'stop' because you start and stop it to measure time.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'nonstop' contains the root 'stop' meaning to halt or cease.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'stop'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halt, block movement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cease, halt, block movement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stuppare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unstoppable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stoppage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doorstop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stopwatch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nonstop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pitstop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stoplight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'stop'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halt, block movement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-per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-page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door-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-light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-watch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-over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-per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unstoppable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halt, block movement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unstoppable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set of coloured lights at a road crossing that tell drivers when to stop and go.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stoppage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continues without any pauses or breaks, like a nonstop flight.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doorstop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special clock you can start and stop to measure exactly how long something takes.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stopwatch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break during a race for a car to get fuel or repairs, or any quick stop during a trip.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nonstop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object placed behind a door to keep it from swinging shut.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pitstop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so powerful or strong that nothing can make it halt or slow down.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stoplight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time when work or movement is blocked or paused, like a delay in a game.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'stop'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halt, block movement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'stop'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unstoppable flood rushed through the valley, sweeping away everything in its path.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referee called a stoppage in play after the player was injured on the field.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drove nonstop from Sydney to Canberra without taking a single break.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halt, block movement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halt, block movement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referee called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stoppage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unstoppable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runner had already crossed the finish line.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stoppage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unstoppable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halt, block movement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stoppage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halt, block movement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stoppage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halt or cease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halt, block movement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stoppage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halt or cease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page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halt, block movement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stoppage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halt or cease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page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halt, block movement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unstoppable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halt, block movement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unstoppable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halt or cease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consonant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doubled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halt, block movement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unstoppable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halt or cease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consonant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doubled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halt, block movement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unstoppable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halt or cease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consonant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doubled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halt, block movement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halt, block movement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pitstop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crew worked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nonstop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the driver watched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stoplight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carefully before racing back onto the track.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pitstop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nonstop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stoplight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halt, block movement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pitstop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halt, block movement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pitstop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sunken area or bay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halt or cease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halt, block movement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pitstop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sunken area or bay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halt or cease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halt, block movement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pitstop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sunken area or bay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halt or cease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halt, block movement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nonstop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halt, block movement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nonstop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halt or cease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halt, block movement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nonstop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halt or cease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halt, block movement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nonstop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halt or cease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halt, block movement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stoplight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halt, block movement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stoplight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halt or cease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source of brightness or signal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halt, block movement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stoplight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halt or cease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source of brightness or signal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halt, block movement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stoplight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halt or cease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source of brightness or signal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light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igh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/ie/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halt, block movement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'stop' = cease, halt, block movement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'stop'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-per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-page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door-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-light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-watch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-over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unstoppable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stoppage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doorstop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stopwatch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nonstop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pitstop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stoplight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overstop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'stop' — 3-Day Teaching Deck</dc:title>
  <dc:subject>PptxGenJS Presentation</dc:subject>
  <dc:creator>Word Labs</dc:creator>
  <cp:lastModifiedBy>Word Labs</cp:lastModifiedBy>
  <cp:revision>1</cp:revision>
  <dcterms:created xsi:type="dcterms:W3CDTF">2026-04-10T00:44:21Z</dcterms:created>
  <dcterms:modified xsi:type="dcterms:W3CDTF">2026-04-10T00:44:21Z</dcterms:modified>
</cp:coreProperties>
</file>