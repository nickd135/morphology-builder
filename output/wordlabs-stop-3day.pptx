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'stop'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no longer move or happen"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'stop' — to no longer move or happen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'stop' means 'to no longer move or happen'.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'stop'.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'stop'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'stop'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'stop' means 'to no longer move or happen'.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'stop'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'stop'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'stop' means 'to no longer move or happen'.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'stops' means 'comes to a halt, or places where a bus or train pauses'.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'stops' means 'begins suddenly'.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'stop' means 'to no longer move or continue; to bring something to an end'.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'stop' means 'to begin doing something new'.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'stop'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no longer move or happen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'stop'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83464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83464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45312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45312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7725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88873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8873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to a halt, or places where a bus or train pauses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 or cork used to close the top of a bottle or container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to a halt or made something come to a halt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continue; to bring something to an end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any pauses or stops; continuous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'stop'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'stop'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stop talking during the test.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 stops right outside our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plane took a nonstop flight from Sydney to London.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sold rubber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stoppers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several different sizes. The train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stopping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every station on the way to the city.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avalanche began, 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unstoppable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There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stoppage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match after the injury. There were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stoppages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football match due to injuries.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to no longer move or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stopped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'stop'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