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'stop'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'doorstop' really means 'an object that holds a door open or stops it banging'.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There were so many stoppages for rain that the cricket match finished after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'stop'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no longer move or happen"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'stop'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'stop' — to no longer move or happen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'stop' means 'to no longer move or happen'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'stop'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'stop'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'stop'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'stop' means 'to no longer move or happen'. You can find it in 'stopper'.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'nonstop', 'non-'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'stopper',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'stop' means 'to no longer move or happen'.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'stopper' means 'a plug or cork used to close the top of a bottle or container'.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'doorstop' means 'impossible to stop'.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'unstoppable' means 'impossible to stop'.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'nonstop' means 'without any pauses or stops; continuous'.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'stop' means 'to no longer move or happen'.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'stopper' means 'a plug or cork used to close the top of a bottle or container'.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'doorstop' means 'impossible to stop'.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'unstoppable' means 'impossible to stop'.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'nonstop' means 'without any pauses or stops; continuous'.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'stop'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no longer move or happen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doorstop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unstoppable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'stop'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290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721608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721608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0974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21224" y="2971800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1224" y="297180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unstoppable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'p' before -able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without any pauses or stops; continuous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impossible to stop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plug or cork used to close the top of a bottle or container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doorstop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no longer move or continue; to bring something to an 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unstoppable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object that holds a door open or stops it banging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no longer move or continue; to bring something to an 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plug or cork used to close the top of a bottle or container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without any pauses or stops; continuous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doorstop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object that holds a door open or stops it banging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unstoppable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impossible to stop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'stop'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'stop'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stop talking during the test.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pushed the stopper firmly into the bottle to keep the perfume 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flew nonstop from Perth to London.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were so many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stoppages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rain that the cricket match finished after dark.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'p' before -age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 longer move or happen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'p' before -age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 longer move or happen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'p' before -age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 longer move or happen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'stop' = to no longer move or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'stop'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