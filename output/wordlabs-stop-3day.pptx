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"cease, block, or halt"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stuppare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'stop' — cease, block, or halt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'stop' means 'cease, block, or halt'.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'stop' means 'cease, block, or halt'.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'nonstop' contains the root 'stop' meaning to halt or cease.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'un-' in 'unstoppable' means 'always' or 'forever'.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stopwatch is used to measure time because it can start and stop.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'stoppage' uses the suffix '-age' to make a noun meaning a state of stopping.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'stop' originally came from ancient Greek and means 'to run'.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cease, block, or halt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stuppare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overstep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further than what is allowed or expected.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clock used to measure exactly how long something takes.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continues without any pauses or breaks.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placed against a door to keep it from closing.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coming to a halt or making something cease.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powerful it cannot be halted or held back.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overstep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come to a halt or been blocked.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unstoppable footballer charged down the field and scored the winning goal.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referee called a stoppage in play after the player was injured near the boundary.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nonstop from the oval to the canteen before the bell rang.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called for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unstoppable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forward could take a 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rain caused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oval,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unstoppable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still trained inside.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of being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block, or halt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overstep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'stop' — 3-Day Teaching Deck</dc:title>
  <dc:subject>PptxGenJS Presentation</dc:subject>
  <dc:creator>Word Labs</dc:creator>
  <cp:lastModifiedBy>Word Labs</cp:lastModifiedBy>
  <cp:revision>1</cp:revision>
  <dcterms:created xsi:type="dcterms:W3CDTF">2026-04-03T03:25:05Z</dcterms:created>
  <dcterms:modified xsi:type="dcterms:W3CDTF">2026-04-03T03:25:05Z</dcterms:modified>
</cp:coreProperties>
</file>