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"before, in front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'pre-' — before, in front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'pre-' means 'before, in front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'pre-'.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'pre-'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'pre-' means 'before, in front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'preview', the root is the part after the prefix 'pre-'.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'pre-' means before or in front of.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'pre-' means to do something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'preheat' uses the prefix 'pre-' because you heat the oven before using it.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'pre-'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'pre-' changes the base word so it means the opposite.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'pre-'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before, in front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prepaid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preschool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school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130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605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605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already been paid for before you use it, like a prepaid phone card.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what you think will happen before it actually happens.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prepaid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something before it is shown to everyone, like watching a movie trailer before the film comes out.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preschool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everything ready before doing something, like preparing your bag before school.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something from happening before it occurs.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for very young children before they start primary school.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heat an oven before you put food inside it, so it is already at the right temperature.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preheat the oven before we bake the birthday cake.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predict what would happen next in the story.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excited to preview the new library books before choosing one to borrow.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will happen if we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preheat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pan?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hot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hot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hot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excursion, we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bags,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preview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map,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weather.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 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 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 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school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prepaid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preschool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prehistoric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'pre-' — 3-Day Teaching Deck</dc:title>
  <dc:subject>PptxGenJS Presentation</dc:subject>
  <dc:creator>Word Labs</dc:creator>
  <cp:lastModifiedBy>Word Labs</cp:lastModifiedBy>
  <cp:revision>1</cp:revision>
  <dcterms:created xsi:type="dcterms:W3CDTF">2026-03-26T07:38:56Z</dcterms:created>
  <dcterms:modified xsi:type="dcterms:W3CDTF">2026-03-26T07:38:56Z</dcterms:modified>
</cp:coreProperties>
</file>