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'pre-' — before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'pre-' means 'before'.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'pre-'.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'pre-'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'pre-' means 'before'.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'prepay', the root is the part after the prefix 'pre-'.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'prepay' means 'to refuse payment completely'.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'pre' means 'before'.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'preheat' means 'to cool something down quickly'.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'prepay' means 'to pay for something before receiving it'.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'preheat' means 'to heat something, like an oven, before using it'.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'pre-'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83464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81304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16052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16052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05663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46811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6811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plan something in advance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look at something before it is officially shown or released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for something before receiving it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an opinion about someone or something before knowing the facts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at something before its official release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given before something to check what is already known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heat something, like an oven, before using it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prepay for your parking space online.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Preheat the oven to 200 degrees before baking the cake.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wise to preplan your route before a long journey.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judge's ruling set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precedent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future cases. Please read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preceding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paragraph before answering the question.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clouds are often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precursor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heavy rain. The doctor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prescribe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antibiotics if the infection doesn't clear up. Safety always takes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precedence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speed in the workshop.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precursor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precursor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precursor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precursor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precursor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preheat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pretest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previews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'pre-'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