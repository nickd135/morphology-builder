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'preheat' really means 'to heat something, like an oven, before using it'.
'prejudge' really means 'to form an opinion about someone or something before knowing the facts'.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Before the unit began, we did a pretest and watched a short preview of the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doctor prescribed eye drops for Gran. We took the prescription to the chemist, who said to keep the drops cold to preserve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'pre-'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'pre-' — before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'pre-' means 'before'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'pre-'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'pre-'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'pre-'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'pre-' means 'before'. In 'preheat', it is added to 'heat'.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'preheat', the base is 'heat' (warmth; to make warm).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'prescription',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'pre-' means 'before'.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'prepacked' means 'packed and ready before you buy or collect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'preheat' means 'to form an opinion about someone or something before knowing the facts'.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'prefer' means 'to like one thing more than another'.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'prejudge' means 'to heat something, like an oven, before using it'.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'pre-' means 'before'.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'prepacked' means 'packed and ready before you buy or collect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'preheat' means 'to form an opinion about someone or something before knowing the facts'.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'prefer' means 'to like one thing more than another'.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'prejudge' means 'to heat something, like an oven, before using it'.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'pre-'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preheat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prejudge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prepacked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'pre-'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5876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85876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67258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084064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84064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prepacked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preheat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like one thing more than another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prejudge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heat something, like an oven, before using 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prepacked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group of letters added to the beginning of a word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form an opinion about someone or something before knowing the facts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packed and ready before you buy or collect 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preheat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heat something, like an oven, before using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prejudge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form an opinion about someone or something before knowing the facts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prepacked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packed and ready before you buy or collect 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like one thing more than another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group of letters added to the beginning of a word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'pre-'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'pre-'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prefer tea to coffee in the mornings.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unit began, we did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pretest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watched a short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topic.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preview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or try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or try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or try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preview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preview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preview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preview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ew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prescribed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eye drops for Gran. We took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chemist, who said to keep the drops cold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preserve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preserve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preserve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preserve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for; keep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preserve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for; keep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preserve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for; keep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'pre-'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