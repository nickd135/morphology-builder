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"before, in advance"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'pre-' — before, in advance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'pre-' means 'before, in advance'.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'pre-' means 'before, in advance'.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'preview', the root is the part after the prefix 'pre-'.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'pre-' means before or in advance.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'pre-' to 'heat' makes the word 'preheat', meaning to heat something beforehand.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'pre-' comes from the Latin word 'prae'.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'present' always means a gift you give someone.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'pre-' means after or following.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before, in advance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ready for something before it happens.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an oven to the right temperature before putting food 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watch something before it is officially released or shown.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paid for before it is used.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something from happening before it occurs.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or program for young children before they start primary school.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in the future before it occurs.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asked me to preheat the oven before she started making the pizza.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reporter tried to predict whether it would rain on the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got to watch a preview of the new movie at the cinema last Friday.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costumes before the school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next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/air/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/yoo/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ending,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spoilers,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preheat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thinking before reading the next chapter.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before, in advance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preschool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prepaid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'pre-' — 3-Day Teaching Deck</dc:title>
  <dc:subject>PptxGenJS Presentation</dc:subject>
  <dc:creator>Word Labs</dc:creator>
  <cp:lastModifiedBy>Word Labs</cp:lastModifiedBy>
  <cp:revision>1</cp:revision>
  <dcterms:created xsi:type="dcterms:W3CDTF">2026-04-10T01:02:56Z</dcterms:created>
  <dcterms:modified xsi:type="dcterms:W3CDTF">2026-04-10T01:02:56Z</dcterms:modified>
</cp:coreProperties>
</file>