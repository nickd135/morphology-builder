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'market'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"place to buy and sell"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mercatus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'market' — place to buy and sell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'market' means 'place to buy and sell'.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'market'.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'market'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'market'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'market' means 'place to buy and sell'.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'market'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'market'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'market' comes from a Latin word meaning a place to trade.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supermarket is smaller than a minimarket.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marketplace is somewhere people can buy and sell goods.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Marketing involves promoting products so people want to buy them.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'-able' in 'marketable'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'market'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 to buy and sell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mercatus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minimarket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'market'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convenient shop where you can buy everyday items.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place, sometimes online, where people buy and sell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shop where you can buy food and household items.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promote and sell products.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supermarket that sells almost everything you need.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of promoting and selling products to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minimarket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was advertised and sold to buyers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'market'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'market'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visited the local marketplace to see how people buy and sell fresh vegetables.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fundraiser was very successful because the students were good at marketing their homemade biscuits.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took us to the supermarket after school to buy ingredients for dinner.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product well can help your business grow.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goods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bright, colourful signs.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greater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greater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greater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minimarket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'market' — 3-Day Teaching Deck</dc:title>
  <dc:subject>PptxGenJS Presentation</dc:subject>
  <dc:creator>Word Labs</dc:creator>
  <cp:lastModifiedBy>Word Labs</cp:lastModifiedBy>
  <cp:revision>1</cp:revision>
  <dcterms:created xsi:type="dcterms:W3CDTF">2026-03-25T03:31:46Z</dcterms:created>
  <dcterms:modified xsi:type="dcterms:W3CDTF">2026-03-25T03:31:46Z</dcterms:modified>
</cp:coreProperties>
</file>