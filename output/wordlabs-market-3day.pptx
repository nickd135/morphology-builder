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'market'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"place to buy and sell"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mercatus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'market' — place to buy and sell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'market' means 'place to buy and sell'.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'market'.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'market'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'market'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'market' means 'place to buy and sell'.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'market'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'market'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'marketing' contains the root 'market' plus the suffix '-ing'.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'market' comes from a Latin word meaning a place to trade.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'-able' in 'marketable' means 'without' or 'not'.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'hypermarket' uses a prefix that means 'over' or 'beyond'.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supermarket is smaller than a regular market.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'market'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 to buy and sell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mercatus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marketplace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aftermarket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'market'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stock-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6908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383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383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marketplace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marketplace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buying and selling of spare parts or accessories for something you already own, like a car.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been advertised and sold to customers.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promote products and convince people to buy them.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shop where you can buy food, drinks, and household items all in one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large supermarket that also sells clothes, electronics, and many other items.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place, either physical or online, where people buy and sell things.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aftermarket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of promoting and selling products to get people interested in buying them.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'market'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'market'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local supermarket stocks fresh fruit and vegetables every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 up a marketplace where students could sell their handmade crafts.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spent a lot of money marketing their new product on television and social media.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supermarket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clever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get customers excited about the new products.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beyond, larger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beyond, larger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beyond, larger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marketable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product was sold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hypermarket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aftermarket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parts were very popular.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aftermarket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capable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beyond, extremely large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beyond, extremely large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beyond, extremely large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aftermarket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following, later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to buy and sell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'market' = place to buy and sell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'market'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stock-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marketplace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supermarket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hypermarket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aftermarket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'market' — 3-Day Teaching Deck</dc:title>
  <dc:subject>PptxGenJS Presentation</dc:subject>
  <dc:creator>Word Labs</dc:creator>
  <cp:lastModifiedBy>Word Labs</cp:lastModifiedBy>
  <cp:revision>1</cp:revision>
  <dcterms:created xsi:type="dcterms:W3CDTF">2026-04-09T22:20:08Z</dcterms:created>
  <dcterms:modified xsi:type="dcterms:W3CDTF">2026-04-09T22:20:08Z</dcterms:modified>
</cp:coreProperties>
</file>