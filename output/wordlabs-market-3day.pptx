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'market' has very few longer words built from it, so this deck practises adding the suffixes -s, -ing and -ed to the base (Years 3–4). Only 6 words with 'market'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new cereal was marketed as the perfect breakfast for busy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'market'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"place to buy and sell"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'market' has very few longer words built from it, so this deck practises adding the suffixes -s, -ing and -ed to the base (Years 3–4). Only 6 words with 'market'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'market' — place to buy and sell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-ing and -ed to the base 'market'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'market'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'market'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'market' means 'place to buy and sell'. You can find it in 'markets'.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'supermarket', 'super-' means 'above; beyond'.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'markets',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'markets',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'marketing',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'marketed',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'markets',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'marketing',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'marketed',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'market'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to buy and sell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'market'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4261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35224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35224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40740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40740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2122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632704" y="2971800"/>
            <a:ext cx="232257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32704" y="297180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activity of promoting and selling products or services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large shop that sells food and household goods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large shops that sell food and household goods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place where goods are bought and sold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places where goods are bought and sold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place where goods are bought and sold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places where goods are bought and sold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activity of promoting and selling products or services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large shop that sells food and household goods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large shops that sell food and household goods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'market'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'market'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fresh vegetables at the market on Saturday.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sell their produce at local markets every week.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came up with a clever marketing plan for the launch.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cereal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marketed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perfect breakfast for busy families.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buy and sell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buy and sell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buy and sell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'market'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'market' = place to buy and sell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'market'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