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'market'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"place to buy and sell"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'market' — place to buy and sell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'market' means 'place to buy and sell'.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'market'.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'market'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'market'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'market' means 'place to buy and sell'.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'market'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'market'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'market' means 'place to buy and sell'.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'market' means 'a tool used to measure temperature'.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'markets' means 'places where goods are bought and sold'.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'markets' means 'instruments that measure heat or cold'.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'market' means 'a place where goods are bought and sold'.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'market'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 to buy and sell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marketers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'market'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150876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150876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27797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3127248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3127248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46908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503834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503834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620877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662025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2025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places where goods are bought and sold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whose job is to promote and sell products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where goods are bought and sold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marketers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promoted or sold something to encourage people to buy it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'market'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'market'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bought fresh vegetables at the market on Saturday.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Farmers sell their produce at local markets every week.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company marketed its new phone with a huge advertising campaign.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came up with a clever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plan for the launch. Her new invention was highly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marketable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sold out quickly.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bought our groceries at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supermarket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New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supermarkets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have opened across the town. The dented tins were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unmarketable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the shop threw them away.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supermarket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supermarkets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unmarketable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supermarket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supermarket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above;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supermarket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above;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supermarket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above;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supermarkets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supermarkets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above;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supermarkets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above;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kets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supermarkets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above;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kets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unmarketable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unmarketable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unmarketable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unmarketable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markets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marketed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marketers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'market' — 3-Day Teaching Deck</dc:title>
  <dc:subject>PptxGenJS Presentation</dc:subject>
  <dc:creator>Word Labs</dc:creator>
  <cp:lastModifiedBy>Word Labs</cp:lastModifiedBy>
  <cp:revision>1</cp:revision>
  <dcterms:created xsi:type="dcterms:W3CDTF">2026-07-07T10:22:37Z</dcterms:created>
  <dcterms:modified xsi:type="dcterms:W3CDTF">2026-07-07T10:22:37Z</dcterms:modified>
</cp:coreProperties>
</file>