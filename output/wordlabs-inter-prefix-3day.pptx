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"between, among,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'inter-' — between, among,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'inter-' means 'between, among,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'inter-'.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'inter-'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'inter-' means 'between, among,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'interact', the root is the part after the prefix 'inter-'.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'inter-' comes from Latin and means 'between' or 'among'.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'interesting' starts with the prefix 'inter-' meaning between.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international event involves more than one country.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you interrupt someone, you break into what they are doing.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'inter-' means 'against' or 'opposite'.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'inter-'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between, among,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interchange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swap or exchange things between people or places.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things with other people or things, affecting each other.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meeting where one person asks another person questions.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link or join things together so they are all connected to each 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break or gap between two events or parts of something, like a show.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into a conversation or activity and stop it for a moment.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interchange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Involving two or more countries around the world.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excited to interact with children from the international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 not interrupt when your teacher is giving instructions.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interview with the famous Australian scientist on television.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able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ideas during the project.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had a chance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share their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gap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gap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gap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do, to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interchange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'inter-' — 3-Day Teaching Deck</dc:title>
  <dc:subject>PptxGenJS Presentation</dc:subject>
  <dc:creator>Word Labs</dc:creator>
  <cp:lastModifiedBy>Word Labs</cp:lastModifiedBy>
  <cp:revision>1</cp:revision>
  <dcterms:created xsi:type="dcterms:W3CDTF">2026-03-26T07:35:49Z</dcterms:created>
  <dcterms:modified xsi:type="dcterms:W3CDTF">2026-03-26T07:35:49Z</dcterms:modified>
</cp:coreProperties>
</file>