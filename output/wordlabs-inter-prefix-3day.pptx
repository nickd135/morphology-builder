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'inter-'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"between"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'inter-' — between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'inter-' means 'between'.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'inter-'.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'inter-'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'inter-'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'inter-' means 'between'.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'interact', the root is the part after the prefix 'inter-'.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'interview' means 'a type of sweet dessert'.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'interview' means 'a formal meeting where someone is asked questions'.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'interact' means 'to sleep for a very long time'.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'interact' means 'to communicate or work together with someone'.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'inter' means 'between'.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'inter-'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between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'inter-'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'inter-'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77977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312724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312724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325112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325112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34924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76072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76072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someone questions in a formal meeting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communicate or work together with someone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communicating or working together with others, happening now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or contact between people or things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allowing two-way communication or response, especially with a screen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meetings where people are asked questions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meeting where someone is asked questions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'inter-'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'inter-'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interact with each other during group work.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nervous before her job interview.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conducted interviews for the new job.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don't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interrupt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I'm reading. The phone call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interrupted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dinner.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meeting continued after a short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Early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the student catch up in reading. The school introduced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support struggling readers.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'inter-'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'inter-'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interacting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'inter-'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