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'interrupt' really means 'to stop someone while they are speaking or doing something'.
'intervention' really means 'action taken to improve or change a situation'.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For our class newspaper, I will interview the zookeeper about how the meerkats interact with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At the international netball match, she leapt to intercept the pass where the two court lines intersect.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'inter-'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"between"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'inter-' — between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'inter-' means 'between'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'inter-'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'inter-'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'inter-'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'inter-' means 'between'. You can see it at the start of 'intermission'.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'intermission', the base is 'miss' (send).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'interference', '-ence'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'inter-' means 'between'.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'interrelated' means 'connected to each other so that each one affects the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'interrupt' means 'something that gets in the way or disrupts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'intermission' means 'a short break in the middle of a show or concert'.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'intervention' means 'to stop someone while they are speaking or doing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'inter-' means 'between'.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'interrelated' means 'connected to each other so that each one affects the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'interrupt' means 'something that gets in the way or disrupts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'intermission' means 'a short break in the middle of a show or concert'.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'intervention' means 'to stop someone while they are speaking or doing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'inter-'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between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interrelated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'inter-'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93522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93522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99592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99592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840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495544" y="3776472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5544" y="37764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connected to each other so that each one affects the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short break in the middle of a show or concert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stop someone while they are speaking or doing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something that gets in the way or disrupts something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interrelated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action taken to improve or change a situation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that gets in the way or disrupts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stop someone while they are speaking or doing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action taken to improve or change a situation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intermission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short break in the middle of a show or concert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interrelated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connected to each other so that each one affects the others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'inter-'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'inter-'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 the radio was caused by interference.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helped the student catch up in reading.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icy poles during the intermission of the school musical.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class newspaper, I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zookeeper about how the meerkats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each other.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netball match, she leapt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pass where the two court lines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intersect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nation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nation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nation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'inter-' = between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'inter-'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