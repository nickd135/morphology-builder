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"between, among, together"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'inter-' — between, among, together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'inter-' means 'between, among, together'.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'inter-'.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'inter-'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'inter-'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'inter-' means 'between, among, together'.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'interact', the root is the part after the prefix 'inter-'.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'inter-'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'internet' does not contain the prefix 'inter-'.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'inter-' means the same as the prefix 'un-'.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'inter-' means between or among things.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An international match involves more than one country.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'inter-'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between, among, together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'inter-'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or catch something before it reaches its destination.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talk or do things with another person or group.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meeting where someone asks another person questions.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link or join things together so they work with each 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pause or gap between two events or parts of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into someone's conversation or activity suddenly.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Involving two or more countries around the world.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'inter-'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'inter-'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excited to interact with children from another school during the excursion.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referee blew the whistle so that the players could have an interval and drink some water.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not to interrupt while she was explaining the new maths activity.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police managed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message before 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wrong person.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seize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seize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seize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carry, free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interviewer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singer about her favourite songs.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space,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space,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space,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look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does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ew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515910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'inter-' = between, among, together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'inter-'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rupt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nation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interact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international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interrupt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interconnect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interval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'inter-' — 3-Day Teaching Deck</dc:title>
  <dc:subject>PptxGenJS Presentation</dc:subject>
  <dc:creator>Word Labs</dc:creator>
  <cp:lastModifiedBy>Word Labs</cp:lastModifiedBy>
  <cp:revision>1</cp:revision>
  <dcterms:created xsi:type="dcterms:W3CDTF">2026-04-10T00:59:38Z</dcterms:created>
  <dcterms:modified xsi:type="dcterms:W3CDTF">2026-04-10T00:59:38Z</dcterms:modified>
</cp:coreProperties>
</file>