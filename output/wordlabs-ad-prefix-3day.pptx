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notesMasterIdLst>
    <p:notesMasterId r:id="rId4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'advert' really means 'a short way of saying advertisement — something used to promote a product or event'.
'allocate' really means 'to give out a share of something for a particular purpose'.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Please attend assembly on Friday, where Ella will give an account of her trip to the Great Barrier Reef.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The heavy rain will affect our bushwalk. Please accept that we cannot access the waterfall track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Prefix: 'ad-'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"towards; to"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 'ad-' — towards; to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'ad-'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'ad-' = towards; to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prefix 'ad-' means 'towards; to' and how it changes the meaning of a word.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prefix 'ad-'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add 'ad-' to a base and explain the new word's meaning.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'ad-'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'ad-'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'ad-' = towards; to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is a word part added to the start of a base to change its meaning. The prefix 'ad-' means 'towards; to'. In 'assign', it is added to 'sign'.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base is the main part of a word that carries its meaning. In 'assign', the base is 'sign' (mark; signal).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'adviser', '-er' means 'person who'.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'ad-'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'ad-' = towards; to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prefix 'ad-' means 'towards; to'.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'assign' means 'to give a task or job to someone'.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'advert' means 'to agree that something is true, especially something you did not want to say'.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'appoint' means 'to choose someone officially for a job or role'.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'allocate' means 'a short way of saying advertisement — something used to promote a product or event'.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'ad-'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'ad-' = towards; to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prefix 'ad-' means 'towards; to'.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'assign' means 'to give a task or job to someone'.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'advert' means 'to agree that something is true, especially something you did not want to say'.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'appoint' means 'to choose someone officially for a job or role'.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'allocate' means 'a short way of saying advertisement — something used to promote a product or event'.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 'ad-'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'ad-'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'ad-' = towards; to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'ad-'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towards; to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prefix: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admit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advert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assign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appoint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adviser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51460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1460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allocate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66344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6344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approve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'ad-'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'ad-'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'ad-' = towards; to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solidFill>
            <a:srgbClr val="DDD6FE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solidFill>
            <a:srgbClr val="DDD6FE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51560" y="2432304"/>
            <a:ext cx="2194560" cy="365760"/>
          </a:xfrm>
          <a:prstGeom prst="rect">
            <a:avLst/>
          </a:prstGeom>
          <a:solidFill>
            <a:srgbClr val="DDD6FE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051560" y="2834640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1560" y="3236976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mit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474720" y="2432304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vert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474720" y="2834640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74720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sign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3474720" y="3236976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74720" y="323697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point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89788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9788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89788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897880" y="2834640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897880" y="3236976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3776472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1463040" y="3776472"/>
            <a:ext cx="731520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1463040" y="3776472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ad-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2231136" y="3776472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2523744" y="3776472"/>
            <a:ext cx="73152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2523744" y="3776472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3291840" y="3776472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3584448" y="3776472"/>
            <a:ext cx="73152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3584448" y="3776472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4398264" y="3776472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51" name="Shape 49"/>
          <p:cNvSpPr/>
          <p:nvPr/>
        </p:nvSpPr>
        <p:spPr>
          <a:xfrm>
            <a:off x="4809744" y="3776472"/>
            <a:ext cx="1545336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809744" y="3776472"/>
            <a:ext cx="1545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adviser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'ad-'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'ad-'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'ad-' = towards; to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admit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to give out a share of something for a particular purpose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advert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to agree that something is true, especially something you did not want to say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assign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a person whose job is to give expert advice or guidance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appoint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to officially agree that something is acceptable or allowed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adviser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a short way of saying advertisement — something used to promote a product or event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65760" y="374904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65760" y="374904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allocate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514600" y="374904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51760" y="374904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F.  to choose someone officially for a job or role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5760" y="426110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365760" y="426110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approve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2514600" y="426110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651760" y="426110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G.  to give a task or job to someone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'ad-'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'ad-'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'ad-' = towards; to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admit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to agree that something is true, especially something you did not want to say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advert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a short way of saying advertisement — something used to promote a product or event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assign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to give a task or job to someone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appoint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to choose someone officially for a job or role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adviser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a person whose job is to give expert advice or guidance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65760" y="374904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65760" y="374904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allocate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514600" y="374904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51760" y="374904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F.  to give out a share of something for a particular purpose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5760" y="426110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365760" y="426110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approve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2514600" y="426110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651760" y="426110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G.  to officially agree that something is acceptable or allowed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'ad-'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'ad-'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'ad-' = towards; to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'ad-'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teacher will assign homework for the weekend.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board will appoint a new principal next month.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finance adviser helped the family plan their savings.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'ad-'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'ad-' = towards; to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'ad-'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'ad-' = towards; to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Please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attend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assembly on Friday, where Ella will give an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account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her trip to the Great Barrier Reef.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87452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7452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account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87452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0916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70916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attend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0916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'ad-'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'ad-' = towards; to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account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'ad-'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'ad-' = towards; to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account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ad- becomes ac- before 'c'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towards; to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count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find the total; to matter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'ad-'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'ad-' = towards; to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account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ad- becomes ac- before 'c'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towards; to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count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find the total; to matter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count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5" name="Text 3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'ad-'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'ad-' = towards; to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account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ad- becomes ac- before 'c'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towards; to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count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find the total; to matter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count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4277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4277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cc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72740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2740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'ad-'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'ad-' = towards; to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attend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'ad-'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'ad-' = towards; to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attend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ad- becomes at- before 't'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towards; to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tend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stretch; reach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'ad-'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'ad-' = towards; to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attend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ad- becomes at- before 't'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towards; to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tend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stretch; reach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tend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5" name="Text 3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'ad-'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'ad-' = towards; to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attend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ad- becomes at- before 't'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towards; to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tend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stretch; reach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tend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4277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4277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tt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72740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2740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'ad-'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'ad-' = towards; to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'ad-'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'ad-' = towards; to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heavy rain will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affect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our bushwalk. Please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accept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that we cannot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access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waterfall track today.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54864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accept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32232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2232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332232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access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32232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09600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9600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609600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affect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09600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'ad-'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'ad-' = towards; to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accept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'ad-'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'ad-' = towards; to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accept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ad- becomes ac- before 'c'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towards; to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cept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take; receive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'ad-'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'ad-' = towards; to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accept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ad- becomes ac- before 'c'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towards; to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cept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take; receive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cept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5" name="Text 3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'ad-'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'ad-' = towards; to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accept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ad- becomes ac- before 'c'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towards; to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cept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take; receive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cept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254649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54649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293146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93146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331643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331643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370141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370141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408638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08638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7447135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447135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'ad-'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'ad-' = towards; to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access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'ad-'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'ad-' = towards; to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access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ad- becomes ac- before 'c'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towards; to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cess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go; yield; give way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'ad-'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'ad-' = towards; to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access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ad- becomes ac- before 'c'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towards; to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cess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go; yield; give way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cess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5" name="Text 3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'ad-'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'ad-' = towards; to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access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ad- becomes ac- before 'c'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towards; to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cess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go; yield; give way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cess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4277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4277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72740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2740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ss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3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'ad-'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'ad-' = towards; to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affect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'ad-'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'ad-' = towards; to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affect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ad- becomes af- before 'f'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towards; to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fect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make; do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'ad-'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'ad-' = towards; to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affect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ad- becomes af- before 'f'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towards; to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fect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make; do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af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fect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5" name="Text 3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'ad-'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'ad-' = towards; to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affect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ad- becomes af- before 'f'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towards; to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fect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make; do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af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fect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4277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4277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ff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72740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2740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'ad-'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'ad-' = towards; to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5156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156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156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7472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9788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89788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9788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788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9788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'ad-'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'ad-' = towards; to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is the matrix. Which words did you build?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581912"/>
            <a:ext cx="2194560" cy="292608"/>
          </a:xfrm>
          <a:prstGeom prst="rect">
            <a:avLst/>
          </a:prstGeom>
          <a:solidFill>
            <a:srgbClr val="DDD6FE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1911096"/>
            <a:ext cx="2194560" cy="292608"/>
          </a:xfrm>
          <a:prstGeom prst="rect">
            <a:avLst/>
          </a:prstGeom>
          <a:solidFill>
            <a:srgbClr val="DDD6FE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91109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51560" y="2240280"/>
            <a:ext cx="2194560" cy="292608"/>
          </a:xfrm>
          <a:prstGeom prst="rect">
            <a:avLst/>
          </a:prstGeom>
          <a:solidFill>
            <a:srgbClr val="DDD6FE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22402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051560" y="2569464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1560" y="2898648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74720" y="1581912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474720" y="1911096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0" y="191109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mit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474720" y="2240280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0" y="22402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vert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474720" y="2569464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74720" y="256946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sign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3474720" y="2898648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74720" y="289864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point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89788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9788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897880" y="1581912"/>
            <a:ext cx="219456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89788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5897880" y="1911096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897880" y="2240280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897880" y="2569464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897880" y="2898648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Prefix 'ad-' — Teaching Deck</dc:title>
  <dc:subject>PptxGenJS Presentation</dc:subject>
  <dc:creator>Word Labs</dc:creator>
  <cp:lastModifiedBy>Word Labs</cp:lastModifiedBy>
  <cp:revision>1</cp:revision>
  <dcterms:created xsi:type="dcterms:W3CDTF">2026-10-22T10:14:35Z</dcterms:created>
  <dcterms:modified xsi:type="dcterms:W3CDTF">2026-10-22T10:14:35Z</dcterms:modified>
</cp:coreProperties>
</file>