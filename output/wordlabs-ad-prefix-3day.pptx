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'ad-'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"to, toward, near"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'ad-' — to, toward, near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'ad-' means 'to, toward, near'.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'ad-'.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'ad-'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'ad-'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'ad-' means 'to, toward, near'.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'adjust', the root is the part after the prefix 'ad-'.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'ad-' to a base word often gives the meaning of moving toward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'ad-' means 'away from' or 'opposite of'.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'ad-' always stays spelled exactly as 'ad-' in every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'ad-'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'advance' contains the prefix 'ad-', meaning toward.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'ad-'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to, toward, near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'ad-'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'ad-'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vance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exciting or unusual experience, often involving some risk or the unknown.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something as your own, like a new idea, habit, or a child into your family.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people about something, like a product or event, to get their attention.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or someone with great respect and pleasure.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that something is true, or to let someone enter a place.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something slightly so it works better or fits properly.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forward or make progress toward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'ad-'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'ad-'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set off on a thrilling adventure through the rainforest.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to adjust the straps on her backpack before the long hike.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asked to admire the artwork displayed in the school hall.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adjust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plan so we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advance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next level.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near, correct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near, correct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near, correct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hoped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admire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trophy after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 new strategy paid off 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adventure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look, wonder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look, wonder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look, wonder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come,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come,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come,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'ad-'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'ad-' = to, toward, near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'ad-'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vance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admire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'ad-' — 3-Day Teaching Deck</dc:title>
  <dc:subject>PptxGenJS Presentation</dc:subject>
  <dc:creator>Word Labs</dc:creator>
  <cp:lastModifiedBy>Word Labs</cp:lastModifiedBy>
  <cp:revision>1</cp:revision>
  <dcterms:created xsi:type="dcterms:W3CDTF">2026-04-10T00:54:59Z</dcterms:created>
  <dcterms:modified xsi:type="dcterms:W3CDTF">2026-04-10T00:54:59Z</dcterms:modified>
</cp:coreProperties>
</file>