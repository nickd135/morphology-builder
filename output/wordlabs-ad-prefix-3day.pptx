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'ad-'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"to, towards, near"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'ad-' — to, towards, near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'ad-' means 'to, towards, near'.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'ad-'.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'ad-'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'ad-'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'ad-' means 'to, towards, near'.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'advance', the root is the part after the prefix 'ad-'.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'ad-' comes from Latin and means 'to' or 'towards'.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'ad-' means 'against' or 'away from'.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'advance' contains the prefix 'ad-', meaning movement towards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'ad-' sometimes changes its spelling to match the next letter, like 'ac-' before 'c'.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Every word that starts with the letters 'ad' contains the prefix 'ad-'.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'ad-'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to, towards, near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adjust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adopt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advise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'ad-'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'ad-'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mire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vance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2861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34009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exciting journey or experience that involves some risk or challenge.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adjust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something or someone as your own, like adopting a pet or an idea.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lots of people about something, like a product or event, to get their attention.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adopt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something or someone with great respect and enjoyment.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helpful suggestions or recommendations about what to do.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forward or make progress towards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advise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small change so that something fits or works better.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'ad-'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'ad-'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decided to adjust the straps on her backpack before the long hike.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gathered around to admire the colourful mural painted on the school wall.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made great advances in the science project by working together after school.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adjust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plans before the big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adventure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began.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adjust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correct, right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correct, right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correct, right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gave us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advice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how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advance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skills, and we all tried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new training method.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advice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adopt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'ad-'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towards, near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'ad-'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mire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vance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adjust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admire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adopt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advise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'ad-' — 3-Day Teaching Deck</dc:title>
  <dc:subject>PptxGenJS Presentation</dc:subject>
  <dc:creator>Word Labs</dc:creator>
  <cp:lastModifiedBy>Word Labs</cp:lastModifiedBy>
  <cp:revision>1</cp:revision>
  <dcterms:created xsi:type="dcterms:W3CDTF">2026-03-26T07:31:48Z</dcterms:created>
  <dcterms:modified xsi:type="dcterms:W3CDTF">2026-03-26T07:31:48Z</dcterms:modified>
</cp:coreProperties>
</file>