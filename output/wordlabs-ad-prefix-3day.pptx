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'ad-'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"towards; to"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'ad-' — towards; 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'ad-' means 'towards; to'.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'ad-'.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'ad-'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'ad-'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'ad-' means 'towards; to'.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'admit', the root is the part after the prefix 'ad-'.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'addict' means 'a person who cannot stop using something harmful, such as a drug, because they are dependent on it'.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'addict' means 'a person who fixes broken machines'.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'ad' means 'towards; to'.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'admit' means 'to agree that something is true, especially something you did not want to say'.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'admit' means 'to run away from a difficult situation'.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'ad-'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towards; 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adjoin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affair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'ad-'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'ad-'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celer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83133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178808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178808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20293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61441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61441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way of saying advertisement — something used to promote a product or event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 that something is true (used for he, she or it)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adjoin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event, situation, or matter that people are dealing with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next to and joined with another place or 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a task or job to someone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affair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agree that something is true, especially something you did not want to say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cannot stop using something harmful, such as a drug, because they are dependent on it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'ad-'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'ad-'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finally had to admit that he had broken the window.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counsellor spoke gently to the addict about getting help.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classroom adjoins the school library.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gently pressed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accelerator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the light turned green. The shop sells belts, scarves, and other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accessories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accessories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swift; fast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swift; fast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swift; fast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town has a sports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runs the local teams. The sports car is famous for its incredible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acceleration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Several parent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organise the school fete.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association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associations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association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association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society; companion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association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society; companion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association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society; companion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swift; fast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swift; fast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swift; fast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associations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associations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society; companion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associations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society; companion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associations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society; companion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'ad-'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towards;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'ad-'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addict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adjoin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affair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'ad-'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