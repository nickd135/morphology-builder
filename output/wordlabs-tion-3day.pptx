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"act, state, or result"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-tionem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'-tion' — act, state, or result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'-tion' means 'act, state, or result'.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'-tion'.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'-tion'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'-tion'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'-tion' means 'act, state, or result'.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'action', the root is the part before the suffix '-tion'.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'direction'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'-tion' turns a verb or action into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'-tion' means 'without' or 'not'.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'collection' contains the suffix '-tion'.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'-tion' name an act, state, or result of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'-tion' always comes at the beginning of a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'-tion'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act, state, or result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-tionem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'-tion'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doing something or making something happen.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things that have been gathered together.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or how someone responds when something occurs.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event or activity held to mark something joyful.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building or putting something together.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thing that someone has created or made for the first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or way you need to go to get somewhere.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'-tion'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'-tion'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us clear direction about how to complete the activity.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a celebration in the classroom after winning the reading challenge.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construction of the new school library took nearly a whole year.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rocks on the shelf was a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invention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our science display.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students finished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lunch.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or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or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27355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27355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27355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27355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27355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27355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27355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27355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27355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27355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27355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27355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27355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27355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or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27355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27355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27355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27355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27355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27355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27355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27355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27355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27355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27355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27355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27355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27355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09651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09651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09651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09651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09651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09651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09651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09651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09651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09651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09651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09651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09651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09651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09651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09651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09651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09651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09651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09651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'-tion' — 3-Day Teaching Deck</dc:title>
  <dc:subject>PptxGenJS Presentation</dc:subject>
  <dc:creator>Word Labs</dc:creator>
  <cp:lastModifiedBy>Word Labs</cp:lastModifiedBy>
  <cp:revision>1</cp:revision>
  <dcterms:created xsi:type="dcterms:W3CDTF">2026-03-24T22:12:30Z</dcterms:created>
  <dcterms:modified xsi:type="dcterms:W3CDTF">2026-03-24T22:12:30Z</dcterms:modified>
</cp:coreProperties>
</file>