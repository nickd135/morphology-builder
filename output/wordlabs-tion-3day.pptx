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'-tion'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"act, state, or result"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-tio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'-tion' — act, state, or result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'-tion' means 'act, state, or result'.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'-tion'.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'-tion'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'-tion'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'-tion' means 'act, state, or result'.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'action', the root is the part before the suffix '-tion'.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'invention'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'-tion' turns a verb or base word into a noun.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'-tion' makes a word mean 'without something'.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'invention' contains the suffix '-tion'.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Words ending in '-tion' name an act, state, or result of something.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'-tion' comes from Old English.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'-tion'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act, state, or result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-tio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direction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'-tion'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'-tion'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55701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3904488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3904488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07492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48640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8640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action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doing something or making something happen.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 of things gathered together, like stamps or books.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do or feel in response to something that happens.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way you need to go or a guide telling you how to do something.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something or someone safe from harm or danger.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reaction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draws people in or makes them interested.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new that someone has made or thought up for the first time.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'-tion'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'-tion'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construction of the new library took two years to complete.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asked us to pay attention during the science demonstration.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invention of the telephone changed the way people communicate.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collection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insects on display was a great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attraction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the school fair.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col before 'l'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col before 'l'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col before 'l'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at before 't'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or draw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at before 't'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or draw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at before 't'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or draw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determination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Maya found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tricky maths problem.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determination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concentration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solution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determination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determination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termin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or 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determination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termin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or 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9" name="Text 47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determination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termin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or 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952244" y="418795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952244" y="418795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2546188" y="418795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46188" y="418795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3140133" y="418795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140133" y="418795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3734077" y="418795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734077" y="418795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328021" y="418795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328021" y="418795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4921966" y="418795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921966" y="418795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515910" y="418795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15910" y="418795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109855" y="418795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109855" y="418795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6703799" y="418795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703799" y="418795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297743" y="418795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297743" y="418795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7891688" y="418795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891688" y="418795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concentration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concentration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centr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 or middle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concentration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centr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 or middle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concentration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centr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 or middle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52596" y="4187952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52596" y="4187952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497015" y="4187952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497015" y="4187952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041435" y="4187952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041435" y="4187952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585855" y="4187952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585855" y="4187952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130274" y="4187952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130274" y="4187952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674694" y="4187952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674694" y="4187952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219114" y="4187952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219114" y="4187952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763534" y="4187952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763534" y="4187952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307953" y="4187952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307953" y="4187952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852373" y="4187952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852373" y="4187952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396793" y="4187952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396793" y="4187952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941212" y="4187952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941212" y="4187952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solution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solution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loosen or answer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'v' dropped before '-tion'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solution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loosen or answer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'v' dropped before '-tion'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solution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loosen or answer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'v' dropped before '-tion'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24837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124837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033522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668262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8795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87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'-tion'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state,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'-tion'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action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invention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collection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direction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protection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reaction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'-tion' — 3-Day Teaching Deck</dc:title>
  <dc:subject>PptxGenJS Presentation</dc:subject>
  <dc:creator>Word Labs</dc:creator>
  <cp:lastModifiedBy>Word Labs</cp:lastModifiedBy>
  <cp:revision>1</cp:revision>
  <dcterms:created xsi:type="dcterms:W3CDTF">2026-03-25T00:37:19Z</dcterms:created>
  <dcterms:modified xsi:type="dcterms:W3CDTF">2026-03-25T00:37:19Z</dcterms:modified>
</cp:coreProperties>
</file>