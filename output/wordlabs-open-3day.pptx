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'open'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closed or blocked"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aperire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'open' — not closed or blocked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'open' means 'not closed or blocked'.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'open'.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'open'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'open'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'open' means 'not closed or blocked'.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'open'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'open'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'openly' contains the root 'open' plus the suffix '-ly'.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're-' in 'reopened' means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'opener' is a person or tool that opens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'openness' contains a suffix that turns it into a noun meaning a state or quality.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'open' comes from a Greek word meaning 'to see'.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'open'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closed or blocked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aperire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'open'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opening something again after it has been shut or closed 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way that is honest and not hidden from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again after being closed for a period of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been made no longer closed, like a door or box that was shut.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honest and willing to share your thoughts with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or person that opens something, like a can opener in the kitchen.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or space that you can pass through, or the act of making something not closed.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'open'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'open'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openly about her feelings during the class discussion, which made everyone feel comfortable sharing too.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 reopening of the local library was celebrated with free books and activities for families.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in the fence was just wide enough for the small dog to squeeze through into the garden.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owner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reopening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store after repairs.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speaker was admired, but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debate by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questioning the final decision.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closed; honest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 or blocked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wide-open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'open' — 3-Day Teaching Deck</dc:title>
  <dc:subject>PptxGenJS Presentation</dc:subject>
  <dc:creator>Word Labs</dc:creator>
  <cp:lastModifiedBy>Word Labs</cp:lastModifiedBy>
  <cp:revision>1</cp:revision>
  <dcterms:created xsi:type="dcterms:W3CDTF">2026-03-25T03:35:47Z</dcterms:created>
  <dcterms:modified xsi:type="dcterms:W3CDTF">2026-03-25T03:35:47Z</dcterms:modified>
</cp:coreProperties>
</file>