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'open'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'reopen' really means 'to open something again after it had been closed'.
'openly' really means 'in a way that is honest and does not hide anything'.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Dad could not find the tin opener, so we had toast instead of baked beans.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'open'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closed; to make not closed"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'open'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'open' — not closed; to make not closed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'open' means 'not closed; to make not closed'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'open'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'open'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'open'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'open' means 'not closed; to make not closed'. You can find it in 'openly'.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'reopen',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'openly', '-ly' means 'in a way'.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'open' means 'not closed; to make not closed'.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'openness' means 'the quality of being honest and willing to share thoughts or feelings'.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'reopen' means 'in a way that is honest and does not hide anything'.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'unopened' means 'not yet opened; still closed'.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'openly' means 'to open something again after it had been closed'.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'open' means 'not closed; to make not closed'.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'openness' means 'the quality of being honest and willing to share thoughts or feelings'.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'reopen' means 'in a way that is honest and does not hide anything'.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'unopened' means 'not yet opened; still closed'.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'openly' means 'to open something again after it had been closed'.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'open'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closed; to make not closed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reopen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openness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unopened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'open'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523744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523744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2900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72160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72160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3542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4946904" y="3374136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3374136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unopened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quality of being honest and willing to share thoughts or feelings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yet opened; still closed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reopen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in a way that is honest and does not hide anything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open something again after it had been closed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unopened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closed or shut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closed or shut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in a way that is honest and does not hide anything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reopen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open something again after it had been closed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openness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quality of being honest and willing to share thoughts or feelings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unopened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yet opened; still closed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'open'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'open'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open the window to let in some fresh air.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spoke openly about her fears in front of the class.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will reopen tomorrow after the holidays.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could not find the tin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opener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we had toast instead of baked beans.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closed; to make not closed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closed; to make not closed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closed; to make not closed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'open'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'open' = not closed; to make not closed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'open'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