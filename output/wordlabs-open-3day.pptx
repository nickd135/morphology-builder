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'open'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 closed, accessible, uncovered"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aperire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'open' — not closed, accessible, uncovered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closed, accessible, uncovered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'open' means 'not closed, accessible, uncovered'.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'open'.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'open'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'open'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closed, accessible, uncovered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'open' means 'not closed, accessible, uncovered'.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'open'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'open'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closed, accessible, uncovered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An 'opener' is someone or something that opens things.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the prefix 're-' to 'open' makes the word 'reopen', meaning to open again.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'open' comes from the ancient Greek language.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'openly' contains the root 'open' plus the suffix '-ly'.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'openness' has two suffixes added to the root 'open'.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'open'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closed, accessible, uncovered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closed, accessible, uncovered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aperire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openly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openness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wide-open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'open'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closed, accessible, uncovered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opened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closed, accessible, uncovered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completely open with no barriers or limits at all.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honest and willing to share your thoughts with others.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opening something again after it had been shut or closed down.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openness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has been moved so it is no longer shut, like a door or a box.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place or thing that was closed has been opened again.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something in a way that is honest and not hidden from others.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wide-open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gap or hole that you can pass through, or the beginning of something like a show or ceremony.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'open'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closed, accessible, uncovered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'open'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the students to openly share their ideas during the class discussion.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holidays, the reopening of the library was celebrated by the whole community.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used a tin opener to carefully open the can of soup for her lunch.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closed, accessible, uncovered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closed, accessible, uncovered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reopening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new sports centre was exciting, and everyone arrived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openly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curious about the facilities.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closed, accessible, uncovered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closed, accessible, uncovered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closed, accessible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closed, accessible, uncovered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closed, accessible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closed, accessible, uncovered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closed, accessible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 progress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closed, accessible, uncovered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closed, accessible, uncovered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closed, accessible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closed, accessible, uncovered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closed, accessible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closed, accessible, uncovered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closed, accessible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closed, accessible, uncovered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closed, accessible, uncovered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openness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reopened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old chest and found, to her delight, a handwritten letter from her grandmother.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closed, accessible, uncovered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closed, accessible, uncovered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closed, accessible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closed, accessible, uncovered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closed, accessible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closed, accessible, uncovered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closed, accessible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closed, accessible, uncovered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closed, accessible, uncovered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closed, accessible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closed, accessible, uncovered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closed, accessible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closed, accessible, uncovered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closed, accessible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closed, accessible, uncovered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closed, accessible, uncovered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closed, accessible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closed, accessible, uncovered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closed, accessible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closed, accessible, uncovered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closed, accessible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closed, accessible, uncovered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'open' = not closed, accessible, uncovered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'open'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openly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openness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reopening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wide-open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'open' — 3-Day Teaching Deck</dc:title>
  <dc:subject>PptxGenJS Presentation</dc:subject>
  <dc:creator>Word Labs</dc:creator>
  <cp:lastModifiedBy>Word Labs</cp:lastModifiedBy>
  <cp:revision>1</cp:revision>
  <dcterms:created xsi:type="dcterms:W3CDTF">2026-04-09T22:25:04Z</dcterms:created>
  <dcterms:modified xsi:type="dcterms:W3CDTF">2026-04-09T22:25:04Z</dcterms:modified>
</cp:coreProperties>
</file>