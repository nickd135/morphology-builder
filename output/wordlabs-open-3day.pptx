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closed; to make not closed"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'open' — not closed; to make not closed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'open' means 'not closed; to make not closed'.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'open' means 'not closed; to make not closed'.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'open' means 'not closed; to make not closed'.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'open' means 'completely closed and locked tight'.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'opens' means 'locks something up tightly'.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'open' means 'not closed or shut'.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'opens' means 'makes something that was shut become open'.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closed; to make not closed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tool or device used to open things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or device used for opening something, like a tin or bottle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something again after it had been closed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 or shut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honest and does not hide anything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that was shut become open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something that was shut become open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open the window to let in some fresh air.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opens at nine o'clock every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opened the door and walked into the classroom.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mouse squeezed through a small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fence. There were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cave where light came through.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encouraged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students felt safe sharing ideas. The library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doors after the renovation work finished. Crowds gathered outside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museum.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to make 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closed; to make not closed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'open'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