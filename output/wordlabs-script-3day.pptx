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'script'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"write, written, something written"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scriptum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'script' — write, written, something written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'script' means 'write, written, something written'.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'script'.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'script'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'script'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'script' means 'write, written, something written'.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'script'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'script'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'script' comes from a Latin word meaning 'to write'.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prescription is a written note from a teacher about homework.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'manuscript' contains the root 'script' meaning write.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transcript is a written record of what someone said.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'script' is originally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'script'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write, written, something written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scriptum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'script'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that are carved or written onto a surface like a stone or trophy.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or holy writings, such as those found in religious books.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copy of what was said in a conversation, speech, or lesson.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sign up in writing to regularly receive something, like a magazine or app.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or spoken words that tell you what something looks or sounds like.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handwritten or typed document, often an early version of a book.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note from a doctor telling you what medicine to take.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'script'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'script'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wrote a prescription for the medicine that would help Sam feel better.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read from a script during the school play, so we all knew exactly what to say.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ancient inscription carved into the stone was impossible to read after so many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lost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script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director had to find a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every scene.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written in cursive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script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every word the doctor had spoken.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→ tran before 's' of script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→ tran before 's' of script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→ tran before 's' of script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something written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'script' — 3-Day Teaching Deck</dc:title>
  <dc:subject>PptxGenJS Presentation</dc:subject>
  <dc:creator>Word Labs</dc:creator>
  <cp:lastModifiedBy>Word Labs</cp:lastModifiedBy>
  <cp:revision>1</cp:revision>
  <dcterms:created xsi:type="dcterms:W3CDTF">2026-03-25T03:45:36Z</dcterms:created>
  <dcterms:modified xsi:type="dcterms:W3CDTF">2026-03-25T03:45:36Z</dcterms:modified>
</cp:coreProperties>
</file>