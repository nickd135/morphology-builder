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'script'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"written; writing"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'script' — written; writing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'script' means 'written; writing'.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'script'.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'script'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'script'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'script' means 'written; writing'.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'script'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'script'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'scripts' means 'written texts of plays, films or speeches (plural of script)'.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'script' means 'the written words of a play, film, speech or programme'.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'script' means 'a type of paintbrush used by artists'.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'script' means 'written; writing'.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'scripts' means 'small paintbrushes used in art class'.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'script'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written; writing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'script'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2702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61772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61772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writing or speech that explains what something is like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or phrase used to describe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sacred writings of a religion, such as the Bible or the Quran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religious writings (plural of scripture)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writing a script, or writing computer code or instructions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written words of a play, film, speech or programme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texts of plays, films or speeches (plural of script)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'script'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'script'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actors rehearsed their lines from the script.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drama club had copies of the scripts ready for rehearsal.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programmer spent hours scripting the new game feature.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travel brochure was full of exciting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islands. Mum took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chemist to collect the medicine.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pharmacist filled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lunch. She added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postscript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reminding him to bring an umbrella. The author used lots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language to bring the scene to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written; writing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written; writing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'script'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