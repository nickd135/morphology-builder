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'script'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"write, written, something written"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scriptum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'script' — write, written, something written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'script' means 'write, written, something written'.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'script'.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'script'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'script'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'script' means 'write, written, something written'.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'script'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'script'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'transcript' contains the root 'script'.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'script' is found in the word 'sculptor'.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'script' comes from a Latin word meaning 'to write'.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prescription is something a teacher writes on the whiteboard.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manuscript is a type of written document.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'script'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write, written, something written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scriptum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'script'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arrangement where you pay regularly to receive a magazine, app, or service.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that are written or carved onto something, like a trophy or a gravestone.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copy of something that was spoken, such as a speech or interview.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old document written by hand, or the handwritten draft of a book before it is printed.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piece of writing or speech that tells you what something looks, sounds, or feels like.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words for a play, film, or TV show that actors read and perform.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note from a doctor that tells a chemist what medicine to give you.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'script'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'script'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forgot his script and had to ask the director for a new copy before the rehearsal.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doctor wrote me a prescription so that I could collect the right medicine from the chemist.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asked to write a description of their favourite place using vivid language.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read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the trophy, or would you like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ceremony speech?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across, 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→ tran before 'sc'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clear;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symptoms helped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give the right advice.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7297743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down, fully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particular, distinct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or knows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particular, distinct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or knows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particular, distinct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or knows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'script' = write, written, something written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'script'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prescription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transcript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inscription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manuscript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scripture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'script' — 3-Day Teaching Deck</dc:title>
  <dc:subject>PptxGenJS Presentation</dc:subject>
  <dc:creator>Word Labs</dc:creator>
  <cp:lastModifiedBy>Word Labs</cp:lastModifiedBy>
  <cp:revision>1</cp:revision>
  <dcterms:created xsi:type="dcterms:W3CDTF">2026-04-09T22:36:02Z</dcterms:created>
  <dcterms:modified xsi:type="dcterms:W3CDTF">2026-04-09T22:36:02Z</dcterms:modified>
</cp:coreProperties>
</file>