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This deck teaches 'scrib' and 'script' together: they are spellings of the same root.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'inscription' really means 'words written or carved into something like stone or metal'.
'prescribe' really means 'to officially recommend a medicine or treatment for someone'.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Write a short description of your pet and include at least one interesting descriptor.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Grandma's letter was full of descriptive writing about her garden, and a postscript reminded us to collect her prescription.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'scrib / script'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This deck teaches 'scrib' and 'script' together: they are spellings of the same root.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'scrib / script' —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 / script'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 / script'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'scrib / script' means 'write'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root 'scrib / script'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'scrib / script'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'scrib / script'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 / script'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 / script'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is the main part of a word that carries its meaning. The root 'scrib / script' means 'write'. You can find it in 'describe'.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'describe', 'de-' means 'undo; remove; down'.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'inscription', '-ion' means 'act or result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 / script'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 / script' = write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'scrib / script' means 'write'.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'describe' means 'to say or write what someone or something is like'.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'inscription' means 'to officially recommend a medicine or treatment for someone'.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'inscribe' means 'to write or carve words onto a surface, like stone or metal'.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'prescribe' means 'words written or carved into something like stone or metal'.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 / script'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 / script' = write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'scrib / script' means 'write'.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'describe' means 'to say or write what someone or something is like'.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'inscription' means 'to officially recommend a medicine or treatment for someone'.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'inscribe' means 'to write or carve words onto a surface, like stone or metal'.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'prescribe' means 'words written or carved into something like stone or metal'.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'scrib / script'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 / script'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 / script'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 / script'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inscribe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prescribe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inscription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'scrib / script'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 / script'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 / script' = write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scrib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463040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463040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223113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2523744" y="3374136"/>
            <a:ext cx="114300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2523744" y="3374136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703320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995928" y="3374136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995928" y="337413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946904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5358384" y="3374136"/>
            <a:ext cx="2167128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58384" y="3374136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inscription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 / script'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 / script'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 / script' = write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words written or carved into something like stone or metal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written words of a play, film, speech or programme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inscribe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say or write what someone or something is like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prescribe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write or carve words onto a surface, like stone or metal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inscription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officially recommend a medicine or treatment for someone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 / script'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 / script'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 / script' = write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written words of a play, film, speech or programme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say or write what someone or something is like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inscribe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write or carve words onto a surface, like stone or metal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prescribe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officially recommend a medicine or treatment for someone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inscription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words written or carved into something like stone or metal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'scrib / script'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 / script'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 / script' = write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'scrib / script'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actors rehearsed their lines from the script.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describe what the monster in your dream looked like?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jeweller will inscribe her name on the bracelet.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 / script'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 / script'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 / script'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 / script' = write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short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your pet and include at least one interesting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descriptor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 / script'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 / script'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 / script'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 / script'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written; writing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 / script'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 / script'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written; writing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 / script'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 / script'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written; writing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 / script'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 / script'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 / script'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 / script'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written; writing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 / script'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 / script'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written; writing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 / script'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 / script'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written; writing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 / script'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 / script'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 / script'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 / script' = write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Grandma's letter was full of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writing about her garden, and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postscript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reminded us to collect her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postscript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descriptive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 / script'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 / script'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prescription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 / script'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 / script'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prescription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written; writing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 / script'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 / script'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prescription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written; writing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 / script'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 / script'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prescription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written; writing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2244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2244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461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461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14013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4013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734077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34077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328021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28021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921966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1966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515910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15910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109855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09855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703799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03799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29774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9774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8916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8916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 / script'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 / script'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postscript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 / script'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 / script'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postscript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written; writing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 / script'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 / script'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postscript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written; writing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 / script'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 / script'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postscript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written; writing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 / script'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 / script'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 / script'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 / script'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written; writing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 / script'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 / script'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written; writing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 / script'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 / script' = write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written; writing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 / script'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 / script' = write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'scrib / script'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'scrib / script' = write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734056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scrib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descriptor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542032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42032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718304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18304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prescription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894576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94576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postscript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65760" y="401421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0142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descriptive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'scrib / script'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