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'work'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do a job; effort"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'work' — to do a job; effort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'work' means 'to do a job; effort'.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'work'.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'work'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'work'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'work' means 'to do a job; effort'.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'work'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'work'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'works' means 'sleeps very lightly at night'.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'works' means 'does a job, or operates correctly'.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'work' means 'a type of food eaten at breakfast'.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'work' means 'to do a job; effort'.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'work' means 'an activity involving effort, done to achieve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'work'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do a job; effort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'work'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508760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508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63347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980944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2980944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251960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599432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599432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495544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5907024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07024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or improve something that has already been made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 job or made an effort in the past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a job or being busy with effort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who does a job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involving effort, done to achieve something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a job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job, or operates correctly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'work'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'work'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 goes to work every morning at eight o'clock.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old clock still works perfectly well.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will rework the plan after the meeting.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writer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reworked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ending of the story. She spent the afternoon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reworking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essay to make it clearer.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job;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job;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job;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job;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job;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job;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overwork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before the exams — you need rest too.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overworked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nurses were given an extra day off to recover.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Overworking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without breaks can make it harder to concentrate.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job;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job;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job;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job;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job;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job;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job;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job;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job; effort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a job; effort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'work'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