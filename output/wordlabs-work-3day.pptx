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'work'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do or make effort"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weorc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'work' — to do or make effort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'work' means 'to do or make effort'.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'work'.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'work'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'work'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'work' means 'to do or make effort'.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'work'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'work'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'Overworked' means a person has been given too much work.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'teamwork' contains the root 'work'.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'work' means to rest or do nothing.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'workshop' is a place where people learn by doing activities.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'work' comes from the Latin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'work'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do or make effort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weorc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'work'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-shop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-load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structure or plan that supports how something is organised.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been given too much work to do and is very tired.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harder or do more than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work a person has to do.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connected people or things that work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session where people learn by doing hands-on activities.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group of people work together to get something done.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'work'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'work'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showed great teamwork when they built their model bridge together.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set up a framework so we knew exactly how to plan our assignment.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busy nurse felt overworked after a long shift at the hospital.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group finish their project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holds things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holds things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holds things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 relied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heavy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workload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deadline very stressful.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mesh or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mesh or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mesh or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carried or held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carried or held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carried or held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-shop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-load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'work'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