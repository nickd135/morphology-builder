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'work'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do effort or labour"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weorc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'work' — to do effort or labour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'work' means 'to do effort or labour'.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'work'.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'work'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'work'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'work' means 'to do effort or labour'.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'work'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'work'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'homework' contains the root 'work'.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'work' comes from the Latin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'worker' is a person who does a job.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'Teamwork' means people working together towards a goal.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'Overwork' means you haven't done enough work.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'work'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do effort or labour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weorc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homework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outwork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'work'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-shop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-load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too hard or too much.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group of people work together to get something done.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work harder or faster than someone else.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connected people or things that work together.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homework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a job or task.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tasks you do at home.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outwork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something again to make it better.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'work'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'work'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showed great teamwork when they built their model together.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had to rework her story because the ending didn't make sense.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carpenter set up his workshop in the garage so he could build furniture.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teamwork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classroom means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workers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 each other every 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working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or labour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working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or labour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working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or labour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or labour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or labour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or labour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workshop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overworked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project together.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workshop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workshop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workshop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or labour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for activity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workshop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or labour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for activity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workshop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or labour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for activity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or labour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or labour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or labour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or labour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or labour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or labour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'work' = to do effort or labour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'work'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-shop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-load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rework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teamwork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homework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outwork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workshop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'work' — 3-Day Teaching Deck</dc:title>
  <dc:subject>PptxGenJS Presentation</dc:subject>
  <dc:creator>Word Labs</dc:creator>
  <cp:lastModifiedBy>Word Labs</cp:lastModifiedBy>
  <cp:revision>1</cp:revision>
  <dcterms:created xsi:type="dcterms:W3CDTF">2026-04-03T03:21:37Z</dcterms:created>
  <dcterms:modified xsi:type="dcterms:W3CDTF">2026-04-03T03:21:37Z</dcterms:modified>
</cp:coreProperties>
</file>