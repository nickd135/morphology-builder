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'work'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do or make effort"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weorc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'work' — to do or make effort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'work' means 'to do or make effort'.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'work'.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'work'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'work'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'work' means 'to do or make effort'.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'work'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'work'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'work' comes from the Latin language.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'Overworked' means a person has been given too much work.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'work' means to rest or do nothing.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'teamwork' contains the root 'work'.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'workshop' is a place where people learn by doing activities.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'work'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do or make effort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weorc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teamwork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framework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workshop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workload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outwork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'work'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-shop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-load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basic structure or plan that supports how something is organised.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teamwork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has been given too much work to do and is very tired.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framework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harder or do more than someone else.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of work a person has to do.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workshop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of connected people or things that work together.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workload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or session where people learn by doing hands-on activities.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outwork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group of people work together to get something done.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'work'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'work'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showed great teamwork when they built their model bridge together.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set up a framework so we knew exactly how to plan our assignment.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busy nurse felt overworked after a long shift at the hospital.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teamwork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a clear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framework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helped the group finish their project on time.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teamwork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framework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working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make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working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make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working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make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holds things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make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holds things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make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holds things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make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overworked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engineer relied on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her heavy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workload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the deadline very stressful.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workload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make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make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make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307531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7595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connected mesh or system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make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connected mesh or system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make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connected mesh or system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make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workload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workload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make effort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amount carried or held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workload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make effort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amount carried or held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workload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make effort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amount carried or held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or make effort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-shop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-load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teamwork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framework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workshop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workload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outwork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'work' — 3-Day Teaching Deck</dc:title>
  <dc:subject>PptxGenJS Presentation</dc:subject>
  <dc:creator>Word Labs</dc:creator>
  <cp:lastModifiedBy>Word Labs</cp:lastModifiedBy>
  <cp:revision>1</cp:revision>
  <dcterms:created xsi:type="dcterms:W3CDTF">2026-04-10T00:40:40Z</dcterms:created>
  <dcterms:modified xsi:type="dcterms:W3CDTF">2026-04-10T00:40:40Z</dcterms:modified>
</cp:coreProperties>
</file>