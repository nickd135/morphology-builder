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'housework' really means 'jobs to keep a home clean and tidy, like dusting and washing up'.
'schoolwork' really means 'the work you do for school, like reading and maths'.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worker from the hardware shop showed us how to sand our woodwork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Nan finished her patchwork quilt and told me not to overwork, so we played with my clockwork mouse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'work'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do a job; effort"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'work' — to do a job; effort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'work' means 'to do a job; effort'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'work'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'work'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'work'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'work' means 'to do a job; effort'. You can find it in 'rework'.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'artwork' joins 'art' and 'work'.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'worker',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'work' means 'to do a job; effort'.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'teamwork' means 'working well together as a group'.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'housework' means 'to change or improve something that has already been made'.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'rework' means 'to change or improve something that has already been made'.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'schoolwork' means 'a painting, drawing or other piece of art'.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'work' means 'to do a job; effort'.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'teamwork' means 'working well together as a group'.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'housework' means 'to change or improve something that has already been made'.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'rework' means 'to change or improve something that has already been made'.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'schoolwork' means 'a painting, drawing or other piece of art'.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'work'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do a job; effort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housework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schoolwork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'work'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8620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artwork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schoolwork that you do at home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jobs to keep a home clean and tidy, like dusting and washing 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work you do for school, like reading and maths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painting, drawing or other piece of art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change or improve something that has already been made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working well together as a group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schoolwork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an activity involving effort, done to achieve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activity involving effort, done to achieve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change or improve something that has already been made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painting, drawing or other piece of 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schoolwork that you do at home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working well together as a group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jobs to keep a home clean and tidy, like dusting and washing up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schoolwork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the work you do for school, like reading and maths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'work'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'work'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goes to work every morning at eight o'clock.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will rework the plan after the meeting.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artwork was hung in the school hall.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hardware shop showed us how to sand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woodwork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material that trees are made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material that trees are made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material that trees are made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finished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patchwork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quilt and told me not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overwork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played with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clockwork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mouse instead.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overwork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tells the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tells the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tells the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 of material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 of material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 of material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'work'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'work' = to do a job; effort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'work'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