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"say, speak, or declare"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'dic' — say, speak, or declare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'dic' means 'say, speak, or declare'.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'dic' means 'say, speak, or declare'.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'dic'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'dic'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'dic' comes from Latin and means to say or speak.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'predict' means to say something happened in the past.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dictionary is connected to 'dic' because it is a book of words and their meanings.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'dictate' contains the root 'dic' meaning to say or declare.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'dic' comes from the Greek word for writing.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say, speak, or declare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the opposite of what someone else has said, going against their words.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up an important position of power, like when a king or queen leaves the throne.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out loud for someone else to write down, or to give orders that others must follow.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decision made by a judge or jury about whether someone is guilty or not.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lists words in alphabetical order and explains what they mean.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point to or show something clearly so others can see or understand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in the future before it actually occurs.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predict what would happen next in the story based on the clues they had found.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contradict someone, you are saying the opposite of what they have told you.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announced the verdict after listening carefully to both sides of the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announce to the crowd?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abdicate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still forced people to follow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dictator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orders.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speak, declare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word-forming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'dic' = say, speak, or declare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'dic'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-tionary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abdicate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'dic' — 3-Day Teaching Deck</dc:title>
  <dc:subject>PptxGenJS Presentation</dc:subject>
  <dc:creator>Word Labs</dc:creator>
  <cp:lastModifiedBy>Word Labs</cp:lastModifiedBy>
  <cp:revision>1</cp:revision>
  <dcterms:created xsi:type="dcterms:W3CDTF">2026-03-25T03:44:40Z</dcterms:created>
  <dcterms:modified xsi:type="dcterms:W3CDTF">2026-03-25T03:44:40Z</dcterms:modified>
</cp:coreProperties>
</file>