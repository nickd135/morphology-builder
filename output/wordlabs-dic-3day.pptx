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"say, speak, proclaim"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'dic' — say, speak, proclaim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'dic' means 'say, speak, proclaim'.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'dic' means 'say, speak, proclaim'.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dictionary helps us understand the meaning of words, which connects to 'dic' meaning to say or explain.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'dic' comes from a Latin word meaning to say or speak.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'dic' comes from a Greek word meaning to write.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'picture' contains the root 'dic' meaning to speak.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'predict' uses 'dic' because it means to say something before it happens.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say, speak, proclaim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decision or judgement made about something, like in a court of law.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your time and effort fully to a person or a special purpose.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out loud for someone else to write down, or to give orders that must be followed.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said, disagreeing with their words.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in the future before it actually occurs.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point to or show something clearly so others can understand.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lists words in alphabetical order and explains what they mean.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forecast will predict whether we need to bring an umbrella to school tomorrow.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use a dictionary to find the meaning of any unfamiliar words in the passage.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had to dictate instructions to the crew during the storm so everyone knew what to do.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will happen next, or does the evidence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something unexpected?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queen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abdicate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throne,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that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dictionary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new laws should guide the kingdom.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proclaim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proclaim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proclaim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do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consonant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a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a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a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proclaim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-tionary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dedicate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'dic' — 3-Day Teaching Deck</dc:title>
  <dc:subject>PptxGenJS Presentation</dc:subject>
  <dc:creator>Word Labs</dc:creator>
  <cp:lastModifiedBy>Word Labs</cp:lastModifiedBy>
  <cp:revision>1</cp:revision>
  <dcterms:created xsi:type="dcterms:W3CDTF">2026-04-09T22:34:45Z</dcterms:created>
  <dcterms:modified xsi:type="dcterms:W3CDTF">2026-04-09T22:34:45Z</dcterms:modified>
</cp:coreProperties>
</file>