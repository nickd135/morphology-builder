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'dic'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"say; speak"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'dic' — say; speak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'dic' means 'say; speak'.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'dic'.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'dic'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'dic'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'dic' means 'say; speak'.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'dic'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'dic'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'diction' means 'a thick book of word meanings'.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'indices' means 'lists or scales used to measure or show levels of something (plural of index)'.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'indices' means 'small pointing fingers'.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'dic' means 'say; speak'.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'diction' means 'the way someone speaks or pronounces words clearly'.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'dic'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say; speak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addiction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dedicated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'dic'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" y="4041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041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291840" y="40416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40416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636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508760" y="46360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508760" y="4636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ad-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2359152" y="4636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2706624" y="4636008"/>
            <a:ext cx="10972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706624" y="4636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831336" y="4636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178808" y="4636008"/>
            <a:ext cx="10972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178808" y="4636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349240" y="46360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5760720" y="46360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0720" y="4636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devoted to a task or purpose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out or shows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or scales used to measure or show levels of something (plural of index)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pointed out or showed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dedicated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point out or show something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need to keep doing or using something, even when it causes harm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someone speaks or pronounces words clearly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'dic'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'dic'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 indices showed prices had risen sharply this year.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actor's diction was so clear that everyone in the theatre understood him.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indicate your answer by circling the correct letter.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was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the two witnesses' stories. The priest gave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benediction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close the wedding ceremony.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contradiction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benediction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contradiction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contradiction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opposite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contradiction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opposite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contradiction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opposite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596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596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49701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9701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04143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4143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58585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8585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3027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3027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7469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7469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1911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911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76353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353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30795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795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85237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237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39679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9679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941212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41212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benediction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benediction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good; well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benediction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good; well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benediction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good; well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syndicate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investors bought the old factory. Her comic strip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syndicated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newspapers around the world. The show earned millions through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syndication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syndicate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syndicated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syndication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syndicate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syndicate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together; with; same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syndicate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together; with; same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syndicate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together; with; same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syndicated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syndicated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together; with; same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syndicated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together; with; same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syndicated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together; with; same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syndication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syndication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together; with; same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syndication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together; with; same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syndication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together; with; same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say; speak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'dic' = say; speak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'dic'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66674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66674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971800" y="3666744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3666744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indices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diction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addiction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dedicated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indicated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'dic' — 3-Day Teaching Deck</dc:title>
  <dc:subject>PptxGenJS Presentation</dc:subject>
  <dc:creator>Word Labs</dc:creator>
  <cp:lastModifiedBy>Word Labs</cp:lastModifiedBy>
  <cp:revision>1</cp:revision>
  <dcterms:created xsi:type="dcterms:W3CDTF">2026-07-07T10:22:38Z</dcterms:created>
  <dcterms:modified xsi:type="dcterms:W3CDTF">2026-07-07T10:22:38Z</dcterms:modified>
</cp:coreProperties>
</file>