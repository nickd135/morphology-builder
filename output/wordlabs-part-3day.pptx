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'part'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piece or section"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'part' — a piece or section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'part' means 'a piece or section'.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'part'.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'part'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'part'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'part' means 'a piece or section'.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'part'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'part'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'part' comes from a Latin word meaning a piece or section.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'depart' means to arrive at a new place.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particle is a very tiny piece of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'compartment' contains the root 'part'.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'partial' means something that is fully complete.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'part'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piece or section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pars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'part'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piece or bit of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leave or go away from a place.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complete; only part of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or share a part of your knowledge with someone.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section or divided part of a space.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impart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 shares a part in something with you.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wall or divider that splits a space into parts.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'part'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'part'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each played an important part in making the school play a success.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explained that every particle of dust in the air is made up of tiny pieces of matter.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depart for camp on Monday, make sure your bags are packed the night before.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was asked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depart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quietly, and each student played an important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keeping the corridor calm.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departure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guests, Mia found a tiny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particle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glitter on her shirt,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partner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her clean it up.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departure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shares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shares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or section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shares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'part' = a piece or section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'part'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particle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partner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impart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compartment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department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'part' — 3-Day Teaching Deck</dc:title>
  <dc:subject>PptxGenJS Presentation</dc:subject>
  <dc:creator>Word Labs</dc:creator>
  <cp:lastModifiedBy>Word Labs</cp:lastModifiedBy>
  <cp:revision>1</cp:revision>
  <dcterms:created xsi:type="dcterms:W3CDTF">2026-03-25T03:41:45Z</dcterms:created>
  <dcterms:modified xsi:type="dcterms:W3CDTF">2026-03-25T03:41:45Z</dcterms:modified>
</cp:coreProperties>
</file>