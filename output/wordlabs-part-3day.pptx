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'part'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'partially' really means 'not completely; to some extent'.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Keep your pencils in the small compartment at the front of your school bag.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'part'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piece of something; a section"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'part'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'part' — a piece of something; a section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'part' means 'a piece of something; a section'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'part'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'part'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'part'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'part' means 'a piece of something; a section'. You can find it in 'depart'.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'depart',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'partly',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'part' means 'a piece of something; a section'.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'depart' means 'to leave a place, especially to start a journey'.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'partially' means 'treating everyone fairly, without favouring one side'.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'impartial' means 'treating everyone fairly, without favouring one side'.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'partly' means 'to some extent but not completely'.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'part' means 'a piece of something; a section'.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'depart' means 'to leave a place, especially to start a journey'.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'partially' means 'treating everyone fairly, without favouring one side'.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'impartial' means 'treating everyone fairly, without favouring one side'.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'partly' means 'to some extent but not completely'.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'part'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piece of something; a section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impartial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'part'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6090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66090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6616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5876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5876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leave a place, especially to start a journey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treating everyone fairly, without favouring one side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completely; to some extent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some extent but not completely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impartial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piece or section of something larger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piece or section of something larger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leave a place, especially to start a journey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some extent but not completely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completely; to some extent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impartial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treating everyone fairly, without favouring one side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'part'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'part'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 the first part of the story before dinner.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will depart from platform two at nine o'clock.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was partly finished when the storm hit.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pencils in the small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front of your school bag.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'part' = a piece of something; a 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compartment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'part'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