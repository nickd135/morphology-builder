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"piece, share, divide"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'part' — piece, share, divide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'part' means 'piece, share, divide'.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'part' means 'piece, share, divide'.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particle is a tiny piece or small part of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'depart' contains the root 'part'.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'partial' means something is complete and whole.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'part' comes from a Latin word meaning piece or share.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'im' in 'impartial' means after or behind.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piece, share, divide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impartial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piece or small part of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a place and go somewhere else.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not complete — only part of it is there or done.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fair and not taking sides — not favouring one part over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section or divided part inside something, like a bag or train carriage.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impartial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shares a part in an activity or work with you.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wall or divider that separates one space into parts.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will play a part in our school concert next week.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tiny particles of dust floating in the air.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depart early because the train was leaving at six o'clock.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impartial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choosing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everyone felt it was fair.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impartial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our group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compartment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bag held a different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experiment.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piece, share,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piece, share, divide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impartial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'part' — 3-Day Teaching Deck</dc:title>
  <dc:subject>PptxGenJS Presentation</dc:subject>
  <dc:creator>Word Labs</dc:creator>
  <cp:lastModifiedBy>Word Labs</cp:lastModifiedBy>
  <cp:revision>1</cp:revision>
  <dcterms:created xsi:type="dcterms:W3CDTF">2026-04-09T22:31:25Z</dcterms:created>
  <dcterms:modified xsi:type="dcterms:W3CDTF">2026-04-09T22:31:25Z</dcterms:modified>
</cp:coreProperties>
</file>