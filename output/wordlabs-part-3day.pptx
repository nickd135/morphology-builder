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piece of something; a section"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'part' — a piece of something; a section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'part' means 'a piece of something; a section'.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'part' means 'a piece of something; a section'.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'part' means 'a piece or section of something larger'.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'parts' means 'pieces or components that make up something bigger'.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'part' means 'a piece of something; a section'.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'part' means 'to walk or travel somewhere on foot'.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'parts' means 'small celebrations held with friends'.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piece of something; a section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25112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325112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social gathering held to celebrate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or divided, or said goodbye and went different ways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 of something larger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some extent but not completely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gatherings held for enjoyment or celebration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a place, especially to start a journey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or components that make up something bigger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read the first part of the story before dinner.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took the engine apart to see all its parts.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having a party to celebrate my birthday on Saturday.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separate the meeting area from the desks. He kept his tools in a small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compartment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the seat.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houses stood far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hill. They rented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apartment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fifth floor. The new building has forty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apartments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of something; a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partly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'part'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