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'turn'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rotate or change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'turn' — to rotate or change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'turn' means 'to rotate or change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'turn'.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'turn'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'turn'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'turn' means 'to rotate or change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'turn'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'turn'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'return' contains the root 'turn' meaning to rotate or change direction.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're' in 'return' means forward or ahead.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'overturn' means to flip something upside down or reverse a decision.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with the root 'turn' are related to movement or change of direction.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'turning' has no suffix added to the root 'turn'.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'turn'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rotate or change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outturn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'turn'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 place or give something back to where it came from.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flip something upside down, or to change a decision that was already made.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tool that turns things around.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around in a circle or changing direction.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already moved around or changed direction in the past.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amount of something that is produced or comes out at the end.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outturn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improves or moves upward after being down.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'turn'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'turn'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we were excited to return to school and see our friends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made a sharp turning movement and landed perfectly on the mat.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decided to overturn the earlier decision after hearing new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long trip, it felt wonderful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home, and we noticed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everyone's mood.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upward, higher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upward, higher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upward, higher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tide caused the boat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luckily the crew managed a safe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shore.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rotate or change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rotate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upturn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outturn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'turn' — 3-Day Teaching Deck</dc:title>
  <dc:subject>PptxGenJS Presentation</dc:subject>
  <dc:creator>Word Labs</dc:creator>
  <cp:lastModifiedBy>Word Labs</cp:lastModifiedBy>
  <cp:revision>1</cp:revision>
  <dcterms:created xsi:type="dcterms:W3CDTF">2026-03-25T03:35:29Z</dcterms:created>
  <dcterms:modified xsi:type="dcterms:W3CDTF">2026-03-25T03:35:29Z</dcterms:modified>
</cp:coreProperties>
</file>