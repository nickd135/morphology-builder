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'turn'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rotate or change direction"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tornare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'turn' — to rotate or change direction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'turn' means 'to rotate or change direction'.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'turn'.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'turn'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'turn'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'turn' means 'to rotate or change direction'.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'turn'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'turn'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'turner' is someone or something that turns.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'turn' comes from a Greek word meaning 'to spin gold'.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'return' means to go back to where you started.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'mis' in a word always means 'again'.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'overturn' contains the root 'turn'.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'turn'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rotate or change direction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tornare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upturn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turnout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'turn'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or come back to a place you were before.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 white vegetable that grows underground.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around in a circle or changing direction.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upturn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improves or starts going in a better direction.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tool that turns things around.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people who show up to an event.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turnout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flip something upside down or knock it over.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'turn'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'turn'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gymnast made a spectacular return to the competition after recovering from her injury.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 wind caused the small boat to overturn in the middle of the lake.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huge turnout at the school fete, with hundreds of families attending.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council worked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overturn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fallen barriers and ensure a safe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all residents.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enormous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turnout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rally surprised everyone;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turning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 came when the speaker announced the exciting news, and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turner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crowd cheered loudly.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turnout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outside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outside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outside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 or 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 or 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 or 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turnip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upturn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turnout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'turn' — 3-Day Teaching Deck</dc:title>
  <dc:subject>PptxGenJS Presentation</dc:subject>
  <dc:creator>Word Labs</dc:creator>
  <cp:lastModifiedBy>Word Labs</cp:lastModifiedBy>
  <cp:revision>1</cp:revision>
  <dcterms:created xsi:type="dcterms:W3CDTF">2026-04-09T22:24:43Z</dcterms:created>
  <dcterms:modified xsi:type="dcterms:W3CDTF">2026-04-09T22:24:43Z</dcterms:modified>
</cp:coreProperties>
</file>