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'turn'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change direction; to rotate"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'turn' — to change direction; to rotate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'turn' means 'to change direction; to rotate'.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'turn'.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'turn'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'turn'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'turn' means 'to change direction; to rotate'.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'turn'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'turn'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'turns' means 'changes direction, or chances for each person to do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'turn' means 'to move so as to face or go in a different direction'.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'turn' means 'to change direction; to rotate'.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'turn' means 'to shout loudly at someone'.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'turns' means 'loud noises made by an animal'.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'turn'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change direction; to rotate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'turn'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7977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12724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12724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02336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43484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3484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'turn'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'turn'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left at the traffic lights to reach the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takes turns on the swing at lunchtime.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turned the corner and saw the shop.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at the traffic lights to reach the school. Everyone takes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swing at lunchtime.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corner and saw the shop. She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flip the pancake in the pan. The car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turning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slowly into the car park.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direction; to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'turn' = to change direction; to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'turn'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'turn'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