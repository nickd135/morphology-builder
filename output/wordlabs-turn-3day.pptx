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'turn' has very few longer words built from it, so this deck practises adding the suffixes -s, -ed, -ing and -able to the base (Years 3–4). Only 9 words with 'turn' suit Years 3–7, so Day 3 has 2 dictation words instead of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-s really means 'more than one, or someone does it now'.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We took turns on the swing until the sky turned dark.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These glass bottles are returnable, so we are turning them in at the shop this afternoon.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'turn'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 change direction; to rotate"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'turn' has very few longer words built from it, so this deck practises adding the suffixes -s, -ed, -ing and -able to the base (Years 3–4). Only 9 words with 'turn' suit Years 3–7, so Day 3 has 2 dictation words instead of 3.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'turn' — to change direction; to rotate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'turn'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'turn' = to change direction; to rotate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to add the suffixes -s, -ed, -ing and -able to the base 'turn' and spell the new words correctly.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each suffix tells us (for example, -ed means it has already happened).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find the base 'turn' inside each longer word.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'turn'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'turn'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'turn' = to change direction; to rotate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'turn' means 'to change direction; to rotate'. You can find it in 'return'.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'return', 're-' means 'again'.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'returnable', '-able' means 'able to'.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'turn'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'turn' = to change direction; to rotate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'turns', the suffix '-s' tells us more than one, or someone does it now.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'turned', the suffix '-ed' tells us it is happening now.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'turning', the suffix '-ing' tells us it is happening.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suffix '-s'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'turn'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'turn' = to change direction; to rotate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'turns', the suffix '-s' tells us more than one, or someone does it now.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'turned', the suffix '-ed' tells us it is happening now.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'turning', the suffix '-ing' tells us it is happening.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suffix '-s'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'turn'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'turn'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'turn' = to change direction; to rotate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'turn'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change direction; to rotate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returned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returning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'turn'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'turn'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'turn' = to change direction; to rotate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-able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65760" y="337413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463040" y="3374136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1463040" y="337413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2231136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2523744" y="3374136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2523744" y="3374136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turn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429000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721608" y="3374136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3721608" y="337413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535424" y="337413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4946904" y="3374136"/>
            <a:ext cx="1545336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46904" y="3374136"/>
            <a:ext cx="1545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'turn'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'turn'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'turn' = to change direction; to rotate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coming or going back to a place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came or went back, or gave something back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move so as to face or go in a different direction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comes or goes back, or gives something back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to come or go back to a place, or to give something back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'turn'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'turn'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'turn' = to change direction; to rotate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move so as to face or go in a different direction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come or go back to a place, or to give something back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comes or goes back, or gives something back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came or went back, or gave something back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coming or going back to a place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'turn'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'turn'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'turn' = to change direction; to rotate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'turn'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left at the traffic lights to reach the school.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 returns to the station every hour.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'turn'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'turn' = to change direction; to rotate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'turn'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'turn' = to change direction; to rotate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took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turns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the swing until the sky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turned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dark.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turned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'turn'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'turn' = to change direction; to rotate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turns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'turn'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'turn' = to change direction; to rotate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turns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change direction; to rotate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'turn'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'turn' = to change direction; to rotate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turns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change direction; to rotate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turns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'turn'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'turn' = to change direction; to rotate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turns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change direction; to rotate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turns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7004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7004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123944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23944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577840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77840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03173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3173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'turn'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'turn' = to change direction; to rotate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turned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'turn'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'turn' = to change direction; to rotate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turned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change direction; to rotate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'turn'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'turn' = to change direction; to rotate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turned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change direction; to rotate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turned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'turn'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'turn' = to change direction; to rotate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turned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change direction; to rotate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turned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7004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7004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123944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23944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577840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77840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03173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3173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'turn'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'turn' = to change direction; to rotate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'turn'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'turn' = to change direction; to rotate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glass bottles are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returnable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 we are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turning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them in at the shop this afternoon.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turning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returnable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'turn'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'turn' = to change direction; to rotate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turning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'turn'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'turn' = to change direction; to rotate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turning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change direction; to rotate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'turn'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'turn' = to change direction; to rotate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turning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change direction; to rotate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'turn'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'turn' = to change direction; to rotate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turning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change direction; to rotate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'turn'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'turn' = to change direction; to rotate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'turn'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'turn' = to change direction; to rotate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change direction; to rotate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'turn'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'turn' = to change direction; to rotate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change direction; to rotate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ble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'turn'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'turn' = to change direction; to rotate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change direction; to rotate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ble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'turn'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'turn' = to change direction; to rotate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'turn'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'turn' = to change direction; to rotate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2734056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734056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897880" y="2734056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273405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-able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65760" y="32095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65760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turns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542032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42032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turned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718304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18304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turning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894576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94576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returnable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'turn' — Teaching Deck</dc:title>
  <dc:subject>PptxGenJS Presentation</dc:subject>
  <dc:creator>Word Labs</dc:creator>
  <cp:lastModifiedBy>Word Labs</cp:lastModifiedBy>
  <cp:revision>1</cp:revision>
  <dcterms:created xsi:type="dcterms:W3CDTF">2026-10-22T10:14:33Z</dcterms:created>
  <dcterms:modified xsi:type="dcterms:W3CDTF">2026-10-22T10:14:33Z</dcterms:modified>
</cp:coreProperties>
</file>