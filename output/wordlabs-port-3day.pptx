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"carry, bring, transport"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'port' — carry, bring, transport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'port' means 'carry, bring, transport'.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'port' means 'carry, bring, transport'.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'port' comes from a Latin word meaning to carry.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'export' means to bring goods into a country.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portable device is one that is easy to carry around.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'transport' contains the root 'port' meaning carry.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'port' comes from a Greek word meaning to move.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carry, bring, transport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out of a country to be sold elsewhere.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something or someone up and help them.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goods from one place to another.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carry around because it is light or small.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carry luggage or heavy loads.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information back and share it with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goods into a country from another country.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transport such as trains, buses, and cars to carry us from place to place.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likes to export goods like wool and wheat to other countries around the world.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portable speaker is handy because you can carry it with you wherever you go.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supplies carefully, so please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best route.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luggage, and we were asked to support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'port' — 3-Day Teaching Deck</dc:title>
  <dc:subject>PptxGenJS Presentation</dc:subject>
  <dc:creator>Word Labs</dc:creator>
  <cp:lastModifiedBy>Word Labs</cp:lastModifiedBy>
  <cp:revision>1</cp:revision>
  <dcterms:created xsi:type="dcterms:W3CDTF">2026-03-25T02:19:48Z</dcterms:created>
  <dcterms:modified xsi:type="dcterms:W3CDTF">2026-03-25T02:19:48Z</dcterms:modified>
</cp:coreProperties>
</file>