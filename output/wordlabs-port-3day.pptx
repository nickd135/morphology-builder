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"carry, bring, move"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'port' — carry, bring, move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'port' means 'carry, bring, move'.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'port' means 'carry, bring, move'.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'port' comes from a Latin word meaning to carry.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'export' means to bring goods into a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'portable' device is one that can be carried around easily.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'transport' contains the root 'port'.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'port' comes from a Greek word meaning to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carry, bring, move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things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up or help someone through a difficult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another country.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carries bags and luggage for other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to carry around because it is light or small.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information back by telling or writing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out of a country to be sold somewhere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likes to export wool and wheat to other countries around the world.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carried their portable laptops to the library for research.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arranged transport to take everyone to the excursion safely.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fresh fruit, but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makes it possible.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goods need reliable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surprised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carry, bring,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'port' — 3-Day Teaching Deck</dc:title>
  <dc:subject>PptxGenJS Presentation</dc:subject>
  <dc:creator>Word Labs</dc:creator>
  <cp:lastModifiedBy>Word Labs</cp:lastModifiedBy>
  <cp:revision>1</cp:revision>
  <dcterms:created xsi:type="dcterms:W3CDTF">2026-03-25T00:36:33Z</dcterms:created>
  <dcterms:modified xsi:type="dcterms:W3CDTF">2026-03-25T00:36:33Z</dcterms:modified>
</cp:coreProperties>
</file>