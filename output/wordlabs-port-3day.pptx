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19 word families with 'port'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'support' really means 'help, encouragement or assistance given to someone or something'.
'export' really means 'to send goods to another country to be sold'.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hotel porter joked that he wished he could teleport our heavy bags upstairs.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took a portable speaker to the park so we could play music at the picnic.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'port'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"carry"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19 word families with 'port'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'port' — carry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'port' means 'carry'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'port'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'port'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'port'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'port' means 'carry'. You can find it in 'import'.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'import', 'im-' means 'in; into'.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'reporter',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'port' means 'carry'.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'import' means 'to bring goods into a country from abroad'.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'support' means 'to carry people or goods from one place to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'reporter' means 'a person whose job is to gather and report news'.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'export' means 'help, encouragement or assistance given to someone or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'port' means 'carry'.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'import' means 'to bring goods into a country from abroad'.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'support' means 'to carry people or goods from one place to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'reporter' means 'a person whose job is to gather and report news'.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'export' means 'help, encouragement or assistance given to someone or something'.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'port'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'port'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72160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72160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946904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904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send goods to another country to be sold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carry people or goods from one place to another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bring goods into a country from abroad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help, encouragement or assistance given to someone or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whose job is to gather and report news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bring goods into a country from abroad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help, encouragement or assistance given to someone or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carry people or goods from one place to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whose job is to gather and report news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send goods to another country to be sold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'port'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'port'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has to import most of its cars from overseas.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reporter interviewed people at the scene of the fire.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export their wheat to countries around the world.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hotel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porter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joked that he wished he could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teleport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heavy bags upstairs.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teleport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teleport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teleport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teleport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took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speaker to the park so we could play music at the picnic.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'port' = carry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exporter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porter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'port'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