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"carry, bring, bear"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'port' — carry, bring, bear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'port' means 'carry, bring, bear'.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'port' means 'carry, bring, bear'.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'port' comes from a Latin word meaning to carry.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'export' means to bring goods into a country.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'trans' in 'transport' means across or through.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'port' is originally from a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'portable' device is one that can be easily carried around.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carry, bring, bear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people or things from one place to another.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something up or help someone through a difficult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goods into a country from another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carries luggage or heavy loads for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easy to carry because it is light or small.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information back by telling or writing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goods out of a country to sell somewhere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likes to export wool and wheat to many countries around the world.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transport all the camping gear to the campsite before it gets dark.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wrote a detailed report about the water cycle for her science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fresh fruit from overseas, but we also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wheat to other countries.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our bags,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staff was wonderful!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'port' — 3-Day Teaching Deck</dc:title>
  <dc:subject>PptxGenJS Presentation</dc:subject>
  <dc:creator>Word Labs</dc:creator>
  <cp:lastModifiedBy>Word Labs</cp:lastModifiedBy>
  <cp:revision>1</cp:revision>
  <dcterms:created xsi:type="dcterms:W3CDTF">2026-04-09T22:36:20Z</dcterms:created>
  <dcterms:modified xsi:type="dcterms:W3CDTF">2026-04-09T22:36:20Z</dcterms:modified>
</cp:coreProperties>
</file>