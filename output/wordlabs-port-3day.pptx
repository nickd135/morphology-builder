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'port'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"carry"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'port' — carry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'port' means 'carry'.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'port'.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'port'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'port'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'port' means 'carry'.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'port'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'port'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'ports' means 'harbour towns where ships dock'.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'port' means 'a harbour town where ships load and unload'.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'port' means 'a small round fruit'.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'ports' means 'small sweet fruits'.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'port' means 'carry'.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'port'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carry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'port'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2706624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2706624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397764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4325112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4325112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221224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5632704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32704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goods into a country from abroad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 brought into a country from abroad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harbour town where ships load and unload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brought in from another country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company that brings goods into a country to sell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carries luggage or goods, especially at a station or hotel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harbour towns where ships dock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'port'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'port'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ship docked at the port to unload its cargo.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country has several busy ports along its coastline.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 will import cars from overseas this year.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explained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importance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eating vegetables. A large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proportion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school takes part in sport.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importance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proportion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proportion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proportion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proportion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proportion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importantly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remember to bring your homework tomorrow. The architect carefully studied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proportions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old hall. Her pocket money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proportional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chores she did.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importantly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proportions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proportional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importantly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importantly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importantly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importantly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proportions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proportions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proportions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proportions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proportional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proportional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proportional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proportional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'port' = carry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'port'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'port' — 3-Day Teaching Deck</dc:title>
  <dc:subject>PptxGenJS Presentation</dc:subject>
  <dc:creator>Word Labs</dc:creator>
  <cp:lastModifiedBy>Word Labs</cp:lastModifiedBy>
  <cp:revision>1</cp:revision>
  <dcterms:created xsi:type="dcterms:W3CDTF">2026-07-07T10:22:38Z</dcterms:created>
  <dcterms:modified xsi:type="dcterms:W3CDTF">2026-07-07T10:22:38Z</dcterms:modified>
</cp:coreProperties>
</file>