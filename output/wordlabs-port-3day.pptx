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"carry, bring, or transport"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'port' — carry, bring, or transport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'port' means 'carry, bring, or transport'.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'port' means 'carry, bring, or transport'.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'port' comes from a Latin word meaning to carry.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'export' means to bring goods into a country.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portable device is one that can be easily carried from place to place.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'transport' contains the root 'port' meaning carry.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'port' comes from a Greek word meaning water.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carry, bring, or transport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-folio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people or things from one place to another.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something up or help carry someone through a difficult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goods into a country from another country.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carry bags or luggage for other people.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light enough to be easily carried around.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or spoken account that carries information to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goods from one country to another country.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likes to export wool and wheat to many other countries around the world.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porter at the hotel kindly carried our heavy bags up to our room.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transport all of these boxes to the new classroom before lunch.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help 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these books, and then write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where they came from?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fresh fruit, but we also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wool; our teacher asked us to write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Australian trade.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or transport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-folio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'port' — 3-Day Teaching Deck</dc:title>
  <dc:subject>PptxGenJS Presentation</dc:subject>
  <dc:creator>Word Labs</dc:creator>
  <cp:lastModifiedBy>Word Labs</cp:lastModifiedBy>
  <cp:revision>1</cp:revision>
  <dcterms:created xsi:type="dcterms:W3CDTF">2026-03-24T22:11:46Z</dcterms:created>
  <dcterms:modified xsi:type="dcterms:W3CDTF">2026-03-24T22:11:46Z</dcterms:modified>
</cp:coreProperties>
</file>