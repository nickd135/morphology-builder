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connected with"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-arius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'-ary' — relating to, connected with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'-ary' means 'relating to, connected with'.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'-ary' means 'relating to, connected with'.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'dictionary', the root is the part before the suffix '-ary'.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'library'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'-ary'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'-ary' always makes a word into a 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'dictionary' ends in the suffix '-ary'.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'-ary' are often adjectives or nouns.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'-ary' means 'not' or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connected with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-arius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voluntary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real; existing only in your mind or imagination.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choose to do yourself, without being forced or paid.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basic; relating to the first or easiest stage of learning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voluntary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usual; not special or different from what you'd expect.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famous or impressive that people tell stories and talk about it for a long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lists words in alphabetical order and explains what they mean.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books and other resources are kept for people to borrow and read.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visited the library to find books about Australian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our homework was voluntary, so we did not have to hand it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in the story was imaginary, but it felt very real to the children.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elementary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school had an extraordinary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 of wonderful books.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building block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building block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building block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legendary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story,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imaginary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creature helped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ordinary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villagers find their way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story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picture in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rank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rank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rank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library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voluntary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'-ary' — 3-Day Teaching Deck</dc:title>
  <dc:subject>PptxGenJS Presentation</dc:subject>
  <dc:creator>Word Labs</dc:creator>
  <cp:lastModifiedBy>Word Labs</cp:lastModifiedBy>
  <cp:revision>1</cp:revision>
  <dcterms:created xsi:type="dcterms:W3CDTF">2026-04-03T03:21:51Z</dcterms:created>
  <dcterms:modified xsi:type="dcterms:W3CDTF">2026-04-03T03:21:51Z</dcterms:modified>
</cp:coreProperties>
</file>