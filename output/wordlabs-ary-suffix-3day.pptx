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'-ary'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"relating to; place associated with"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'-ary' — relating to; place associated with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'-ary' means 'relating to; place associated with'.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'-ary'.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'-ary'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'-ary'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'-ary' means 'relating to; place associated with'.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'safaris', the root is the part before the suffix '-ary'.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'visionary'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'visionary' means 'someone who cannot see well at all'.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'ary' means 'relating to; place associated with'.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'safaris' means 'trips to see wild animals in their natural habitat'.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'safaris' means 'small boats used for racing'.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'visionary' means 'someone with original, forward-thinking ideas'.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'-ary'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relating to; place associated with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safaris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missionary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reactionary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primary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literary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'-ary'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'-ary'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83464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83464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403250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403250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5056632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468112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468112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safaris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safaris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opposed to new ideas or change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sent to spread a religion or help people in another place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or most important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missionary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 that lists words in alphabetical order with their meanings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reactionary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books and written works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primary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trips to see wild animals in their natural habitat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literary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someone with original, forward-thinking ideas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'-ary'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'-ary'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went on two safaris in Africa to see lions and elephants.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visionary inventor imagined cities powered entirely by the sun.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looked up the word in the dictionary to check its spelling.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singer's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popularity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grew after her song went viral. There was a striking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similarity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between the two paintings.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popularity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similarity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similar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similar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similarity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simil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like; similar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bridge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temporarily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closed while workers repaired the damage. The art gallery displays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contemporary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paintings from young artists. Guests at the hotel received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complimentary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breakfast each morning.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temporarily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contemporary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temporarily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temporarily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temporarily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temporarily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contemporary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contemporary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contemporary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contemporary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complimentary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fold; bend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to; place associated with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'-ary'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'ary'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'-ary' = relating to; place associated with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'-ary'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-ary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tempor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popul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safaris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visionary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dictionary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missionary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reactionary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primary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literary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'-ary' — 3-Day Teaching Deck</dc:title>
  <dc:subject>PptxGenJS Presentation</dc:subject>
  <dc:creator>Word Labs</dc:creator>
  <cp:lastModifiedBy>Word Labs</cp:lastModifiedBy>
  <cp:revision>1</cp:revision>
  <dcterms:created xsi:type="dcterms:W3CDTF">2026-07-07T10:22:45Z</dcterms:created>
  <dcterms:modified xsi:type="dcterms:W3CDTF">2026-07-07T10:22:45Z</dcterms:modified>
</cp:coreProperties>
</file>