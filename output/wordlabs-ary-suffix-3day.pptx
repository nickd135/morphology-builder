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to, connected with"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-arius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'-ary' — relating to, connected with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'-ary' means 'relating to, connected with'.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'-ary' means 'relating to, connected with'.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'dictionary', the root is the part before the suffix '-ary'.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'elementary'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'-ary'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'dictionary' contains the suffix '-ary'.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'-ary' can mean 'relating to' or 'connected with'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'-ary' changes a noun into a 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Words ending in '-ary' are always verbs (action words).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to, connected with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-arius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honorary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revolution-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bounty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help with letters, organising and office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the usual or normal way of doing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as a special honour, without the usual requirements.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has big, imaginative ideas about the future.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famous or impressive that people tell stories about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honorary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where you can look up the meanings and spellings of words.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or simple; related to the early stages of learning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look up the word in the dictionary.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customary to say thank you when someone gives you a gift.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did voluntary work at the animal shelter on weekends.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secretary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kept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elementary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 of all the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secret, set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secret, set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secret, set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customary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visit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legendary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library, which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visionary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collection of books.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practice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practice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practice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story or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story or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story or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sight, idea about the future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sight, idea about the future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sight, idea about the future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connected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/uh/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to, connected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revolution-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bounty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elementary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customary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secretary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honorary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legendary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voluntary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'-ary' — 3-Day Teaching Deck</dc:title>
  <dc:subject>PptxGenJS Presentation</dc:subject>
  <dc:creator>Word Labs</dc:creator>
  <cp:lastModifiedBy>Word Labs</cp:lastModifiedBy>
  <cp:revision>1</cp:revision>
  <dcterms:created xsi:type="dcterms:W3CDTF">2026-04-10T01:13:46Z</dcterms:created>
  <dcterms:modified xsi:type="dcterms:W3CDTF">2026-04-10T01:13:46Z</dcterms:modified>
</cp:coreProperties>
</file>