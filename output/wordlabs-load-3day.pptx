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'load'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carry or bear weight"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onus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'load' — to carry or bear weight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'load' means 'to carry or bear weight'.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'load'.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'load'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'load'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'load' means 'to carry or bear weight'.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'load'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'load'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'overload' means to put too much onto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'download' contains the root 'load'.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'-able' cannot be added to 'load' to make a real word.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'unload' contains the prefix 'un' meaning 'not' or 'reverse'.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'load' means to rest or sleep.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'load'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carry or bear weight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onus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download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upload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'load'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things off or out of something, like removing bags from a car boot.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putting things onto something, like loading boxes onto a truck.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too much weight or too many things onto something so it can't cope.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download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or copy files from your device up to the internet.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upload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copy or move files from the internet onto your device.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something that has been filled up or had things put onto it.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load something again, like filling up a truck a second time.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'load'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'load'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removalist had to unload all the heavy furniture from the truck before it got dark.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had to download the maths worksheet from the school website before class.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farmer was careful not to overload the trailer with too many bales of hay.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help me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unload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car, and then we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reload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trolley with our camping gear?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or undo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or undo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or undo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downloading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map, we realised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overloaded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backpacks would make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uploading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photos much harder.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downloading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uploading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higher to lower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higher to lower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higher to lower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lower to higher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lower to higher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uploading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lower to higher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 weight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'load' = to carry or bear weight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'load'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reload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overload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download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upload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'load' — 3-Day Teaching Deck</dc:title>
  <dc:subject>PptxGenJS Presentation</dc:subject>
  <dc:creator>Word Labs</dc:creator>
  <cp:lastModifiedBy>Word Labs</cp:lastModifiedBy>
  <cp:revision>1</cp:revision>
  <dcterms:created xsi:type="dcterms:W3CDTF">2026-04-10T00:46:15Z</dcterms:created>
  <dcterms:modified xsi:type="dcterms:W3CDTF">2026-04-10T00:46:15Z</dcterms:modified>
</cp:coreProperties>
</file>