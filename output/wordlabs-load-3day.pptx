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'load'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carry or burden weight"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onus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'load' — to carry or burden weight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'load' means 'to carry or burden weight'.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'load'.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'load'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'load'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'load' means 'to carry or burden weight'.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'load'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'load'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'download' contains the root 'load'.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'over' in 'overload' means 'below' or 'under'.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'unload' means to remove things that were packed or carried.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'-er' in 'loader' means a person or thing that does something.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'reload' means to load something for the very first time.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'load'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carry or burden weight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onus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download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upload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'load'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things off or out of something, like removing boxes from a truck.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of putting things onto or into something right now.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reload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load something again, like refilling a dishwasher or restarting a page.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download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files or information from your device to the internet.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upload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copy files or information from the internet onto your device.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Describes something that is filled up and carrying a lot of things.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too much weight or too many things onto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'load'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'load'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removalist had to unload all the heavy boxes from the back of the truck before it started to rain.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tried to download the new app, but the internet was too slow and the loading took forever.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warned us not to overload our school bags because carrying too much weight can hurt your back.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help me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unload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shopping, then I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reload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dishwasher before dinner?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reload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downloading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photos, Jake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unload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camera, but he worried about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overloading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computer's storage.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downloading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downloading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downloading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higher to lower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downloading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higher to lower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downloading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higher to lower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burden weight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reload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download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upload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'load' — 3-Day Teaching Deck</dc:title>
  <dc:subject>PptxGenJS Presentation</dc:subject>
  <dc:creator>Word Labs</dc:creator>
  <cp:lastModifiedBy>Word Labs</cp:lastModifiedBy>
  <cp:revision>1</cp:revision>
  <dcterms:created xsi:type="dcterms:W3CDTF">2026-04-03T03:21:46Z</dcterms:created>
  <dcterms:modified xsi:type="dcterms:W3CDTF">2026-04-03T03:21:46Z</dcterms:modified>
</cp:coreProperties>
</file>