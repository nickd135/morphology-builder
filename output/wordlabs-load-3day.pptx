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put things onto; a heavy weight"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'load' — to put things onto; a heavy weight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'load' means 'to put things onto; a heavy weight'.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'load' means 'to put things onto; a heavy weight'.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'load' means 'a loud noise made by slamming a door'.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'loads' means 'a series of loud claps of thunder'.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'load' means 'something heavy that is being carried, or to put something into or onto something else'.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'load' means 'to put things onto; a heavy weight'.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'loads' means 'more than one heavy thing being carried, or a large amount of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put things onto; a heavy weight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980944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2980944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25196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599432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4599432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49554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590702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0702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heavy that is being carried, or to put something into or onto something else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machine or person that loads things, such as heavy materials onto vehicles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or packed with something, or having put something into or onto something else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more ammunition, a new page, or fresh supplies into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or person that loads things, such as heavy materials onto a vehicle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remove goods or a load from a vehicle, container or person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heavy thing being carried, or a large amount of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load the dishwasher before you go to bed.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loads of homework to finish this weekend.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removal van was loaded with boxes and furniture.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gamer paused while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reloading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weapon. The lorry driver spent an hour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unloading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crates of fruit.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overload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shelf or it might collapse.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overloaded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truck struggled to climb the hill.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Overloading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washing machine can damage the motor.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onto; a heavy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put things onto; a heavy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'load' — 3-Day Teaching Deck</dc:title>
  <dc:subject>PptxGenJS Presentation</dc:subject>
  <dc:creator>Word Labs</dc:creator>
  <cp:lastModifiedBy>Word Labs</cp:lastModifiedBy>
  <cp:revision>1</cp:revision>
  <dcterms:created xsi:type="dcterms:W3CDTF">2026-07-07T10:22:40Z</dcterms:created>
  <dcterms:modified xsi:type="dcterms:W3CDTF">2026-07-07T10:22:40Z</dcterms:modified>
</cp:coreProperties>
</file>