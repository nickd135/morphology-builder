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'unload' really means 'to remove goods or a load from a vehicle, container or person'.
'reload' really means 'to load something again, such as a web page or a dishwasher'.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big loader helped the workers offload the sand at the building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truckload of mulch arrived for our garden, so we shared the workload and tried not to overload the wheelbarrows.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'load'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put things onto; a heavy weight"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'load' — to put things onto; a heavy weight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'load' means 'to put things onto; a heavy weight' and how it joins other words to make compound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'load'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compound words with 'load' and split them back into the two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'load'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'load' means 'to put things onto; a heavy weight'. You can find it in 'reload'.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word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word is made by joining two words together. 'upload' joins 'up' and 'load'.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'loader', '-er' means 'person or 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'load' means 'to put things onto; a heavy weight'.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'upload' means 'to send a file from your device to the internet'.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'unload' means 'to copy a file or app from the internet onto your device'.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'download' means 'to copy a file or app from the internet onto your device'.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'reload' means 'the cargo or equipment a rocket, plane or truck carries'.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'load' means 'to put things onto; a heavy weight'.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'upload' means 'to send a file from your device to the internet'.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'unload' means 'to copy a file or app from the internet onto your device'.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'download' means 'to copy a file or app from the internet onto your device'.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'reload' means 'the cargo or equipment a rocket, plane or truck carries'.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'load'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put things onto; a heavy weight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'load'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88620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8620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load something again, such as a web page or a dishwasher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remove goods or a load from a vehicle, container or person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copy a file or app from the internet onto your device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something heavy that is being carried, or to put something into or onto something else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send a file from your device to the internet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something heavy that is being carried, or to put something into or onto something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load something again, such as a web page or a dishwasher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remove goods or a load from a vehicle, container or person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send a file from your device to the internet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copy a file or app from the internet onto your device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'load'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'load'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load the dishwasher before you go to bed.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arrow to reload the web page.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workers began to unload the boxes from the truck.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helped the workers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offload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sand at the building site.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offload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away; down from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away; down from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away; down from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truckload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mulch arrived for our garden, so we shared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tried not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overload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wheelbarrows.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truckload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a job; effort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truckload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truckload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vehicle that carries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truckload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vehicle that carries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truckload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vehicle that carries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onto; a heavy weight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'load'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'load' = to put things onto; a heavy weight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offload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'load'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