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'enjoy'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take pleasure from"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 + gaudere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'enjoy' — to take pleasure from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'enjoy' means 'to take pleasure from'.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'enjoy'.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'enjoy'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'enjoy'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'enjoy' means 'to take pleasure from'.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'enjoy'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'enjoy'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'enjoyment' contains the root 'enjoy' plus the suffix '-ment'.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'enjoy'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'un-' to 'enjoyable' creates a word meaning not pleasant.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'enjoyable' means something that is fun and pleasant.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'-ment' in 'enjoyment' means the same as the prefix 'un-'.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'enjoy'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take pleasure from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 + gaudere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'enjoy'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happiness or pleasure you get from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pleasure or happiness from something you are doing.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not appreciated or found pleasurable.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having a great time doing something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is fun and pleasant.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fun and pleasant to do or experience.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had a good time doing something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'enjoy'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'enjoy'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hope you will find this activity enjoyable and share your enjoyment with the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enjoying the book so much that she stayed up late to finish the last chapter.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enjoyment on the children's faces told us the excursion had been a great success.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found the science experiment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obvious to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rainy weather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unenjoyable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children's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indoor games showed they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themselves.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pleasure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'enjoy' = to take pleasure from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'enjoy'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unenjoyable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'enjoy' — 3-Day Teaching Deck</dc:title>
  <dc:subject>PptxGenJS Presentation</dc:subject>
  <dc:creator>Word Labs</dc:creator>
  <cp:lastModifiedBy>Word Labs</cp:lastModifiedBy>
  <cp:revision>1</cp:revision>
  <dcterms:created xsi:type="dcterms:W3CDTF">2026-03-25T03:10:32Z</dcterms:created>
  <dcterms:modified xsi:type="dcterms:W3CDTF">2026-03-25T03:10:32Z</dcterms:modified>
</cp:coreProperties>
</file>