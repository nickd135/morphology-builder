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'enjoy'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take pleasure 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 + gaudere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'enjoy' — to take pleasure 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'enjoy' means 'to take pleasure 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'enjoy'.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'enjoy'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'enjoy'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'enjoy' means 'to take pleasure 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'enjoy'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'enjoy'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'-able' in 'enjoyable' means 'without'.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'-ment' to 'enjoy' changes it from a verb to a noun.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'enjoyment' contains the root 'enjoy' plus a suffix.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'enjoy' comes from the Greek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'Enjoyable' means something that gives pleasure or is fun to experience.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'enjoy'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take pleasure 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 + gaudere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'enjoy'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pleasure or happiness you get from doing something fun.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happiness or pleasure from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fun or pleasant to experience.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getting pleasure or happiness from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is fun and gives pleasure.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gives you pleasure and is fun to do or experience.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happy or pleased about something that happened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'enjoy'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'enjoy'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really enjoyed the excursion to the museum last Friday.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is more enjoyable when you choose a book that interests you.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enjoyment on the children's faces showed how much they loved the show.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found the excursion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on her face.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music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song, finding real enjoyment in the performance!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now; present participle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now; present participle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now; present participle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'enjoy' — 3-Day Teaching Deck</dc:title>
  <dc:subject>PptxGenJS Presentation</dc:subject>
  <dc:creator>Word Labs</dc:creator>
  <cp:lastModifiedBy>Word Labs</cp:lastModifiedBy>
  <cp:revision>1</cp:revision>
  <dcterms:created xsi:type="dcterms:W3CDTF">2026-04-09T21:58:07Z</dcterms:created>
  <dcterms:modified xsi:type="dcterms:W3CDTF">2026-04-09T21:58:07Z</dcterms:modified>
</cp:coreProperties>
</file>