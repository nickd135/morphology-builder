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'enjoy'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"like; take pleasure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'enjoy' — like; take pleasure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'enjoy' means 'like; take pleasure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'enjoy'.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'enjoy'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'enjoy'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'enjoy' means 'like; take pleasure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'enjoy'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'enjoy'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'enjoy' means 'like; take pleasure 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'enjoys' means 'measures the length of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'enjoys' means 'gets pleasure from something, present tense of enjoy'.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'enjoy' means 'to get pleasure or satisfaction from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'enjoy' means 'to feel annoyed by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'enjoy'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like; take pleasure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'enjoy'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92608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27355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27355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44398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85546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pleasure from something, present tense of enjoy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pleasure or satisfaction from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'enjoy'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'enjoy'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really enjoy reading adventure stories.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enjoys playing football on weekends.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enjoyed the concert so much that she wanted to go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concert so much that she wanted to go again. She is a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long walks on the beach.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sunny weather today. Reading brings her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had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afternoon at the beach.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take pleasure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like; take pleasure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'enjoy'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