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'enjoy' has very few longer words built from it, so this deck practises adding the suffixes -s, -ing, -ment, -able and -ed to the base (Years 3–4). Only 6 words with 'enjoy' suit Years 3–7, so there is no Day 3 dictation. Day 3 is the word matrix lesson only.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-s really means 'more than one, or someone does it now'.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We enjoyed a picnic at the beach and then went for a swim.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'enjoy'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"like; take pleasure in"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'enjoy' has very few longer words built from it, so this deck practises adding the suffixes -s, -ing, -ment, -able and -ed to the base (Years 3–4). Only 6 words with 'enjoy' suit Years 3–7, so there is no Day 3 dictation. Day 3 is the word matrix lesson only.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'enjoy' — like; take pleasure 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'enjoy'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'enjoy' = like; take pleasure 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-s, -ing, -ment, -able and -ed to the base 'enjoy'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'enjoy'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'enjoy'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'enjoy'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'enjoy' = like; take pleasure 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'enjoy' means 'like; take pleasure in'. You can find it in 'enjoys'.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'enjoyment', '-ment' means 'result of action'.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'enjoyable', '-able' means 'able to'.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'enjoy'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'enjoy' = like; take pleasure 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'enjoys',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'enjoying',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'enjoyed', the suffix '-ed' tells us it has already happened.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'enjoy'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'enjoy' = like; take pleasure 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'enjoys',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'enjoying',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'enjoyed', the suffix '-ed' tells us it has already happened.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'enjoy'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'enjoy'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'enjoy' = like; take pleasure 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'enjoy'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like; take pleasure in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enjoyment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enjoyable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'enjoy'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'enjoy'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'enjoy' = like; take pleasure 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50545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79806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79806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1188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023360" y="3776472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0" y="377647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'enjoy'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'enjoy'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'enjoy' = like; take pleasure 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getting pleasure or satisfaction from something happening right now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giving pleasure; pleasant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gets pleasure from something, present tense of enjoy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get pleasure or satisfaction from something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enjoyable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feeling of pleasure or happiness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'enjoy'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'enjoy'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'enjoy' = like; take pleasure 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get pleasure or satisfaction from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gets pleasure from something, present tense of enjoy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getting pleasure or satisfaction from something happening right now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feeling of pleasure or happiness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enjoyable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giving pleasure; pleasant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'enjoy'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'enjoy'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'enjoy' = like; take pleasure 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'enjoy'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really enjoy reading adventure stories.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brother enjoys playing football on weekends.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enjoying the sunny weather today.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'enjoy'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'enjoy' = like; take pleasure 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'enjoy'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'enjoy' = like; take pleasure 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enjoyed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picnic at the beach and then went for a swim.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'enjoy'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'enjoy' = like; take pleasure 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'enjoy'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'enjoy' = like; take pleasure 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like; take pleasure 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'enjoy'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'enjoy' = like; take pleasure 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like; take pleasure 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joyed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'enjoy'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'enjoy' = like; take pleasure 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like; take pleasure 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joyed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oy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'enjoy'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'enjoy' = like; take pleasure 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'enjoy'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'enjoy' = like; take pleasure 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enjoyed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'enjoy' — Teaching Deck</dc:title>
  <dc:subject>PptxGenJS Presentation</dc:subject>
  <dc:creator>Word Labs</dc:creator>
  <cp:lastModifiedBy>Word Labs</cp:lastModifiedBy>
  <cp:revision>1</cp:revision>
  <dcterms:created xsi:type="dcterms:W3CDTF">2026-10-22T10:14:31Z</dcterms:created>
  <dcterms:modified xsi:type="dcterms:W3CDTF">2026-10-22T10:14:31Z</dcterms:modified>
</cp:coreProperties>
</file>