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'typical'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"usual; common"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'typical' — usual; common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'typical' means 'usual; common'.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'typical'.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'typical'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'typical'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'typical' means 'usual; common'.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'typical'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'typical'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'typical' means 'extremely rare and unusual'.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'typically' means 'usually, in the way something normally happens'.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'typical' means 'normal or usual, the way something usually happens'.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'typical' means 'usual; common'.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'typically' means 'extremely and surprisingly'.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'typical'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usual; common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'typical'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08760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59152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06624" y="2350008"/>
            <a:ext cx="1682496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06624" y="235000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16552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64024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64024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0136" y="2350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071616" y="2350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'typical'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'typical'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school day starts at nine o'clock.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typically eat dinner at six o'clock.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 said the dog's unusual limp was atypical for its breed.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typical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school day starts at nine o'clock. We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typically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eat dinner at six o'clock. The vet said the dog's unusual limp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atypical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its breed.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atypical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common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common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common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common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common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common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atypical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atypical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common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atypical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common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atypical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usual; common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'typical' = usual; common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'typical'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'typical' — 3-Day Teaching Deck</dc:title>
  <dc:subject>PptxGenJS Presentation</dc:subject>
  <dc:creator>Word Labs</dc:creator>
  <cp:lastModifiedBy>Word Labs</cp:lastModifiedBy>
  <cp:revision>1</cp:revision>
  <dcterms:created xsi:type="dcterms:W3CDTF">2026-07-07T10:22:37Z</dcterms:created>
  <dcterms:modified xsi:type="dcterms:W3CDTF">2026-07-07T10:22:37Z</dcterms:modified>
</cp:coreProperties>
</file>