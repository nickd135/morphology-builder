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'typical'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"representing a type or pattern"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typos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'typical' — representing a type or pattern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'typical' means 'representing a type or pattern'.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'typical'.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'typical'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'typical'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'typical' means 'representing a type or pattern'.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'typical'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'typical'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'typical' comes from the Greek word 'typos', meaning a pattern or type.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'a-' in 'atypical' means 'very much' or 'a lot'.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'-ly' to 'typical' makes it an adverb meaning 'in a normal way'.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'atypical' means something is unusual or not what you would expect.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'typically' is a noun describing a type of person.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'typical'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representing a type or pattern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typos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'typical'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stereo-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a normal, expected example of its kind.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way that usually happens; normally.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ordinary or as expected.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not normal or expected.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a good, normal example of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typicalness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unusual or not what you would expect.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unusual or different from what is normal.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'typical'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'typical'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school day for Mia begins with reading, then maths, and ends with sport in the afternoon.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atypical for it to snow in Sydney, so the children were very excited when they saw the frost.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Typically, the library is quiet, but today everyone was buzzing with excitement about the book fair.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atypical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weather for summer,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typically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class still went outside to play.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Atypically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storm arrived in spring; however, 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typically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typicality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returned by afternoon.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normal pattern or type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stereo-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typicalness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'typical' — 3-Day Teaching Deck</dc:title>
  <dc:subject>PptxGenJS Presentation</dc:subject>
  <dc:creator>Word Labs</dc:creator>
  <cp:lastModifiedBy>Word Labs</cp:lastModifiedBy>
  <cp:revision>1</cp:revision>
  <dcterms:created xsi:type="dcterms:W3CDTF">2026-03-25T03:31:12Z</dcterms:created>
  <dcterms:modified xsi:type="dcterms:W3CDTF">2026-03-25T03:31:12Z</dcterms:modified>
</cp:coreProperties>
</file>