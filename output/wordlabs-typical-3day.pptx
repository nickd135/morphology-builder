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'typical'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"representing a type or pattern"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typikos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'typical' — representing a type or pattern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'typical' means 'representing a type or pattern'.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'typical'.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'typical'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'typical'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'typical' means 'representing a type or pattern'.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'typical'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'typical'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'atypical' means something is unusual or different from normal.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'typical' comes from Latin and means to write.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'a-' in 'atypical' means 'not' or 'without'.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'typically' is a noun because it names a 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'-ly' to 'typical' makes the word 'typically', which is an adverb.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'typical'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representing a type or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typikos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'typical'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normal or what you would expect, like a typical school day with lessons and lunch.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unusual or different from what is expected, like atypical weather in summer.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unusual or different from what is normal, like acting atypically calm during a storm.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 the usual or normal version of something, like untypical behaviour from your pet.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normal or usual something is compared to others of the same kind.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not normal or expected, like untypically finishing all your vegetables.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usually happens, like how it typically rains in winter.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'typical'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'typical'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Australian summer is hot and sunny, but this year the weather has been atypical with lots of rain.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typically finishes his homework before dinner, so his mum was surprised when he forgot tonight.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said the results were atypical because they were completely different from what the team had expected.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warm in January, but this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atypical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cold snap has surprised everyone!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untypically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quiet;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typicality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 was usually much louder.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a type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'typical' = representing a type or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'typical'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atypically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untypically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'typical' — 3-Day Teaching Deck</dc:title>
  <dc:subject>PptxGenJS Presentation</dc:subject>
  <dc:creator>Word Labs</dc:creator>
  <cp:lastModifiedBy>Word Labs</cp:lastModifiedBy>
  <cp:revision>1</cp:revision>
  <dcterms:created xsi:type="dcterms:W3CDTF">2026-04-09T22:19:32Z</dcterms:created>
  <dcterms:modified xsi:type="dcterms:W3CDTF">2026-04-09T22:19:32Z</dcterms:modified>
</cp:coreProperties>
</file>