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to, of the kind"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'-al' — relating to, of the kind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'-al' means 'relating to, of the kind'.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'-al' means 'relating to, of the kind'.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'natural', the root is the part before the suffix '-al'.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'musical'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'-al' can turn a noun into an adjective meaning 'relating to'.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'-al' comes from a Greek word meaning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'musical' contains the suffix '-al'.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'-al' to a base word often creates a describing word (adjective).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'-al' means 'full of' just like the suffix '-ful'.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to, of the kind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whole country or nation.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area near the sea or coast.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during a particular season of the year.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seems to involve magic or is wonderfully exciting.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Belonging to or affecting one particular person.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found in nature, not made by people.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music or having a talent for music.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park is home to many unusual animals.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could hear magical music coming from the coastal village.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gave us a personal invitation to the musical performance.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tropical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rainforest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natural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wonder of the world.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tropics (hot region near equator)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tropics (hot region near equator)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tropics (hot region near equator)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museum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display about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coastal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Aboriginal 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country or people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country or people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country or people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or wonder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or wonder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or wonder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beside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beside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beside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'-al' — 3-Day Teaching Deck</dc:title>
  <dc:subject>PptxGenJS Presentation</dc:subject>
  <dc:creator>Word Labs</dc:creator>
  <cp:lastModifiedBy>Word Labs</cp:lastModifiedBy>
  <cp:revision>1</cp:revision>
  <dcterms:created xsi:type="dcterms:W3CDTF">2026-03-26T07:45:16Z</dcterms:created>
  <dcterms:modified xsi:type="dcterms:W3CDTF">2026-03-26T07:45:16Z</dcterms:modified>
</cp:coreProperties>
</file>