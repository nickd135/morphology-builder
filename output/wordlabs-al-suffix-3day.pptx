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'magical' really means 'having the qualities of magic; wonderful and mysterious'.
'portal' really means 'a doorway, gate, or entrance, especially a grand or magical one'.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coach blew the whistle as a signal to stop, and reminded us not to be judgemental about mistakes.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athlete gave an inspirational talk at assembly. She shared motivational stories and nutritional tips for growing bodies.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"related to"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'-al' — related 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'-al' means 'related to'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'-al'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'-al'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'-al'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'-al' means 'related to'. In 'formal', it is added to 'form'.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'formal', the base is 'form' (shape; make).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'removal', 're-' means 'again; back'.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'-al' means 'related 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'removal' means 'the act of taking something away or getting rid of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'magical' means 'following proper rules and manners; suitable for serious or official occasions'.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'fictional' means 'not real; invented for a story'.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'portal' means 'relating to or skilled at music'.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'-al' means 'related 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'removal' means 'the act of taking something away or getting rid of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'magical' means 'following proper rules and manners; suitable for serious or official occasions'.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'fictional' means 'not real; invented for a story'.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'portal' means 'relating to or skilled at music'.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'-al'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magical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musical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music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72160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72160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946904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doorway, gate, or entrance, especially a grand or magical 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real; invented for a story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relating to education or teaching something useful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following proper rules and manners; suitable for serious or official occasions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having the qualities of magic; wonderful and mysterious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the act of taking something away or getting rid of 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relating to or skilled at music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following proper rules and manners; suitable for serious or official occasions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doorway, gate, or entrance, especially a grand or magical 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the qualities of magic; wonderful and mysterious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relating to or skilled at music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act of taking something away or getting rid of it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not real; invented for a story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relating to education or teaching something useful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'-al'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wore suits to the formal dinner.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wizard stepped through the glowing portal.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forest looked magical covered in snow.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blew the whistle 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stop, and reminded us not to be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judgemental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mistakes.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decide; form an opinion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decide; form an opinion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decide; form an opinion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athlete gave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talk at assembly. She shared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motivational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stories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tips for growing bodies.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a body needs to stay healthy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someone want to 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someone want to 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someone want to 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encourage; motivate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encourage; motivate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encourage; motivate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'-al' = related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music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'-al'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