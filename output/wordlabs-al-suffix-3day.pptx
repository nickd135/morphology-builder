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'-al'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"related to"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'-al' — related to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related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'-al' means 'related to'.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'-al'.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'-al'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'-al'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related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'-al' means 'related to'.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'goal', the root is the part before the suffix '-al'.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'seal'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related 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'goal' means 'something a person aims to achieve, or the target in some sports'.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'seal' means 'a type of small aircraft used for racing'.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'seal' means 'a sea mammal with flippers, or to close something tightly shut'.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'al' means 'related to'.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'goal' means 'a type of soft fabric used for making clothes'.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'-al'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related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related to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goal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seal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goals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seals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formal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portal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sandal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'-al'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related 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'-al'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soci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astro-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capit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2706624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2706624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nom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3557016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3904488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3904488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4800600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5212080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212080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goal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related 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goal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following proper rules and manners; suitable for serious or official occasions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seal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 mammals with flippers, or closes something tightly (plural noun or verb form)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goals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doorway, gate, or entrance, especially a grand or magical one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seals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things people aim to achieve, or targets scored in sports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formal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light, open shoe often worn in summer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portal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a person aims to achieve, or the target in some sports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sandal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sea mammal with flippers, or to close something tightly shut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'-al'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related 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'-al'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goal this year is to read twenty books.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seal swam gracefully through the icy water.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team scored three goals in the match.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related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related 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geothermal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power station uses heat from underground to make electricity. The teacher asked us to simplify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polynomial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expression.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geothermal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polynomial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related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geothermal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related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geothermal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related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geothermal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related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geothermal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related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polynomial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related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polynomial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many;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law; rule; name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related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polynomial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many;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law; rule; name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related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polynomial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many;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law; rule; name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related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related 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astronomical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society meets to look at the stars through their telescopes. The film included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biographical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details about the scientist's childhood.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geographical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location of the city made it a good port for trade.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astronomical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biographical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geographical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related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astronomical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related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astronomical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star; outer space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law; rule; name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related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astronomical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star; outer space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law; rule; name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nom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related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astronomical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star; outer space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law; rule; name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nom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related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biographical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related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biographical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write; drawing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related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biographical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write; drawing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related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biographical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write; drawing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related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geographical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related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geographical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write; drawing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related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geographical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write; drawing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related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geographical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write; drawing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related 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'-al'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'-al' = related 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'-al'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soci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astro-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capit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goal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seal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goals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seals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formal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portal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sandal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'-al' — 3-Day Teaching Deck</dc:title>
  <dc:subject>PptxGenJS Presentation</dc:subject>
  <dc:creator>Word Labs</dc:creator>
  <cp:lastModifiedBy>Word Labs</cp:lastModifiedBy>
  <cp:revision>1</cp:revision>
  <dcterms:created xsi:type="dcterms:W3CDTF">2026-07-07T10:22:44Z</dcterms:created>
  <dcterms:modified xsi:type="dcterms:W3CDTF">2026-07-07T10:22:44Z</dcterms:modified>
</cp:coreProperties>
</file>