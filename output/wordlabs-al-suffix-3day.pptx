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to, of the kind"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-alis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'-al' — relating to, of the kind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'-al' means 'relating to, of the kind'.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'-al' means 'relating to, of the kind'.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'natural', the root is the part before the suffix '-al'.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'musical'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'-al' can mean 'relating to'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'coastal' contains the suffix '-al'.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'-al' to a base word makes it into a verb.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'-al' comes from a Latin origin.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'-al' always changes the meaning of a word to mean 'without'.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to, of the kind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-alis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musical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seasonal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original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'-al'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music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whole country or nation, like a national holiday.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musical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coast — the land that is next to the sea.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particular season, like seasonal fruit that only grows in summer.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seems to involve magic or is so wonderful it feels like magic.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very first version of something, or something that is new and never done before.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seasonal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comes from nature and is not made by people, like fresh air or a forest.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original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music, or someone who is good at making or playing music.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tropical rainforest is full of amazing animals and colourful birds.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learned about the national parks that protect Australia's natural environment.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has a musical talent and can play the piano beautifully.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coastal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town held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annual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festival by the sea.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beside 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beside 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beside the sea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tropical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storm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natural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event,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damage to the bridge was serious.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hot region near the equator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hot region near the equator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hot region near the equator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nature, the world around us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nature, the world around us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nature, the world around us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'-al'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relating to, of the kind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'-al'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music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musical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magical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coastal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seasonal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original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tropical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'-al' — 3-Day Teaching Deck</dc:title>
  <dc:subject>PptxGenJS Presentation</dc:subject>
  <dc:creator>Word Labs</dc:creator>
  <cp:lastModifiedBy>Word Labs</cp:lastModifiedBy>
  <cp:revision>1</cp:revision>
  <dcterms:created xsi:type="dcterms:W3CDTF">2026-04-10T01:11:12Z</dcterms:created>
  <dcterms:modified xsi:type="dcterms:W3CDTF">2026-04-10T01:11:12Z</dcterms:modified>
</cp:coreProperties>
</file>