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'treat' has very few longer words built from it, so this deck practises adding the suffixes -s, -ed, -ing and -ment to the base (Years 3–4). Only 6 words with 'treat'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vet said our dog needs three more treatments for his sore 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'treat'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deal with; a special thing"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'treat' has very few longer words built from it, so this deck practises adding the suffixes -s, -ed, -ing and -ment to the base (Years 3–4). Only 6 words with 'treat'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'treat' — to deal with; a special 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-ing and -ment to the base 'treat'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'treat'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'treat'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'treat' means 'to deal with; a special thing'. You can find it in 'treats'.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'treatment', '-ment' means 'result of action'.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'treats',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'treats',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'treated',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'treating',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'treatments',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'treats',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'treated',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'treating',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'treatments',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'treat'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deal with; a special thing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'treat'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02336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medical care given to help someone get better, or a way of dealing with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behave towards someone in a particular way, give medical care, or a pleasant thing given as a gift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giving someone medical care, or behaving towards them in a certain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small gifts or nice things given to someone, often lollies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behaved towards someone in a particular way, or given medical care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behave towards someone in a particular way, give medical care, or a pleasant thing given as a gift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small gifts or nice things given to someone, often lollies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behaved towards someone in a particular way, or given medical care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giving someone medical care, or behaving towards them in a certain 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medical care given to help someone get better, or a way of dealing with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'treat'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'treat'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 bought us an ice cream as a special treat.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gave the children some treats for being good.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treated her cut with a bandage.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said our dog needs three more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his sore ear.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deal with; a special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deal with; a special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deal with; a special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'treat'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'treat' = to deal with; a special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'treat'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