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'treat'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deal with; a special thing"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'treat' — to deal with; a special 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'treat' means 'to deal with; a special thing'.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'treat'.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'treat'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'treat'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'treat' means 'to deal with; a special thing'.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'treat'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'treat'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'treat' means 'to completely ignore someone's feelings'.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'treat' means 'to deal with; a special 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'treats' means 'small gifts or nice things given to someone, often sweets'.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'treat' means 'to behave towards someone in a particular way, give medical care, or a pleasant thing given as a gift'.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'treats' means 'formal agreements signed by leaders'.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'treat'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deal with; a special thing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'treat'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behave towards someone in a particular way, give medical care, or a pleasant thing given as a gift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written agreement made between two or more countries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back away from danger or difficulty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back away from something difficult or dangerous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behaved towards someone in a particular way, or given medical care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gifts or nice things given to someone, often sweets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'treat'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'treat'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Grandma bought us an ice cream as a special treat.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gave the children some treats for being good.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from both countries met to sign the peace treaty.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nations signed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treaties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end the long war. The nurse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patient's cut with a clean bandage.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recommended a course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treatment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his broken arm. The hospital offers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treatments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illness. It is against the law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maltreat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animal.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to deal with; a special 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treaty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treated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'treat'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