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'treat'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"handle, deal with, negotiate"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tractare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'treat' — handle, deal with, negotiate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'treat' means 'handle, deal with, negotiate'.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'treat'.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'treat'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'treat'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'treat' means 'handle, deal with, negotiate'.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'treat'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'treat'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'retreat' means to move forward into a new place.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'treat'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'treatment' contains the suffix '-ment', which turns a verb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'mistreat' uses the prefix 'mis-' meaning wrongly or badly.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'-able' to 'treat' makes the word 'treatable', meaning able to be treated.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'treat'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handle, deal with, negotiate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tractare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'treat'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someone is cared for or dealt with, like medical treatment at a hospital.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back or away from a difficult situation, or a quiet place to rest and think.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away from a place or situation, especially during a battle or conflict.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handle someone or something in a cruel or unkind way.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Cruel or unkind behaviour towards a person or animal.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an illness or problem that doctors or experts are able to fix or help with.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dealing with or looking after someone or something right now.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'treat'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'treat'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doctor explained that the patient's infection was treatable with the right medicine.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that we treat all living creatures with kindness and respect.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long week, Mum organised a special retreat to the mountains for our family.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vet said the injured bird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she began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treating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 straight away.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army's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retreat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quick;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mistreatment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soldiers had left them too weak to fight.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or 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wrongly or badly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or deal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'treat' = handle, deal with, negotiate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'treat'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mal-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treatment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mistreatment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treatable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retreated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'treat' — 3-Day Teaching Deck</dc:title>
  <dc:subject>PptxGenJS Presentation</dc:subject>
  <dc:creator>Word Labs</dc:creator>
  <cp:lastModifiedBy>Word Labs</cp:lastModifiedBy>
  <cp:revision>1</cp:revision>
  <dcterms:created xsi:type="dcterms:W3CDTF">2026-07-03T09:21:17Z</dcterms:created>
  <dcterms:modified xsi:type="dcterms:W3CDTF">2026-07-03T09:21:17Z</dcterms:modified>
</cp:coreProperties>
</file>