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'famous' really means 'known by lots of people'.
'joyous' really means 'full of happiness'.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Some venomous snakes live in the bush, so it is dangerous to walk through long grass without shoes.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adventurous hikers made a courageous climb across the mountainous region of Tasmania.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'-ous'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"full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'-ous' — full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'-ous' means 'full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'-ous'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'-ous'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'-ous'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'-ous' means 'full of'. In 'joyous', it is added to 'joy'.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'famous', the base is 'fame' (being known by many people).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'conscious', 'con-' means 'with or together'.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'-ous' means 'full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'poisonous' means 'containing poison that can harm you'.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'famous' means 'full of happiness'.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'conscious' means 'awake and aware of what is happening around you'.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'joyous' means 'known by lots of people'.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'-ous' means 'full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'poisonous' means 'containing poison that can harm you'.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'famous' means 'full of happiness'.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'conscious' means 'awake and aware of what is happening around you'.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'joyous' means 'known by lots of people'.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'-ous'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famous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joyous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nervous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poisonous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'-ous'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poison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-ous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-ous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88620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8620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joyous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famous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full of happiness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awake and aware of what is happening around you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nervous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known by lots of people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poisonous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feeling anxious or worried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containing poison that can harm you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famous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known by lots of people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full of happiness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nervous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feeling anxious or worried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poisonous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containing poison that can harm you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conscious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awake and aware of what is happening around you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'-ous'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'-ous'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Sydney Opera House is a famous building.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joyous crowd cheered at the grand final.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felt nervous before her piano exam.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venomous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snakes live in the bush, so it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walk through long grass without shoes.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venomous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harm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harm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harm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venomous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venomous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from a bite or sting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venomous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from a bite or sting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venomous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from a bite or sting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adventurous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hikers made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courageous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climb across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mountainous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 of Tasmania.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courageous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mountainous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adventurous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keep the 'e' after 'g' before -ous so the 'g'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keep the 'e' after 'g' before -ous so the 'g'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geous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keep the 'e' after 'g' before -ous so the 'g'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geous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mountainous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mountainous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high hill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mountainous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high hill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mountainous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mountain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high hill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adventurous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adventurous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adventure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exciting experience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adventurous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adventure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exciting experience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adventurous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adventure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exciting experience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'-ous' = full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poison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-ous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dangerous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'-ous'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