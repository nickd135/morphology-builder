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of, having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'-ous' — full of, having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'-ous' means 'full of, having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'-ous'.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'-ous'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'-ous'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'-ous' means 'full of, having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'dangerous', the root is the part before the suffix '-ous'.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'famous'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'-ous' turns a noun or base into an adjective.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'-ous' always makes a word mean the opposite of the base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'dangerous' contains the suffix '-ous'.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'-ous' can mean 'full of' or 'having the quality of'.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'-ous' comes from an Old English origin.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'-ous'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of, having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humorous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'-ous'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humour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worried or anxious about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Funny or making people laugh.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large or huge.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humorous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could hurt you or cause harm.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or deadly if eaten, touched, or bitten.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Wonderful, magnificent, or full of glory.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known by many people.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'-ous'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'-ous'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enormous spider sat in the middle of the web.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dangerous to swim at the beach without a lifeguard watching.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comedian was very humorous and made the whole class laugh.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poisonous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snake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enormous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frightened all the hikers.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harmful substance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harmful substance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harmful substance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rule, standard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rule, standard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rule, standard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famous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finding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glorious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hidden valleys.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well known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well known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well known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beauty or magnificence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beauty or magnificence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beauty or magnificence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humour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humorous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'-ous' — 3-Day Teaching Deck</dc:title>
  <dc:subject>PptxGenJS Presentation</dc:subject>
  <dc:creator>Word Labs</dc:creator>
  <cp:lastModifiedBy>Word Labs</cp:lastModifiedBy>
  <cp:revision>1</cp:revision>
  <dcterms:created xsi:type="dcterms:W3CDTF">2026-04-10T01:10:54Z</dcterms:created>
  <dcterms:modified xsi:type="dcterms:W3CDTF">2026-04-10T01:10:54Z</dcterms:modified>
</cp:coreProperties>
</file>