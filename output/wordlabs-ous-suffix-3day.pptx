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'-ous'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"full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'-ous' — full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'-ous' means 'full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'-ous'.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'-ous'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'-ous'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'-ous' means 'full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'nervous', the root is the part before the suffix '-ous'.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'dangerous'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'nervous' means 'extremely happy and relaxed'.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'dangerous' means 'likely to cause harm or injury'.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'nervous' means 'feeling anxious or worried'.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'dangerous' means 'extremely comfortable and relaxing'.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'ous' means 'full of'.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'-ous'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nervous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aqueous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numerous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'-ous'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'-ous'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hetero-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6334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98094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98094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83133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178808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178808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20293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61441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1441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nervous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nervous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spread easily from one person to another, especially a disease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of, containing, or similar to water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awake and aware of what is happening around you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aqueous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anxious or worried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numerous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in large numbers; very many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great bravery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to cause harm or injury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'-ous'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'-ous'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nervous before her piano exam.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Swimming in that fast river can be very dangerous.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courageous firefighter ran into the burning building to save the cat.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generous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her to share her lunch with a friend who forgot theirs.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robot navigated the maze without any human help.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law; rule; name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law; rule; name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law; rule; name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mixture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homogeneous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no lumps or separate layers. The two clocks showed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ticking. The classroom had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mix of students from many countries.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homogeneous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heterogeneous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homogeneous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homogeneous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homogeneous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homogeneous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heterogeneous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heterogeneous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hetero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different; other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heterogeneous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hetero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different; other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heterogeneous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hetero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different; other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'-ous'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'-ous'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hetero-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nervous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aqueous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numerous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'-ous'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