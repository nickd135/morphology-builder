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of, having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'-ous' — full of, having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'-ous' means 'full of, having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'-ous'.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'-ous'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'-ous'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'-ous' means 'full of, having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'dangerous', the root is the part before the suffix '-ous'.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'famous'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'-ous' means 'full of' or 'having a quality'.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'-ous' turns adjectives into nouns.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'dangerous' contains the suffix '-ous'.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'-ous' to a base word makes it an adjective.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'-ous'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'-ous'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of, having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-osus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'-ous'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enough to do something difficult or scary.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make you very sick or cause death if eaten or touched.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large in size.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could hurt you or cause harm.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feelings of wonder and amazement.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great happiness and delight.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known by many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'-ous'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'-ous'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enormous elephant splashed water all over the tourists at the zoo.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dangerous to swim at the beach when the red flag is flying.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cheered at the joyous news that the school would get a new library.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firefighter rescued the family from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eous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famous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explorer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wondrous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discovery, but warned us that the jungle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poisonous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places.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known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amazement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'er' reduced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amazement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'er' reduced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amazement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'er' reduced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drous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causes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causes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causes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'-ous' = full of, having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'-ous'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dangerous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famous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joyous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poisonous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wondrous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enormous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courageous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mysterious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'-ous' — 3-Day Teaching Deck</dc:title>
  <dc:subject>PptxGenJS Presentation</dc:subject>
  <dc:creator>Word Labs</dc:creator>
  <cp:lastModifiedBy>Word Labs</cp:lastModifiedBy>
  <cp:revision>1</cp:revision>
  <dcterms:created xsi:type="dcterms:W3CDTF">2026-03-26T07:45:01Z</dcterms:created>
  <dcterms:modified xsi:type="dcterms:W3CDTF">2026-03-26T07:45:01Z</dcterms:modified>
</cp:coreProperties>
</file>