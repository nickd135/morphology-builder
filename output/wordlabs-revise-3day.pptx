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'revise' has very few longer words built from it, so this deck practises adding the suffixes -ed, -s, -ing and -ion to the base (Years 3–4). Only 6 words with 'revise'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After three revisions, my story was finally ready to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'revise'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"improve; study again"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'revise' has very few longer words built from it, so this deck practises adding the suffixes -ed, -s, -ing and -ion to the base (Years 3–4). Only 6 words with 'revise'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'revise' — improve; study again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-ed, -s, -ing and -ion to the base 'revise'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the spelling rule (drop the e) when I add a suffix.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'revise'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'revise' means 'improve; study again'. You can find it in 'revised'.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'revision', '-ion' means 'act or result of'.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'revises',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'revised',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'revises', the suffix '-s'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'revising',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'revisions',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'revised',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'revises', the suffix '-s'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'revising',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'revisions',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'revise'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improve; study again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'revise'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64261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93522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93522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74904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160520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60520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changed or corrected after looking at something again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go over work again to improve or correct it, or to study again before a test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act of going over or studying work again to check or improve 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goes over and corrects something again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going over work again to check, correct or improve 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go over work again to improve or correct it, or to study again before a 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changed or corrected after looking at something again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goes over and corrects something again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going over work again to check, correct or improve 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act of going over or studying work again to check or improve it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'revise'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'revise'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revise my maths before the exam.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handed in her revised essay after fixing the mistakes.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 often revises her stories many times.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three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revisions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my story was finally ready to share.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improve; study again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improve; study again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improve; study again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'revise'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'revise' = improve; study again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'revise'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