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'revise'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"look at again, change"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revisere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'revise' — look at again, change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'revise' means 'look at again, change'.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'revise'.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'revise'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'revise'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'revise' means 'look at again, change'.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'revise'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'revise'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'revise' comes from Latin, meaning to look at again.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'revised' means something that has never been looked at or changed.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'-ion' to 'revise' makes the noun 'revision'.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'reviser' is a person who checks and improves written work.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in 'revise' means 'before'.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'revise'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 at again, change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revisere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unrevised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'revise'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looks over work and makes changes to improve 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going over work again to check and improve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looking over and improving something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that has not yet been looked over or improved.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again and make changes or improvements to it.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revisory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the process of checking and making changes to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unrevised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has already been looked at and changed or improved.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'revise'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'revise'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getting feedback from her teacher, Maya decided to revise her story to make it even better.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edition of the textbook included new chapters and updated information about Australian animals.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Completing a careful revision of your work before handing it in is a really smart habit to develop.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handing in his assignment, Jake did a thorough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introduction completely.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careful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worked hard on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by Friday she had fully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revised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entire report.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29123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'revise' = look at again, change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'revise'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revision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revisory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unrevised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prerevise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'revise' — 3-Day Teaching Deck</dc:title>
  <dc:subject>PptxGenJS Presentation</dc:subject>
  <dc:creator>Word Labs</dc:creator>
  <cp:lastModifiedBy>Word Labs</cp:lastModifiedBy>
  <cp:revision>1</cp:revision>
  <dcterms:created xsi:type="dcterms:W3CDTF">2026-03-25T03:25:28Z</dcterms:created>
  <dcterms:modified xsi:type="dcterms:W3CDTF">2026-03-25T03:25:28Z</dcterms:modified>
</cp:coreProperties>
</file>