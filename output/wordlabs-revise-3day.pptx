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"improve; study 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'revise' — improve; study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'revise' means 'improve; study 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'revise' means 'improve; study 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'revised' means 'changed or corrected after looking at something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'revised' means 'thrown away completely'.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'revise' means 'improve; study again'.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'revise' means 'to throw something in the bin'.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'revise' means 'to go over work again to improve or correct it, or to study again before a test'.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improve; study 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over work again to improve or correct it, or to study again before a test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or corrected after looking at something again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over and corrects something again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need to revise my maths before the exam.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handed in her revised essay after fixing the mistakes.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often revises her stories many times.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the whole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our science test. He handed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draft full of mistakes.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some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spelling test. The plan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new information comes in. The editor suggested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improve; study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improve; study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'revise'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