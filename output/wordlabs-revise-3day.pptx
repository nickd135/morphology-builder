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at again, change"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'revise' — to look at again, change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'revise' means 'to look at again, change'.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'revise' means 'to look at again, change'.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in 'unrevised' means not or opposite of.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'revise' comes from Latin and means to look at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'-ing' changes 'revise' into an adjective.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'revision' has nothing to do with the root 'revise'.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'-ion' to 'revise' makes the noun 'revision'.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at again, change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checks and makes changes to a piece of writing or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looking over and changing something to make it better.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going over work again to fix or improve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has not been looked over or corrected yet.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over your work again and make improvements or corrections.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able to be changed or improved.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or corrected something after looking at it again.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hand in your story, make sure you revise it carefully for spelling and punctuation mistakes.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complete a full revision of their science reports before Friday.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revising her essay three times, Mia was finally happy with how it sounded.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draft, Jake was pleased with the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had made.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draft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suggested only minor changes.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to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'revise' — 3-Day Teaching Deck</dc:title>
  <dc:subject>PptxGenJS Presentation</dc:subject>
  <dc:creator>Word Labs</dc:creator>
  <cp:lastModifiedBy>Word Labs</cp:lastModifiedBy>
  <cp:revision>1</cp:revision>
  <dcterms:created xsi:type="dcterms:W3CDTF">2026-04-09T22:13:35Z</dcterms:created>
  <dcterms:modified xsi:type="dcterms:W3CDTF">2026-04-09T22:13:35Z</dcterms:modified>
</cp:coreProperties>
</file>