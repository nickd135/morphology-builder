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'jump'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leap off the ground"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iumpare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'jump' — to leap off the ground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'jump' means 'to leap off the ground'.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'jump'.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'jump'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'jump'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'jump' means 'to leap off the ground'.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'jump'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'jump'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'out-' in 'outjump' means to do something more or better.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'jumpy' means someone who is very calm and relaxed.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'-er' to 'jump' can make a word that means a person who jumps.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'jumped' contains the root 'jump' with a suffix added.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'jump' comes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'jump'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leap off the ground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iumpare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'jump'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jumps, or a warm top you pull over your head.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too far and go past the target or landing spot.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through the air by pushing off the ground with your legs.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 suddenly upward with energy.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jump higher or further than someone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nervous or easily startled, like you might jump at any moment.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 jump in the past; leapt off the ground.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'jump'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'jump'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athlete was jumping over the hurdles with incredible speed and grace.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starting pistol fired, she outjumped every other competitor on the track.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excited puppy was so jumpy that it leapt up every time someone walked through the door.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rabbit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outjumped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the other animals in the field.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or more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high that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overjumped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bar, and the crowd cheered for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jumper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'jump' = to leap off the ground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'jump'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outjump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overjump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upjump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'jump' — 3-Day Teaching Deck</dc:title>
  <dc:subject>PptxGenJS Presentation</dc:subject>
  <dc:creator>Word Labs</dc:creator>
  <cp:lastModifiedBy>Word Labs</cp:lastModifiedBy>
  <cp:revision>1</cp:revision>
  <dcterms:created xsi:type="dcterms:W3CDTF">2026-07-03T09:03:17Z</dcterms:created>
  <dcterms:modified xsi:type="dcterms:W3CDTF">2026-07-03T09:03:17Z</dcterms:modified>
</cp:coreProperties>
</file>