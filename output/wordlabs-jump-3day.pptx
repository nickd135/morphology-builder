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'jump'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leap off the ground"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jompare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'jump' — to leap off the ground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'jump' means 'to leap off the ground'.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'jump'.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'jump'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'jump'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'jump' means 'to leap off the ground'.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'jump'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'jump'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'jumping' is formed by adding the suffix '-ing' to the root 'jump'.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'jump'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'jumper' can refer to a person who leaps or a warm piece of clothing.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'-y' to 'jump' makes the word 'jumpy', meaning nervous or easily startled.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'out-' in 'outjump' means 'under' or 'below'.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'jump'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leap off the ground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jompare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'jump'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leaps, or a warm woolly top you wear.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too far, going past the place you were aiming for.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already leapt up into the air in the past.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suddenly spring upward with great energy.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higher or further than someone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nervous and easily startled, like you might leap at any sound.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leaping into the air right now.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'jump'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'jump'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athlete was jumping over the hurdles so gracefully that the crowd began to cheer.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brother is quite jumpy at night because he is scared of loud noises.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outjumped every other competitor in the long jump event at the school carnival.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rabbit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every puddle in the paddock!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outjumped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rivals, and the crowd watched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competition in amazement.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'jump' — 3-Day Teaching Deck</dc:title>
  <dc:subject>PptxGenJS Presentation</dc:subject>
  <dc:creator>Word Labs</dc:creator>
  <cp:lastModifiedBy>Word Labs</cp:lastModifiedBy>
  <cp:revision>1</cp:revision>
  <dcterms:created xsi:type="dcterms:W3CDTF">2026-03-25T03:36:21Z</dcterms:created>
  <dcterms:modified xsi:type="dcterms:W3CDTF">2026-03-25T03:36:21Z</dcterms:modified>
</cp:coreProperties>
</file>