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'jump'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push off the ground into the air"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'jump' — to push off the ground into the air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'jump' means 'to push off the ground into the air'.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'jump'.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'jump'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'jump'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'jump' means 'to push off the ground into the air'.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'jump'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'jump'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'jump' means 'to speak very quietly'.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'jump' means 'to push off the ground into the air'.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'jump' means 'to push off the ground into the 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'jump'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push off the ground into the air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'jump'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797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12724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12724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0233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4348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'jump'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'jump'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 can jump over the low fence.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jumps a great distance in one bound.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 jumped onto the windowsill.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great distance in one bound. The cat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onto the windowsill.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pulled on a woolly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it was cold. All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folded neatly in the drawer. 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trampoline.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off the ground into the 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push off the ground into the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'jump'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