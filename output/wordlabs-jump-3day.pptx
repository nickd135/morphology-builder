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'jump' has very few longer words built from it, so this deck practises adding the suffixes -s, -ed and -ing to the base (Years 3–4). Only 4 words with 'jump'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joeys were jumping around their mother in the long grass.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'jump'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push off the ground into the air"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'jump' has very few longer words built from it, so this deck practises adding the suffixes -s, -ed and -ing to the base (Years 3–4). Only 4 words with 'jump'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'jump' — to push off the ground into the air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 and -ing to the base 'jump'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'jump'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'jump'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'jump' means 'to push off the ground into the air'. You can find it in 'jumps'.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'jumps', '-s' means 'plural or present tense'.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'jumping',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'jumps',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'jumped',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'jumping',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'jumps',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'jumped',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'jumping',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'jump'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push off the ground into the air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'jump'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pushes off the ground into the air, or a leap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pushed off the ground into the air (past tense)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push off the ground into the air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push off the ground into the air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pushes off the ground into the air, or a leap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pushed off the ground into the air (past tense)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'jump'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'jump'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 can jump over the low fence.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kangaroo jumps a great distance in one bound.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 jumped onto the windowsill.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joeys were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jumping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around their mother in the long grass.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push off the ground into the air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push off the ground into the air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push off the ground into the air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'jump'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'jump' = to push off the ground into the air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jumping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'jump'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