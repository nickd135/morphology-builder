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'help'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"give support"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'help' — give support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give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'help' means 'give support'.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'help'.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'help'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'help'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give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'help' means 'give support'.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'help'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'help'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give support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'help' means 'give support'.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'helps' means 'gives help to someone (present tense)'.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'help' means 'to make something easier for someone'.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'help' means 'to hide something from someone'.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'helps' means 'stops someone from doing something'.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'help'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give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give support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helpers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'help'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give support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give support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help other people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something easier for someone (past tense)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willing and able to help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helps someone else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helpers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easier for someone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help to someone (happening now)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help to someone (present tense)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'help'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give support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'help'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help me carry these heavy bags?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dad helps me practise my spelling every night.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older sister helped me with my maths homework.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give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give support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unhelpful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assistant just shrugged when I asked for directions. He watched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helplessly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his ice cream melted in the sun.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unhelpful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give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unhelpful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give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unhelpful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assist; to make easier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give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unhelpful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assist; to make easier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give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unhelpful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assist; to make easier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give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give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assist; to make easier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give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assist; to make easier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give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assist; to make easier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give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give support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nurse was praised for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helpfulness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towards the patients. 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unhelpfully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told me to 'just figure it out' when I asked for help. A wave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helplessness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came over him when the car broke down.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unhelpfully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helplessness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give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give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assist; to make easier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give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assist; to make easier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give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assist; to make easier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give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unhelpfully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give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unhelpfully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assist; to make easier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give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unhelpfully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assist; to make easier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give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unhelpfully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assist; to make easier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give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give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assist; to make easier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give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assist; to make easier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give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assist; to make easier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give support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'help' = give support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'help'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helpers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helpful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'help' — 3-Day Teaching Deck</dc:title>
  <dc:subject>PptxGenJS Presentation</dc:subject>
  <dc:creator>Word Labs</dc:creator>
  <cp:lastModifiedBy>Word Labs</cp:lastModifiedBy>
  <cp:revision>1</cp:revision>
  <dcterms:created xsi:type="dcterms:W3CDTF">2026-07-07T10:22:34Z</dcterms:created>
  <dcterms:modified xsi:type="dcterms:W3CDTF">2026-07-07T10:22:34Z</dcterms:modified>
</cp:coreProperties>
</file>