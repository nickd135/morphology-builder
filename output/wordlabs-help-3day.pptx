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'help'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"assist, support, or aid"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helpan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'help' — assist, support, or aid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'help' means 'assist, support, or aid'.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'help'.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'help'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'help'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'help' means 'assist, support, or aid'.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'help'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'help'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'-ful' in 'helpful' means without or lacking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'helpless' contains the root 'help' and means without help.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'un-' to 'helpful' makes a word that means the opposite.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'helper' is a person who assists or supports others.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'helping' can only be used as a noun, never as a verb.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'help'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assist, support, or aid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helpan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self-help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'help'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willing and able to help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assists or supports someone else.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giving any useful help or support to someone.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giving support or assistance to someone.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willing to give assistance to others.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do things to improve yourself without needing others to assist you.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self-help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unable to do anything for themselves or needs a lot of support.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'help'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'help'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helpful volunteer stayed after school to assist students with their projects.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many people felt helpless until emergency workers arrived to support them.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helper handed out the books and collected all the finished worksheets.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was always assisting others, but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she couldn't solve the puzzle.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volunteers was clear;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tirelessly, yet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unhelpful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attitude of one person slowed everything down.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the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the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the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assist, support, or aid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self-help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'help' — 3-Day Teaching Deck</dc:title>
  <dc:subject>PptxGenJS Presentation</dc:subject>
  <dc:creator>Word Labs</dc:creator>
  <cp:lastModifiedBy>Word Labs</cp:lastModifiedBy>
  <cp:revision>1</cp:revision>
  <dcterms:created xsi:type="dcterms:W3CDTF">2026-04-09T22:01:18Z</dcterms:created>
  <dcterms:modified xsi:type="dcterms:W3CDTF">2026-04-09T22:01:18Z</dcterms:modified>
</cp:coreProperties>
</file>