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10 word families with 'help' suit Years 3–7, so Day 3 has 1 dictation word instead of 3.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'help' really means 'give support'.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library helper helpfully showed me where the dinosaur books were.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We felt a sense of helplessness as the rain washed away our sandcastle.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'help'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support"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10 word families with 'help' suit Years 3–7, so Day 3 has 1 dictation word instead of 3.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'help' — give support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'help' means 'give support'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'help'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'help'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'help'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'help' means 'give support'. You can find it in 'helpful'.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'unhelpful',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'helpful', '-ful' means 'full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'help' means 'give support'.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'helpless' means 'unable to help yourself or do anything'.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'unhelpful' means 'not giving useful help or assistance'.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'helpful' means 'willing and able to help'.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'help'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'help' means 'give support'.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'helpless' means 'unable to help yourself or do anything'.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'unhelpful' means 'not giving useful help or assistance'.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'helpful' means 'willing and able to help'.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'help'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'help'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 support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helpless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unhelpful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'help'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523744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523744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42900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721608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721608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67258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5084064" y="2971800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84064" y="297180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unhelpful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willing and able to help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not giving useful help or assistance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helpless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make something easier for someone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unhelpful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unable to help yourself or do anything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make something easier for someone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willing and able to help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helpless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unable to help yourself or do anything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unhelpful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 giving useful help or assistance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'help'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'help'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help me carry these heavy bags?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helpful of you to tidy the classroom without being asked.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kitten looked helpless, stuck at the top of the tree.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helper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helpfully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showed me where the dinosaur books were.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assist; to make easier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assist; to make easier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assist; to make easier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assist; to make easier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assist; to make easier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assist; to make easier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felt a sense of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helplessness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the rain washed away our sandcastle.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helplessness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assist; to make easier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assist; to make easier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assist; to make easier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'help'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'help' = give support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helpfulness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helplessly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18304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unhelpfully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94576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94576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helper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65760" y="363016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630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helpfully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542032" y="363016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42032" y="3630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helplessness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'help'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