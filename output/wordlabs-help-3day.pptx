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'help'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assist or support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helpan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'help' — to assist or support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'help' means 'to assist or support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'help'.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'help'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'help'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'help' means 'to assist or support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'help'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'help'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'helpful' contains the root 'help' and the suffix '-ful'.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'helpless' means the same thing as 'helpful'.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'-er' to 'help' makes a word that means a person who helps.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'help' comes from Old English and means to assist or support.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'unhelpful' means the same as the suffix '-ful'.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'help'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assist or support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helpan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'help'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way that is useful or supportive.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do things for yourself or unable to be helped.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completely unable to help yourself.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giving support or assistance to someone.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 someone else do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more about others than about yourself.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or willing to give assistance to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'help'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'help'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helpful librarian showed us where to find books about Australian animals.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 a good helper when someone in your class is struggling with their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child felt helpless when she could not reach the top shelf on her own.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volunteer was busy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elderly woman carry her groceries.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unhelpful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refused to join in,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together cheerfully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to assist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selfless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'help' — 3-Day Teaching Deck</dc:title>
  <dc:subject>PptxGenJS Presentation</dc:subject>
  <dc:creator>Word Labs</dc:creator>
  <cp:lastModifiedBy>Word Labs</cp:lastModifiedBy>
  <cp:revision>1</cp:revision>
  <dcterms:created xsi:type="dcterms:W3CDTF">2026-03-25T03:13:38Z</dcterms:created>
  <dcterms:modified xsi:type="dcterms:W3CDTF">2026-03-25T03:13:38Z</dcterms:modified>
</cp:coreProperties>
</file>