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'deep'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'deep' really means 'going far down or in'.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Breathe in deeply and count to five when you feel nervous.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'deep'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"going far down or in"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'deep'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'deep' — going far down or 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'deep' means 'going far down or in'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'deep'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'deep'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'deep'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'deep' means 'going far down or in'. You can find it in 'deepen'.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'deeper', '-er' means 'more'.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'deeply', '-ly' means 'in a way'.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'deep' means 'going far down or in'.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'deeper' means 'more deep; further down or in than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'deepen' means 'to make something deeper, or to become deeper'.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'deep'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'deep' means 'going far down or in'.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'deeper' means 'more deep; further down or in than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'deepen' means 'to make something deeper, or to become deeper'.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'deep'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'deep'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going far down or 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'deep'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something deeper, or to become deeper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more deep; further down or in than something else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going a long way down or in from the top or surface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going a long way down or in from the top or surface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something deeper, or to become deeper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more deep; further down or in than something else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'deep'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'deep'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lake was so deep that no one could see the bottom.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river will deepen after the rain.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submarine went deeper into the ocean.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 in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deeply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count to five when you feel nervous.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far down or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far down or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far down or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'deep'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'deep' = going far down or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'deep'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