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'deep'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"going far down or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'deep' — going far down or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'deep' means 'going far down or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'deep'.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'deep'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'deep'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'deep' means 'going far down or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'deep'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'deep'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'deepen' means 'to make something shallower'.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'deep' means 'very shallow and near the surface'.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'deepen' means 'to make something deeper, or to become deeper'.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'deep' means 'going far down or 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'deep' means 'going a long way down or in from the top or surface'.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'deep'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 far down or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'deep'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4348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deep; further down or in than something else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deeper, or to become deeper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 long way down or in from the top or surface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'deep'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'deep'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lake was so deep that no one could see the bottom.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river will deepen after the rain.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went deeper into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breathed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starting the race. This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 of the swimming pool.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mystery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more clues appeared.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cave amazed the explorers. There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concern about the weather.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far down or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going far down or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'deep'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