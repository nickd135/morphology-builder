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'deep'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"far down, profound distance"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deepaz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'deep' — far down, profound distance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'deep' means 'far down, profound distance'.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'deep'.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'deep'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'deep'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'deep' means 'far down, profound distance'.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'deep'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'deep'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'deep'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'deepest' uses the suffix '-est' to mean the most deep.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'-en' to 'deep' makes the word 'deepen', meaning to make deeper.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'deeply' is formed by adding the suffix '-ly' to 'deep'.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'deep' means something that is very wide.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'deep'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 down, profound distance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deepaz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'deep'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waste--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chest--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shoulder--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ankle--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deep or having great depth.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firmly into something, far back from the surface.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deeper or more intense.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very deep parts of the ocean.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far down or most intense of 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goes far down or feels very strong.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down or more intense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'deep'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'deep'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divers explored the deepest part of the ocean where no sunlight reaches.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heavy rain, the river began to deepen and flow much faster than before.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deeply grateful for the help her classmates gave her during the science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trench carefully, and her findings helped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understanding of the ocean.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rooted tree stood firmly at the edge of the cliff, its branches reaching over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deeper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darker water below.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down, profound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'deep' = far down, profound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'deep'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knee--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waste--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chest--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shoulder--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ankle--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deep-set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deep-rooted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'deep' — 3-Day Teaching Deck</dc:title>
  <dc:subject>PptxGenJS Presentation</dc:subject>
  <dc:creator>Word Labs</dc:creator>
  <cp:lastModifiedBy>Word Labs</cp:lastModifiedBy>
  <cp:revision>1</cp:revision>
  <dcterms:created xsi:type="dcterms:W3CDTF">2026-04-10T00:48:37Z</dcterms:created>
  <dcterms:modified xsi:type="dcterms:W3CDTF">2026-04-10T00:48:37Z</dcterms:modified>
</cp:coreProperties>
</file>