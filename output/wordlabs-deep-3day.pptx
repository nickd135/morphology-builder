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'deep'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"far down, intense, profound"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deop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'deep' — far down, intense, profound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'deep' means 'far down, intense, profound'.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'deep'.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'deep'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'deep'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'deep' means 'far down, intense, profound'.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'deep'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'deep'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'deeply' uses the suffix '-ly' to turn 'deep' into an adverb.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'deep' comes from the Latin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'-en' to 'deep' makes the word 'deepen', meaning to make something deeper.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'deepest' means something is the most far down or most intense of all.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'deeper' has three syllables.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'deep'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 down, intense, profound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deop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deep-sea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knee-deep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'deep'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knee--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waist--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chest--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ankle--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elbow--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knee--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very far down or very intense.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deep that it reaches up to your knees.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further down or further into something than before.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or happening very far down in the ocean.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very strong or serious way, like feeling deeply sad.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deep-sea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go further down or become more serious.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knee-deep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far down or most intense of all — nothing goes further.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'deep'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'deep'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divers explored the deepest part of the ocean, where strange glowing creatures live.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heavy rain, the puddle on the oval had deepened so much that students had to walk around it.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deeply proud of her artwork when it was chosen to hang in the school hall.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submarine dived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deeply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ocean and discovered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deepest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trench ever explored.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intense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intense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intense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intense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intense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intense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deepness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cave amazed the explorers, who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deepened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understanding of geology, and they waded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knee-deep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an underground stream.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knee-deep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intense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intense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intense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intense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intense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intense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knee-deep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knee-deep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joint in the middle of your leg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intense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knee-deep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joint in the middle of your leg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intense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knee-deep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joint in the middle of your leg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intense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77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intense, profound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knee--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waist--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chest--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ankle--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elbow--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deep-sea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knee-deep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deep-rooted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'deep' — 3-Day Teaching Deck</dc:title>
  <dc:subject>PptxGenJS Presentation</dc:subject>
  <dc:creator>Word Labs</dc:creator>
  <cp:lastModifiedBy>Word Labs</cp:lastModifiedBy>
  <cp:revision>1</cp:revision>
  <dcterms:created xsi:type="dcterms:W3CDTF">2026-04-03T03:24:05Z</dcterms:created>
  <dcterms:modified xsi:type="dcterms:W3CDTF">2026-04-03T03:24:05Z</dcterms:modified>
</cp:coreProperties>
</file>