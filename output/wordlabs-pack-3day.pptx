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'pack'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put things together for carrying; a bundle"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'pack' — to put things together for carrying; a bundle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'pack' means 'to put things together for carrying; a bundle'.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'pack'.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'pack'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'pack'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'pack' means 'to put things together for carrying; a bundle'.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'pack'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'pack'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'packs' means 'puts things into bags, boxes or suitcases'.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'pack' means 'to break something into many small pieces'.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'pack' means 'to put things together into a bag, box, or container, often for a trip'.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'pack' means 'to put things together for carrying; a bundle'.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'packs' means 'hits a ball very hard during a game'.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'pack'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put things together for carrying; a bundle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repack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'pack'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298094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298094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very full, or having put belongings into bags or boxes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pack something again, often in a different way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together into a bag, box, or container, often for a trip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things out of a bag or box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repack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or machines whose job is to pack items into containers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machine whose job is to pack items into containers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packers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things into bags, boxes or suitcases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'pack'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'pack'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pack your bag tonight so we can leave early tomorrow.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morning, Dad packs his lunch before he leaves for work.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stadium was packed with fans for the big match.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overpacked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bag burst open at the airport.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package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arrived in the post for my birthday.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overpacked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overpacked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overpacked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together for carrying; a bundle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overpacked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together for carrying; a bundle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overpacked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together for carrying; a bundle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together for carrying; a bundle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together for carrying; a bundle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together for carrying; a bundle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biscuits are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packaged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a bright cardboard box.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packages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were delivered to our house this morning. The company is trying to use less plastic in its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packaging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together for carrying; a bundle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together for carrying; a bundle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together for carrying; a bundle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together for carrying; a bundle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together for carrying; a bundle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together for carrying; a bundle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together for carrying; a bundle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together for carrying; a bundle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together for carrying; a bundle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to put things together for carrying; a bundle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repack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'pack'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