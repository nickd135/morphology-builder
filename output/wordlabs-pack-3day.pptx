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7 word families with 'pack' suit Years 3–7, so there is no Day 3 dictation. Day 3 is the word matrix lesson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'package' really means 'a wrapped parcel or box containing something, often sent by post'.
'prepacked' really means 'packed and ready before you buy or collect it'.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packer at the fruit shed helped us unpack the crates of mangoes.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'pack'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put things together for carrying; a bundle"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7 word families with 'pack' suit Years 3–7, so there is no Day 3 dictation. Day 3 is the word matrix lesson only.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'pack' — to put things together for carrying; a bundle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'pack' = to put things together for carrying; a bundle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'pack' means 'to put things together for carrying; a bundle'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'pack'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'pack'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'pack'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'pack' = to put things together for carrying; a bundle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'pack' means 'to put things together for carrying; a bundle'. You can find it in 'repack'.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'repack',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'package', '-age' means 'result of; state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'pack' = to put things together for carrying; a bundle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'pack' means 'to put things together for carrying; a bundle'.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'repack' means 'to pack something again, often in a different way'.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'package' means 'packed and ready before you buy or collect it'.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'overpack' means 'to pack too many things into a bag or container'.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'prepacked' means 'a wrapped parcel or box containing something, often sent by post'.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'pack' = to put things together for carrying; a bundle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'pack' means 'to put things together for carrying; a bundle'.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'repack' means 'to pack something again, often in a different way'.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'package' means 'packed and ready before you buy or collect it'.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'overpack' means 'to pack too many things into a bag or container'.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'prepacked' means 'a wrapped parcel or box containing something, often sent by post'.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'pack'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'pack' = to put things together for carrying; a bundle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'pack'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put things together for carrying; a bundle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repack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prepacked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overpack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'pack'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'pack' = to put things together for carrying; a bundle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-age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463040" y="3374136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463040" y="337413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36829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660904" y="3374136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660904" y="337413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566160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858768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858768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672584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5084064" y="3374136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84064" y="3374136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prepacked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'pack'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'pack' = to put things together for carrying; a bundle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wrapped parcel or box containing something, often sent by post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pack too many things into a bag or container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prepacked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pack something again, often in a different way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overpack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put things together into a bag, box, or container, often for a trip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packed and ready before you buy or collect it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'pack'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'pack' = to put things together for carrying; a bundle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put things together into a bag, box, or container, often for a trip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repack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pack something again, often in a different way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prepacked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packed and ready before you buy or collect it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overpack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pack too many things into a bag or container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wrapped parcel or box containing something, often sent by post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'pack'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'pack' = to put things together for carrying; a bundle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'pack'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pack your bag tonight so we can leave early tomorrow.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had to repack the suitcase because it was too heavy.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 grabbed a prepacked salad from the shop for lunch.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'pack' = to put things together for carrying; a bundle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'pack' = to put things together for carrying; a bundle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packer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the fruit shed helped us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unpack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crates of mangoes.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unpack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'pack' = to put things together for carrying; a bundle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unpack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'pack' = to put things together for carrying; a bundle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unpack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reverse the action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things together for carrying; a bundle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'pack' = to put things together for carrying; a bundle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unpack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reverse the action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things together for carrying; a bundle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'pack' = to put things together for carrying; a bundle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unpack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reverse the action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things together for carrying; a bundle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ck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'pack' = to put things together for carrying; a bundle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'pack' = to put things together for carrying; a bundle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things together for carrying; a bundle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'pack' = to put things together for carrying; a bundle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things together for carrying; a bundle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'pack' = to put things together for carrying; a bundle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things together for carrying; a bundle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7004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23944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23944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77840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ck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03173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'pack' = to put things together for carrying; a bundle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'pack'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'pack' = to put things together for carrying; a bundle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734056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-age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unpack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542032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42032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'pack'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