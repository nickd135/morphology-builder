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"bundle, group, fill tightly"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paccus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'pack' — bundle, group, fill tightly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'pack' means 'bundle, group, fill tightly'.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'pack' means 'bundle, group, fill tightly'.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'unpacked' has a prefix, a root, and a suffix.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'pack' means to scatter or spread things out.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'packet' is a small item related to packing or bundling things.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'-er' in 'packer' means to do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'backpack' contains the root 'pack'.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bundle, group, fill tightly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paccus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knap-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machine that puts things into containers or boxes.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container or bag holding a set amount of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up tightly with things, or very crowded with people.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bag with straps that you carry on your back to school or hiking.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things out of a bag, box, or suitcase.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wrapped or boxed item, like a parcel sent in the mail.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things carefully into a bag or box to take somewhere.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carefully packed her backpack the night before the school camping trip.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packer at the warehouse sorted and sealed hundreds of packages each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told us to unpack our bags as soon as we arrived at the holiday house.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unpack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boxes before we repack them into smaller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packets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quickly to fill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forgot to repack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backpack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behind, on the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behind, on the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behind, on the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fill tightly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group, fill tightly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knap-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repack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'pack' — 3-Day Teaching Deck</dc:title>
  <dc:subject>PptxGenJS Presentation</dc:subject>
  <dc:creator>Word Labs</dc:creator>
  <cp:lastModifiedBy>Word Labs</cp:lastModifiedBy>
  <cp:revision>1</cp:revision>
  <dcterms:created xsi:type="dcterms:W3CDTF">2026-04-09T22:30:26Z</dcterms:created>
  <dcterms:modified xsi:type="dcterms:W3CDTF">2026-04-09T22:30:26Z</dcterms:modified>
</cp:coreProperties>
</file>