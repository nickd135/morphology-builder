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"bundle, wrap, or group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'pack' — bundle, wrap, or group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'pack' means 'bundle, wrap, or group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'pack' means 'bundle, wrap, or group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'backpack' contains the root 'pack' meaning to bundle or carry things together.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'packet' means a very large box used to ship heavy furniture.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'-age' can be added to 'pack' to make the word 'package'.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in 'unpack' means to reverse or undo the action of packing.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'pack' comes from the Ancient Greek word for 'water'.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bundle, wrap, or group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machine that packs items into containers.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pack or container holding a set amount of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up tightly with things, or very crowded.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bag you wear on your back to carry your belongings.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out of a bag, box, or container.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wrapped or boxed item that is packed and ready to be sent or given.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putting things into bags, boxes, or containers.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pack your lunchbox and water bottle before we leave for the excursion tomorrow.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wore a large backpack filled with supplies for the three-day hiking trip.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asked us to unpack the shopping bags and put everything away in the kitchen cupboards.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camp, Jake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unpack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backpack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repack it with clean clothes.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rear,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rear,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rear,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placed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making sure nothing would break during delivery.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or group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'pack' = bundle, wrap, or group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packet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backpack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repack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'pack' — 3-Day Teaching Deck</dc:title>
  <dc:subject>PptxGenJS Presentation</dc:subject>
  <dc:creator>Word Labs</dc:creator>
  <cp:lastModifiedBy>Word Labs</cp:lastModifiedBy>
  <cp:revision>1</cp:revision>
  <dcterms:created xsi:type="dcterms:W3CDTF">2026-03-25T03:40:51Z</dcterms:created>
  <dcterms:modified xsi:type="dcterms:W3CDTF">2026-03-25T03:40:51Z</dcterms:modified>
</cp:coreProperties>
</file>