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a certain way"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-lice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'-ly' — in a certain way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'-ly' means 'in a certain way'.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'-ly'.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'-ly'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'-ly'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'-ly' means 'in a certain way'.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'quickly', the root is the part before the suffix '-ly'.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'carefully'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'-ly' is often added to adjectives to make adverbs, e.g. 'slow' becomes 'slowly'.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'-ly' always means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'-ly' to a word can change how it works in a sentence, turning it into an adverb.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'-ly' comes from Old English.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Every word that ends in '-ly' has the suffix '-ly' added to a base word, for example 'only' and 'early'.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'-ly'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a certain way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-lice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'-ly'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happening at great speed; in a fast way.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or doing something at a low speed; not quickly.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very little noise; in a silent or soft way.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Acting in a warm, friendly, and helpful way towards others.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 with a lot of light or colour; in a vivid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very quickly and without any warning.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with a lot of attention so you don't make mistakes.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'-ly'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'-ly'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carefully copied the words into her notebook.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shone brightly through the classroom windows all morning.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spoke so quietly that nobody at the back could hear him.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little girl smiled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proudly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walked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slowly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the stage.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great satisfaction or honour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great satisfaction or honour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great satisfaction or honour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3173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quietly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carefully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lifted the lid, then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suddenly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jumped back in surprise.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little or no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in 'quietly' = /ee/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little or no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in 'quietly' = /ee/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little or no noise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in 'quietly' = /ee/ sound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24277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/kw/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attention or caution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'care' before '-ful'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attention or caution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'care' before '-ful'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attention or caution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from 'care' before '-ful'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without warning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without warning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without warning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'-ly' = in a certain way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carefully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suddenly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slowly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loudly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'-ly' — 3-Day Teaching Deck</dc:title>
  <dc:subject>PptxGenJS Presentation</dc:subject>
  <dc:creator>Word Labs</dc:creator>
  <cp:lastModifiedBy>Word Labs</cp:lastModifiedBy>
  <cp:revision>1</cp:revision>
  <dcterms:created xsi:type="dcterms:W3CDTF">2026-03-26T07:42:51Z</dcterms:created>
  <dcterms:modified xsi:type="dcterms:W3CDTF">2026-03-26T07:42:51Z</dcterms:modified>
</cp:coreProperties>
</file>