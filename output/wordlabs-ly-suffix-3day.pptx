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'-ly'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 a certain way"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-lice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'-ly' — in a certain way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'-ly' means 'in a certain way'.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'-ly'.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'-ly'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'-ly'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'-ly' means 'in a certain way'.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'quickly', the root is the part before the suffix '-ly'.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'quietly'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'-ly' can turn an adjective into an adverb, such as 'slow' becoming 'slowly'.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'play' becomes 'playle' when you add the suffix '-ly'.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'-ly' usually means 'in a certain way' or 'in the manner of'.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Words like 'quickly', 'softly', and 'bravely' all end with the suffix '-ly'.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'-ly' to a word always makes it a noun.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'-ly'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 a certain way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-lice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quietly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bravely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suddenly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clearly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'-ly'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'-ly'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or doing something at great speed, without wasting time.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quietly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easy to see, hear, or understand.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bravely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shows courage, even when something is scary.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all at once, without any warning.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suddenly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with a lot of attention so you don't make mistakes.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warm, friendly, and gentle way towards others.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clearly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very soft or silent way, without making much noise.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'-ly'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'-ly'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little girl smiled kindly at the new student who had just arrived at school.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quickly finished his lunch so he could play basketball in the playground.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carefully carried the glass of water across the room without spilling a drop.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puppy wagged its tail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excitedly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barked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loudly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it saw its owner.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loudly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strong feeling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past/adjective form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strong feeling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past/adjective form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strong feeling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past/adjective form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03397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loudly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loudly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a strong sound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loudly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a strong sound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loud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loudly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a strong sound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loud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spoke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softly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calmly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the team worked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incredibly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hard to finish on time.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calmly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incredibly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not hard or loud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not hard or loud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not hard or loud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calmly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calmly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peaceful, not upset or excited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calmly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peaceful, not upset or excited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calmly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peaceful, not upset or excited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incredibly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incredibly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incredibly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incredibly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325858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'-ly'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'-ly'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quietly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bravely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suddenly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clearly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'-ly' — 3-Day Teaching Deck</dc:title>
  <dc:subject>PptxGenJS Presentation</dc:subject>
  <dc:creator>Word Labs</dc:creator>
  <cp:lastModifiedBy>Word Labs</cp:lastModifiedBy>
  <cp:revision>1</cp:revision>
  <dcterms:created xsi:type="dcterms:W3CDTF">2026-04-10T01:08:29Z</dcterms:created>
  <dcterms:modified xsi:type="dcterms:W3CDTF">2026-04-10T01:08:29Z</dcterms:modified>
</cp:coreProperties>
</file>