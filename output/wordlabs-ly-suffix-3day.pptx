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'fairly' really means 'in a fair way, treating everyone the same'.
'hardly' really means 'barely, or almost not at all'.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Rangers check that nobody fishes illegally in marine parks, and the same rules apply nationally.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storm moved unpredictably, and the rain fell irregularly all night. By morning, the creek was incredibly high.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'-ly'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a way"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'-ly' — in a way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'-ly' means 'in a way'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'-ly'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'-ly'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'-ly'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'-ly' means 'in a way'. In 'badly', it is added to 'bad'.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'badly', the base is 'bad' (not good; poor quality).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'illegally', 'il-' means 'not'.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'-ly' means 'in a way'.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'sadly' means 'in an unhappy way, or unfortunately'.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'fairly' means 'in a poor way; not well'.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'badly' means 'in a poor way; not well'.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'hardly' means 'in a deep way; very strongly or seriously'.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'-ly' means 'in a way'.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'sadly' means 'in an unhappy way, or unfortunately'.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'fairly' means 'in a poor way; not well'.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'badly' means 'in a poor way; not well'.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'hardly' means 'in a deep way; very strongly or seriously'.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'-ly'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a way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hardly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kindly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'-ly'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252374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252374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33756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374904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4904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badly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probably going to happen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in a deep way; very strongly or seriously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 an unhappy way, or unfortunately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in a gentle and caring way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in a fair way, treating everyone the same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kindly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in a poor way; not well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barely, or almost not at all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in a poor way; not well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in an unhappy way, or unfortunately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 a deep way; very strongly or seriously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in a fair way, treating everyone the same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barely, or almost not at all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kindly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in a gentle and caring way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probably going to happen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'-ly'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'-ly'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played badly in the first half but improved after half-time.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Sadly, the school trip was cancelled due to rain.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breathed deeply before starting the race.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Rangers check that nobody fishes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illegally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marine parks, and the same rules apply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nationally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il- before 'l'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il- before 'l'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il- before 'l'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nation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nation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nation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storm moved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rain fell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irregularly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night. By morning, the creek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incredibly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incredibly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believe; trust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believe; trust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incredibly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believe; trust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ir- before 'r'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ir- before 'r'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ir- before 'r'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before it happens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before it happens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before it happens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5289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5289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455415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55415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957933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57933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460451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60451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962969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62969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46548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6548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96800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6800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47052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7052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973042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73042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475560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75560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978078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78078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48059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8059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98311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98311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'-ly' = in a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legally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predictably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regularly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unfairly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illegally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irregularly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718304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18304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'-ly'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