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a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'-ly' — in a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'-ly' means 'in a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'-ly' means 'in a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'badly', the root is the part before the suffix '-ly'.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'sadly'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'ly' means 'in a way'.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'badly' means 'very quickly'.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'sadly' means 'in a very fast 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'badly' means 'in a poor way; not well'.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'sadly' means 'in an unhappy way, or unfortunately'.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a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92608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27355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327355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poor way; not well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gentle and caring 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lacking light or in a gloomy manner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moderate extent; quite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deep way; very strongly or seriously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barely, or almost not at all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unhappy way, or unfortunately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played badly in the first half but improved after half-time.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Sadly, the school trip was cancelled due to rain.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darkly at the broken window, clearly upset.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completed the marathon. The photos were arranged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starting with the earliest holiday.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the cake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evenly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the four of you.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storm had knocked over the fence. I love all fruit,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especially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mangoes.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especially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sadly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deeply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'-ly'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