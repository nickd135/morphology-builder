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'taste'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sense flavour or quality"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taxare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'taste' — to sense flavour or quality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'taste' means 'to sense flavour or quality'.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'taste'.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'taste'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'taste'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'taste' means 'to sense flavour or quality'.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'taste'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'taste'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'tasteful' contains the root 'taste' and the suffix '-ful'.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'distaste' means to really enjoy something.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An 'aftertaste' is the flavour that lingers in your mouth after eating.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'taste' relates to sensing flavour or judging quality.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'tasteless' means something is full of wonderful flavour.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'taste'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sense flavour or quality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taxare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tasteful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tasteless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distaste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aftertaste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'taste'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2356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3504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3504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tasteful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tasteful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looks or feels elegant and well chosen, like a tasteful decoration.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tasteless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trying a small amount of food or drink to find out what it is like.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not liking something at all, or finding it unpleasant.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already tried a food or drink to find out its flavour.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Describes food that has a really nice, enjoyable flavour.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distaste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flavour that stays in your mouth after you have eaten or drunk something.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aftertaste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has no flavour, or something rude and unpleasant.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'taste'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'taste'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chef gave everyone a tasting of the new soup before it was added to the menu.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thought the bright orange curtains were tasteless and wanted something more elegant for the classroom.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eating the strong cheese, Jake noticed a sharp aftertaste that lasted for several minutes.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 felt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distaste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bitter medicine,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tasty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honey helped wash it down.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distaste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distaste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distaste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distaste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distaste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tasteful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dessert left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aftertaste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lemon, but everyone agreed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tasting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had been a wonderful experience!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aftertaste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aftertaste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aftertaste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following, behind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aftertaste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following, behind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aftertaste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following, behind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tasteful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tasteless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distaste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aftertaste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retaste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'taste' — 3-Day Teaching Deck</dc:title>
  <dc:subject>PptxGenJS Presentation</dc:subject>
  <dc:creator>Word Labs</dc:creator>
  <cp:lastModifiedBy>Word Labs</cp:lastModifiedBy>
  <cp:revision>1</cp:revision>
  <dcterms:created xsi:type="dcterms:W3CDTF">2026-04-03T03:23:53Z</dcterms:created>
  <dcterms:modified xsi:type="dcterms:W3CDTF">2026-04-03T03:23:53Z</dcterms:modified>
</cp:coreProperties>
</file>