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'taste' suit Years 3–7, so Day 3 has 1 dictation word instead of 3.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'tasteful' really means 'showing good judgement about what looks or seems attractive and appropriate'.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soup was tasteless, but the table was tastefully set with flowers and candles.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It is distasteful to tease someone about their lunch.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'taste'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flavour of something"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'taste' suit Years 3–7, so Day 3 has 1 dictation word instead of 3.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'taste' — the flavour of something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'taste' means 'the flavour of something'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'taste'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'taste'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'taste'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'taste' means 'the flavour of something'. You can find it in 'tasteful'.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'distaste', 'dis-' means 'not; opposite; apart'.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'tasteful', '-ful' means 'full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'taste' means 'the flavour of something'.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'aftertaste' means 'a taste left in your mouth after you eat or drink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'tasteful' means 'a strong dislike for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'distaste' means 'a strong dislike for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'taste' means 'the flavour of something'.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'aftertaste' means 'a taste left in your mouth after you eat or drink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'tasteful' means 'a strong dislike for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'distaste' means 'a strong dislike for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'taste'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flavour of something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aftertaste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'taste'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463040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463040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50545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798064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798064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74904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160520" y="2569464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25694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tasteful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showing good judgement about what looks or seems attractive and appropriate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taste left in your mouth after you eat or drink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flavour of food, or to try food to sense its flavour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aftertaste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strong dislike for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flavour of food, or to try food to sense its flavour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showing good judgement about what looks or seems attractive and appropriate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strong dislike for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aftertaste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taste left in your mouth after you eat or drink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'taste'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'taste'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soup has a delicious taste.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decorated the room in a tasteful way.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showed her distaste for the soggy vegetables by pushing them aside.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soup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tasteless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the table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tastefully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with flowers and candles.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tasteless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tastefully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distasteful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tease someone about their lunch.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'taste' = the flavour of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tasteless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tastefully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18304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'taste'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