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'taste'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flavour of something"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'taste' — the flavour of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'taste' means 'the flavour of something'.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'taste'.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'taste'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'taste'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'taste' means 'the flavour of something'.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'taste'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'taste'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'taste' means 'the sound something makes'.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'tasted' means 'tried food to sense its flavour (past tense)'.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'taste' means 'the flavour of food, or to try food to sense its flavour'.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'taste' means 'the flavour of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'tasted' means 'listened carefully to a sound'.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'taste'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flavour of something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'taste'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food, or to try food to sense its flavour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flavours of food, or tries food to sense its flavour (he/she/it form)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tried food to sense its flavour (past tense)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food to sense its flavour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dislike for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'taste'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'taste'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soup has a delicious taste.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tasted the soup before serving it.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always tastes his cooking before serving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decorated the room in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way. The soup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because I forgot the salt.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tastefully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decorated with soft colours. The joke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distasteful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made several people uncomfortable. He dressed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tastelessly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mixing clashing colours and patterns.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flavour of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the flavour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'taste'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