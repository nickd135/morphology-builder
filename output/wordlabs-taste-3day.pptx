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'taste'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sense flavour or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'taste' — to sense flavour or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'taste' means 'to sense flavour or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'taste'.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'taste'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'taste'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'taste' means 'to sense flavour or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'taste'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'taste'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'foretaste' means to experience something after it has already happened.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'tasteless' contains the root 'taste' and a suffix meaning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'dis' to 'taste' makes a word meaning a feeling of dislike.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'taste' comes from ancient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'tasteful' uses the suffix '-ful' meaning full of or having.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'taste'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sense flavour or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taxare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'taste'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in a way that shows good style or judgement, like a tasteful decoration.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liking something or finding it unpleasant.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that has a very nice or enjoyable flavour.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trying a small amount of food or drink to find out what it is like.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already tried the flavour of something in the past.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experience of something that gives you an idea of what is coming later.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flavour, or that is rude and shows poor judgement.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'taste'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'taste'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gave us a foretaste of the dessert menu before the main course arrived.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arranged the flowers in a tasteful way that made the whole room look beautiful.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soup was so tasteless that the students added extra herbs to improve the flavour.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comment made everyone uncomfortable,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reply from the teacher calmed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foretaste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summer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tasteless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lemonade was the only disappointment.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sense flavour or quality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'taste' = to sense flavour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'taste'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foretaste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distasteful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'taste'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