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8 word families with 'spire' suit Years 3–7, so Day 3 has 1 dictation word instead of 3.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'respire' really means 'to breathe'.
'conspire' really means 'to secretly plan something wrong or illegal with others'.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coach gave an inspirational speech before the big netball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In science, we learnt that the lungs are part of the respiratory system, which helps us breathe.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'spire'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"breathe; live"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8 word families with 'spire' suit Years 3–7, so Day 3 has 1 dictation word instead of 3.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'spire' — breathe; live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'spire' means 'breathe; live'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'spire'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'spire'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'spire'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'spire' means 'breathe; live'. You can find it in 'inspire'.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'inspire', 'in-' means 'not; into'.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'transpiration', '-ation' means 'act or process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'spire' means 'breathe; live'.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'transpiration' means 'the way plants give off water vapour through their leaves'.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'respire' means 'to give someone exciting new ideas or make them want to do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'inspire' means 'to give someone exciting new ideas or make them want to do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'conspire' means 'to breathe'.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'spire' means 'breathe; live'.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'transpiration' means 'the way plants give off water vapour through their leaves'.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'respire' means 'to give someone exciting new ideas or make them want to do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'inspire' means 'to give someone exciting new ideas or make them want to do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'conspire' means 'to breathe'.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'spire'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breathe; live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conspire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transpiration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'spire'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-atory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98064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98064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spire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84048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133088" y="3374136"/>
            <a:ext cx="114300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133088" y="33741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5838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769864" y="3374136"/>
            <a:ext cx="247802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9864" y="3374136"/>
            <a:ext cx="2478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transpiration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65760" y="38313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trans- becomes tran- before 's'; drop the final 'e' before -ation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way plants give off water vapour through their leaves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give someone exciting new ideas or make them want to do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conspire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breathe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transpiration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secretly plan something wrong or illegal with others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give someone exciting new ideas or make them want to do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breathe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conspire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secretly plan something wrong or illegal with others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transpiration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way plants give off water vapour through their leaves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'spire'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'spire'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living things need to respire in order to survive.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spies began to conspire against the king.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saw transpiration when water drops formed inside the bag over the leaves.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coach gave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speech before the big netball final.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breathe; live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breathe; live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breathe; live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52596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5259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49701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9701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04143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4143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58585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8585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13027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3027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7469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7469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21911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1911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76353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6353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30795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795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85237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5237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39679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9679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941212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41212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science, we learnt that the lungs are part of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system, which helps us breathe.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respiratory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respiratory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respiratory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breathe; live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respiratory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breathe; live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respiratory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breathe; live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'spire' = breathe;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-atory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respiratory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'spire'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