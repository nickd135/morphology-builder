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'spire'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"breathe; live"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'spire' — breathe; live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'spire' means 'breathe; live'.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'spire'.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'spire'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'spire'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'spire' means 'breathe; live'.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'spire'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'spire'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'spiral' means 'a curved shape that winds round and round a central point'.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'spires' means 'small round windows'.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'spire' means 'breathe; live'.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'spires' means 'tall, pointed structures on top of buildings, usually churches'.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'spiral' means 'a straight line between two points'.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'spire'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breathe; live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'spire'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706624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2706624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12394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471416" y="37216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471416" y="37216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788152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199632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99632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tall, pointed structures on top of buildings, usually churches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curved shape that winds round and round a central point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'spire'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'spire'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staircase wound up in a spiral to the top of the tower.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city skyline was full of church spires.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living things need to respire in order to survive.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living things need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respire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order to survive. The two spies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conspire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to steal the secret documents.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is a common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respiratory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condition that affects the lungs. Many students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aspire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become scientists one day.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aspirations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to become a doctor and help people.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to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of; characterised by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i_e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aspirations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breathe;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process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breathe; live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spiral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'spire' — 3-Day Teaching Deck</dc:title>
  <dc:subject>PptxGenJS Presentation</dc:subject>
  <dc:creator>Word Labs</dc:creator>
  <cp:lastModifiedBy>Word Labs</cp:lastModifiedBy>
  <cp:revision>1</cp:revision>
  <dcterms:created xsi:type="dcterms:W3CDTF">2026-07-07T10:22:39Z</dcterms:created>
  <dcterms:modified xsi:type="dcterms:W3CDTF">2026-07-07T10:22:39Z</dcterms:modified>
</cp:coreProperties>
</file>