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'spire'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"breathe, breath, spirit"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spirare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'spire' — breathe, breath, spirit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'spire' means 'breathe, breath, spirit'.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'spire'.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'spire'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'spire'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'spire' means 'breathe, breath, spirit'.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'spire'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'spire'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'spire' comes from a Latin word meaning to breathe.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'expire' means to start something new.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'inspire' contains the prefix 'in' and the root 'spire'.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When you perspire, your body is releasing breath and sweat through your skin.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'spire' is found in the word 'spider'.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'spire'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breathe, breath, spirit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spirare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'spire'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or idea that makes you want to create or do something wonderful.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breathe; the process of taking in oxygen and releasing carbon dioxide.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sweat, especially when you are hot or nervous.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strong hope or ambition to achieve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secretly plan something with other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someone with excitement or the desire to do something great.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 an end, or to breathe out your last breath.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'spire'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'spire'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athlete's story was enough to inspire the whole school to try their best.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check the date on the milk carton to see when it will expire.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always aspired to become a marine biologist and study sea creatures.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team, and the players were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his words.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they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secret,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conspiracy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others to stand up for what was right.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conspiracy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conspiracy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conspiracy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'spire' — 3-Day Teaching Deck</dc:title>
  <dc:subject>PptxGenJS Presentation</dc:subject>
  <dc:creator>Word Labs</dc:creator>
  <cp:lastModifiedBy>Word Labs</cp:lastModifiedBy>
  <cp:revision>1</cp:revision>
  <dcterms:created xsi:type="dcterms:W3CDTF">2026-03-25T03:57:06Z</dcterms:created>
  <dcterms:modified xsi:type="dcterms:W3CDTF">2026-03-25T03:57:06Z</dcterms:modified>
</cp:coreProperties>
</file>