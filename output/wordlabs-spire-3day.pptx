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'spire'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"breathe, breath, spirit"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spirare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'spire' — breathe, breath, spirit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'spire' means 'breathe, breath, spirit'.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'spire'.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'spire'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'spire'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'spire' means 'breathe, breath, spirit'.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'spire'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'spire'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'spire' only appears in words about buildings.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'in' in 'inspire' means into or upon.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'expire' means to start something new and fresh.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When you perspire, you are sweating because your body is hot.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'spire' comes from a Latin word meaning to breathe.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'spire'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breathe, breath, spirit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spirare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perspire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'spire'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881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996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996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great idea or feeling that makes you want to create or do something amazing.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sweat, like when you get hot after running around at sport.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in and out; what living things do to get energy from oxygen.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really want to achieve something great, like aspiring to become a scientist.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perspire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secretly plan something together, usually something sneaky or wrong.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fill someone with excitement or a great idea, like a hero inspiring others to be brave.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come to an end or run out, like when food expires and is no longer safe to eat.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'spire'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'spire'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 of the young athlete was enough to inspire the whole class to try their best.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sure you check the expiration date on the yoghurt before you eat it.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had a dream to aspire to greatness, and she worked hard every single day.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hoped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his team, and their hard work left him full of admiration.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to, toward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they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conspire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against the rules, their actions caused the project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expire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everyone stopped feeling 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inspiration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12483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away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into, upon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breathe, breath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or state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52549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'spire' = breathe, breath, spirit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'spire'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spire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-acy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conspire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respire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perspire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aspire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inspiration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expiration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'spire' — 3-Day Teaching Deck</dc:title>
  <dc:subject>PptxGenJS Presentation</dc:subject>
  <dc:creator>Word Labs</dc:creator>
  <cp:lastModifiedBy>Word Labs</cp:lastModifiedBy>
  <cp:revision>1</cp:revision>
  <dcterms:created xsi:type="dcterms:W3CDTF">2026-04-10T00:31:53Z</dcterms:created>
  <dcterms:modified xsi:type="dcterms:W3CDTF">2026-04-10T00:31:53Z</dcterms:modified>
</cp:coreProperties>
</file>