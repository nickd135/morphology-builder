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"above, beyond, too much"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ofer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'over-' — above, beyond, too much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'over-' means 'above, beyond, too much'.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'over-'.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'over-'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'over-'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'over-' means 'above, beyond, too much'.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'overflow', the root is the part after the prefix 'over-'.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'over-' can mean something is too much or beyond normal.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'overjoyed' means feeling very sad.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'over-' to 'sleep' makes a word meaning to sleep too long.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'over-'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'over-' always means something is under or below.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'over-'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above, beyond, too much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ofer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'over-'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extremely happy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sleep for longer than you meant to and wake up late.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successfully deal with a problem or difficulty.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is so much liquid in a container that it spills over the top.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flip something upside down or knock it over.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miss something or not notice it; also to look down over a place from above.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weight or work onto something or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'over-'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'over-'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sink began to overflow because someone left the tap running.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overjoyed when she found out she had won the art competition.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tried not to oversleep on the first day of school camp.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started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heavy rain, so the road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mud.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 amount carried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 amount carried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 amount carried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overslept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she quickly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overcame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panic and, after glancing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sink, rushed to get ready.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overcame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'over-' = above, beyond,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'over-'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overlook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oversleep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overturn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overcome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overjoyed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overdue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'over-' — 3-Day Teaching Deck</dc:title>
  <dc:subject>PptxGenJS Presentation</dc:subject>
  <dc:creator>Word Labs</dc:creator>
  <cp:lastModifiedBy>Word Labs</cp:lastModifiedBy>
  <cp:revision>1</cp:revision>
  <dcterms:created xsi:type="dcterms:W3CDTF">2026-03-26T07:38:24Z</dcterms:created>
  <dcterms:modified xsi:type="dcterms:W3CDTF">2026-03-26T07:38:24Z</dcterms:modified>
</cp:coreProperties>
</file>