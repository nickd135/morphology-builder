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 much"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'over-' — too much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'over-' means 'too much'.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'over-'.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'over-'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'over-'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'over-' means 'too much'.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'overeat', the root is the part after the prefix 'over-'.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'overpay' means 'to pay more money than something is really worth'.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'overpay' means 'to forget to pay a bill'.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'overeat' means 'to refuse to eat any food at all'.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'overeat' means 'to eat more food than your body needs'.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'over' means 'too much'.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'over-'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 much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'over-'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98094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98094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45312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45312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flow over the edges or limits of something because there is too much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manage something to make sure it is done correctly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something too much, so it spills or overflows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 more food than your body needs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too much, more than is needed or good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spread over and fill a place in large numbers, or take longer than planned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more money than something is really worth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'over-'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'over-'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party, it's easy to overeat when there are so many delicious snacks.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sometimes overpay for souvenirs in busy markets.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Weeds had begun to overrun the abandoned garden.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grain had to be sold at a lower price. Mum said I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overreacting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missing one bus.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little detail of the presentation. The manager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building of the new library.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older sister wouldn't let him walk to school alone.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'over-'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