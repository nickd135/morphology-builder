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notesMasterIdLst>
    <p:notesMasterId r:id="rId4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notesMaster" Target="notesMasters/notesMaster1.xml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 statements, corrected:
'overload' really means 'to put too much weight or too many things onto something'.
'overland' really means 'travelling across land rather than by sea or air'.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Don't overfill the bath, or the water will overflow onto the floor.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My saved game was gone overnight because my brother chose to overwrite it. Mum told me not to overreact.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Prefix: 'over-'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"too much"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Prefix 'over-' — too much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'over-'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'over-' = too much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prefix 'over-' means 'too much' and how it changes the meaning of a word.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the prefix 'over-' means.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add 'over-' to a base and explain the new word's meaning.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'over-'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'over-'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'over-' = too much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prefix is a word part added to the start of a base to change its meaning. The prefix 'over-' means 'too much'. In 'overeat', it is added to 'eat'.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base is the main part of a word that carries its meaning. In 'overeat', the base is 'eat' (to consume food).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'over-'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'over-' = too much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prefix 'over-' means 'too much'.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'overuse' means 'to use something too much, more than is needed or good'.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'overload' means 'to eat more food than your body needs'.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'overeat' means 'to eat more food than your body needs'.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'overland' means 'to pay more money than something is really worth'.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'over-'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'over-' = too much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prefix 'over-' means 'too much'.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'overuse' means 'to use something too much, more than is needed or good'.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'overload' means 'to eat more food than your body needs'.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'overeat' means 'to eat more food than your body needs'.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'overland' means 'to pay more money than something is really worth'.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 'over-' — Meaning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'over-'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'over-' = too much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'over-'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too much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prefix: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overeat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overpay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overuse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81228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1228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overheat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overland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51460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1460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overload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66344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6344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overtake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'over-'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'over-'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'over-' = too much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26314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6314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263140" y="1627632"/>
            <a:ext cx="2194560" cy="365760"/>
          </a:xfrm>
          <a:prstGeom prst="rect">
            <a:avLst/>
          </a:prstGeom>
          <a:solidFill>
            <a:srgbClr val="DDD6FE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6314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26314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6314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63140" y="2834640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63140" y="3236976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8630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8630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686300" y="1627632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8630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eat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686300" y="2029968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8630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pay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686300" y="2432304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86300" y="24323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686300" y="2834640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86300" y="2834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heat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686300" y="3236976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86300" y="323697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land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65760" y="3776472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1463040" y="3776472"/>
            <a:ext cx="1005840" cy="420624"/>
          </a:xfrm>
          <a:prstGeom prst="rect">
            <a:avLst>
              <a:gd name="adj" fmla="val 17391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1463040" y="3776472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over-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2505456" y="3776472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2798064" y="3776472"/>
            <a:ext cx="73152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2798064" y="3776472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eat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3611880" y="3776472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4023360" y="3776472"/>
            <a:ext cx="1545336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023360" y="3776472"/>
            <a:ext cx="1545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overeat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'over-'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'over-'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'over-' = too much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overeat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to catch up with and pass someone or something that is ahead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overpay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to eat more food than your body needs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overuse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travelling across land rather than by sea or air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overheat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to pay more money than something is really worth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overland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to become too hot, or to make something become too hot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65760" y="374904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65760" y="374904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overload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514600" y="374904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651760" y="374904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F.  to use something too much, more than is needed or good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65760" y="426110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365760" y="426110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overtake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2514600" y="426110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651760" y="426110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G.  to put too much weight or too many things onto something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'over-'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'over-'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'over-' = too much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overeat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to eat more food than your body needs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overpay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to pay more money than something is really worth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overuse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to use something too much, more than is needed or good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overheat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to become too hot, or to make something become too hot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overland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travelling across land rather than by sea or air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65760" y="374904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65760" y="374904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overload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514600" y="374904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651760" y="374904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F.  to put too much weight or too many things onto something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65760" y="426110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365760" y="426110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overtake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2514600" y="426110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651760" y="426110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G.  to catch up with and pass someone or something that is ahead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'over-'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'over-'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'over-' = too much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'over-'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Tourists sometimes overpay for souvenirs in busy markets.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overuse of plastic bags is bad for the environment.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computers can overheat if they are used for too long without a break.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'over-'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'over-' = too much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marks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'over-'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'over-' = too much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overfill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bath, or the water will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overflow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onto the floor.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87452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7452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overfill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87452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0916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916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470916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overflow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70916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'over-'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'over-' = too much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overfill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'over-'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'over-' = too much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overfill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much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fill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make full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'over-'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'over-' = too much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overfill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much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fill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make full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fill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'over-'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'over-' = too much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overfill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much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fill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make full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fill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254649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254649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293146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93146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331643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331643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370141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370141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408638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08638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7447135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447135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'over-'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'over-' = too much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overflow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'over-'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'over-' = too much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overflow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the top; above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flow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move steadily, like water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'over-'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'over-' = too much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overflow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the top; above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flow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move steadily, like water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flow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'over-'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'over-' = too much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overflow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the top; above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flow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move steadily, like water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flow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254649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254649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293146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93146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331643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331643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370141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370141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408638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08638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7447135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447135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ow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Build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'over-'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'over-' = too much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marks</a:t>
            </a:r>
            <a:endParaRPr lang="en-US" sz="2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'over-'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'over-' = too much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saved game was gone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overnight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because my brother chose to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overwrite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it. Mum told me not to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overreact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54864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overnight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32232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32232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332232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overwrite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32232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09600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9600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609600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overreact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09600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'over-'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'over-' = too much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overnight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'over-'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'over-' = too much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overnight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through; during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night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time of darkness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'over-'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'over-' = too much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overnight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through; during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night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time of darkness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night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'over-'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'over-' = too much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overnight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through; during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night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time of darkness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night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254649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254649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293146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93146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331643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331643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370141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370141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408638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08638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igh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7447135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447135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'over-'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'over-' = too much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overwrite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'over-'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'over-' = too much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overwrite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the top of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write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words on a page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'over-'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'over-' = too much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overwrite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the top of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write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words on a page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write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'over-'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'over-' = too much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overwrite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the top of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write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words on a page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write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254649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254649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293146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93146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331643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331643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370141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370141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wr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408638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08638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i_e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7447135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447135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1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3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'over-'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'over-' = too much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overreact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'over-'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'over-' = too much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overreact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much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react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'over-'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'over-' = too much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overreact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much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react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'over-'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'over-' = too much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overreact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much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react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0238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0238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8315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8315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6393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6393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44703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44703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525475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25475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0624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0624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8701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8701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76779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6779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'over-'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'over-' = too much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6314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6314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26314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6314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6314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6314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8630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8630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68630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8630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8630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8630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'over-'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'over-' = too much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is the matrix. Which words did you build?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26314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6314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263140" y="1581912"/>
            <a:ext cx="2194560" cy="292608"/>
          </a:xfrm>
          <a:prstGeom prst="rect">
            <a:avLst/>
          </a:prstGeom>
          <a:solidFill>
            <a:srgbClr val="DDD6FE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63140" y="15819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263140" y="1911096"/>
            <a:ext cx="219456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63140" y="2240280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63140" y="2569464"/>
            <a:ext cx="219456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63140" y="2898648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8630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8630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686300" y="1581912"/>
            <a:ext cx="219456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86300" y="15819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eat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686300" y="1911096"/>
            <a:ext cx="219456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86300" y="191109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pay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686300" y="2240280"/>
            <a:ext cx="219456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86300" y="224028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686300" y="2569464"/>
            <a:ext cx="219456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86300" y="256946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heat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686300" y="2898648"/>
            <a:ext cx="219456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86300" y="289864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land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Prefix 'over-' — Teaching Deck</dc:title>
  <dc:subject>PptxGenJS Presentation</dc:subject>
  <dc:creator>Word Labs</dc:creator>
  <cp:lastModifiedBy>Word Labs</cp:lastModifiedBy>
  <cp:revision>1</cp:revision>
  <dcterms:created xsi:type="dcterms:W3CDTF">2026-10-22T10:14:36Z</dcterms:created>
  <dcterms:modified xsi:type="dcterms:W3CDTF">2026-10-22T10:14:36Z</dcterms:modified>
</cp:coreProperties>
</file>