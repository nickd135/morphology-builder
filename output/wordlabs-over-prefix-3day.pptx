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"above, beyond, too much"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ofer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'over-' — above, beyond, too much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'over-' means 'above, beyond, too much'.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'over-'.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'over-'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'over-'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'over-' means 'above, beyond, too much'.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'overload', the root is the part after the prefix 'over-'.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'over-' can mean too much, as in overeat.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'Oversleep' means to sleep longer than planned.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'over-' comes from a Greek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'over-' always means under or below.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'overflow' means when liquid spills over the top of a container.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'over-'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above, beyond, too much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ofer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overdue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'over-'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extremely happy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succeed in dealing with a problem or difficult situation.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should have happened or been done already, like a library book that is late to return.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into or onto something, like carrying too many heavy bags at once.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sleep for longer than you meant to and wake up late.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overdue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miss seeing something, or to have a view over a place from above.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container gets too full and liquid spills over the top.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'over-'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'over-'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excited fans overflowed out of the stadium after the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tried not to overload her school bag with too many books.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class was overjoyed when their teacher announced a free reading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tired campers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overslept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overlooked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morning bird walk.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/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/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/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banks, and the rescue team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overcome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strong current to reach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overjoyed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survivors.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through or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through or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through or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overdue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'over-' — 3-Day Teaching Deck</dc:title>
  <dc:subject>PptxGenJS Presentation</dc:subject>
  <dc:creator>Word Labs</dc:creator>
  <cp:lastModifiedBy>Word Labs</cp:lastModifiedBy>
  <cp:revision>1</cp:revision>
  <dcterms:created xsi:type="dcterms:W3CDTF">2026-04-10T01:02:22Z</dcterms:created>
  <dcterms:modified xsi:type="dcterms:W3CDTF">2026-04-10T01:02:22Z</dcterms:modified>
</cp:coreProperties>
</file>