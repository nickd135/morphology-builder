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'rupt'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'rupt' — break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'rupt' means 'break'.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'rupt'.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'rupt'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'rupt'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'rupt' means 'break'.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'rupt'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'rupt'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'rupt' means 'break'.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'rupture' means 'a sudden break or split, especially in a pipe or body part'.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'rupture' means 'a bright, colourful decoration'.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'rupt'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rupture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'rupt'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08760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508760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487168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834640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834640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05656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453128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453128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477256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888736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88736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break or split, especially in a pipe or body part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'rupt'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'rupt'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burst pipe caused a rupture that flooded the basement.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don't interrupt while I'm reading.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 alarm caused a disruption to the maths lesson.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I'm reading. The fire alarm caused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disruption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maths lesson.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phone call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dinner. The meeting continued after a short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volcano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 at any moment.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'rupt'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