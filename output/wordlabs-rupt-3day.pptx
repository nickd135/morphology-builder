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'rupt'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"break, burst, force through"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rumpere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'rupt' — break, burst, force through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'rupt' means 'break, burst, force through'.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'rupt'.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'rupt'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'rupt'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'rupt' means 'break, burst, force through'.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'rupt'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'rupt'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'rupt' comes from a Latin word meaning to break or burst.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'erupt' means to fix or repair something carefully.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'interrupt' contains the root 'rupt' meaning break.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volcano eruption is an example of something bursting or breaking open.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'rupt' originally came from the Greek language.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'rupt'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break, burst, force through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rumpere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corrupt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abrupt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'rupt'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happens suddenly and unexpectedly, without warning.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been broken or spoiled, or a person who acts dishonestly.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break apart the normal flow of something, causing confusion or disorder.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corrupt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normal order of something is broken up and causes problems.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abrupt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break into what someone is doing or saying, stopping them suddenly.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sudden bursting out of a volcano, or any sudden fierce outburst.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volcano bursts open and shoots out lava, ash, and rock.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'rupt'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'rupt'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loud thunderclap seemed to interrupt the teacher right in the middle of the lesson.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watched carefully as the volcano began to erupt, sending ash high into the sky.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fire drill caused a disruption to our maths class, but everyone got outside safely.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sudden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eruption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volcano caused the scientists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interrupt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experiment immediately.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corrupt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official tried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disrupt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meeting, but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abrupt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behaviour shocked everyone in the room.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corrupt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abrupt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completely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completely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completely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from, off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from, off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from, off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force through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corrupt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abrupt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'rupt' — 3-Day Teaching Deck</dc:title>
  <dc:subject>PptxGenJS Presentation</dc:subject>
  <dc:creator>Word Labs</dc:creator>
  <cp:lastModifiedBy>Word Labs</cp:lastModifiedBy>
  <cp:revision>1</cp:revision>
  <dcterms:created xsi:type="dcterms:W3CDTF">2026-03-25T03:43:45Z</dcterms:created>
  <dcterms:modified xsi:type="dcterms:W3CDTF">2026-03-25T03:43:45Z</dcterms:modified>
</cp:coreProperties>
</file>