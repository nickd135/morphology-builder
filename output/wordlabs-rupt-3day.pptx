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'rupt' suit Years 3–7, so Day 3 has 1 dictation word instead of 3.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'rupt' really means 'break'.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fire drill caused a short disruption to our spelling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"Sorry for the interruption," said Mia, "but the bus is here!"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'rupt'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"break"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'rupt' suit Years 3–7, so Day 3 has 1 dictation word instead of 3.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'rupt' — break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'rupt' means 'break'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'rupt'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'rupt'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'rupt'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'rupt' means 'break'. You can find it in 'rupture'.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'interrupt', 'inter-' means 'between'.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'rupture', '-ure' means 'result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'rupt' means 'break'.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'interrupt' means 'to stop someone while they are speaking or doing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'rupture' means 'a sudden break or split, especially in a pipe or body part'.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'erupt' means 'to burst out suddenly and violently'.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root 'rupt' means 'to write'.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'rupt' means 'break'.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'interrupt' means 'to stop someone while they are speaking or doing something'.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'rupture' means 'a sudden break or split, especially in a pipe or body part'.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'erupt' means 'to burst out suddenly and violently'.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root 'rupt' means 'to write'.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'rupt'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rupture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erupt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'rupt'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523744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523744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7472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3886200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86200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erupt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burst out suddenly and violently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sudden break or split, especially in a pipe or body part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erupt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stop someone while they are speaking or doing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rupture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sudden break or split, especially in a pipe or body part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stop someone while they are speaking or doing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erupt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burst out suddenly and violently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'rupt'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'rupt'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rupture in the water pipe flooded the school garden.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don't interrupt while I'm reading.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volcano could erupt again at any moment.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 drill caused a short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disruption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our spelling test.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disruption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disruption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disruption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disruption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disruption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not; opposite; apart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"Sorry for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," said Mia, "but the bus is here!"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'rupt'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'rupt' = break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rupt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disruption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542032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interruption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'rupt'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