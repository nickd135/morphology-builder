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'rupt'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"break, burst, or shatter"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rumpere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'rupt' — break, burst, or shatter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'rupt' means 'break, burst, or shatter'.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'rupt'.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'rupt'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'rupt'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'rupt' means 'break, burst, or shatter'.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'rupt'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'rupt'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'inter' in 'interrupt' means between or among.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'erupt' has nothing to do with the root 'rupt'.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'rupt' comes from a Latin word meaning to break or burst.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'rupture' is a type of break or tear in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'disrupt' means to make something run more smoothly.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'rupt'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break, burst, or shatter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rumpere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rupture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'rupt'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break or tear in something, like a burst pipe or torn muscle.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down someone's honesty or goodness, making them act dishonestly.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burst out suddenly, like a volcano shooting out lava and ash.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 violent burst, like when a volcano explodes with hot lava.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rupture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into a conversation or activity and stop it for a moment.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Suddenly stopping or changing without any warning, like an abrupt halt.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confusion or disorder by breaking up something that was happening smoothly.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'rupt'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'rupt'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volcano began to erupt without any warning, sending ash high into the sky.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do not interrupt your classmate when they are sharing their ideas with the group.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sudden storm managed to disrupt our outdoor sports carnival completely.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loud thunderstorm caused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disruption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our lesson, so our teacher asked us not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interrupt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she gave new instructions.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volcano started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erupt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corrupt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official finally made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abrupt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decision to evacuate the town.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'rupt' = break, burst, or shatter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'rupt'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disrupt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corrupt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rupture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abrupt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'rupt' — 3-Day Teaching Deck</dc:title>
  <dc:subject>PptxGenJS Presentation</dc:subject>
  <dc:creator>Word Labs</dc:creator>
  <cp:lastModifiedBy>Word Labs</cp:lastModifiedBy>
  <cp:revision>1</cp:revision>
  <dcterms:created xsi:type="dcterms:W3CDTF">2026-04-09T22:33:47Z</dcterms:created>
  <dcterms:modified xsi:type="dcterms:W3CDTF">2026-04-09T22:33:47Z</dcterms:modified>
</cp:coreProperties>
</file>