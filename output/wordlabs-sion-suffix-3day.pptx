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-sio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'-sion' — act,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'-sion' means 'act,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'-sion' means 'act,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'explosion', the root is the part before the suffix '-sion'.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'division'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'explosion' contains the suffix '-sion'.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'-sion' means 'not' or 'opposite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'-sion' can turn a verb or base word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'-sion'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ending in '-sion' are always describing words (adjectives).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-sio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 vi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over and improving work or ideas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growing or spreading out to become bigger.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 where people share ideas or opinions about a topic.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allowed to do something by a person in charge.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electronic device that shows moving pictures and sound.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sudden, loud burst of energy or force, like a bomb going off.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splitting something into parts or groups.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us permission to work outside in the sunshine today.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discussion, the class decided to plant a garden near the library.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explosion of colour in the artwork made everyone stop and stare.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our teacher before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excursion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could begin.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excursion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'mit' changes to 'miss'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'mit' changes to 'miss'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'mit' changes to 'miss' before -ion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excursion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excursion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excursion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excursion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confusion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final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happy.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pour, mix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shake, strike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 vi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television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'-sion' — 3-Day Teaching Deck</dc:title>
  <dc:subject>PptxGenJS Presentation</dc:subject>
  <dc:creator>Word Labs</dc:creator>
  <cp:lastModifiedBy>Word Labs</cp:lastModifiedBy>
  <cp:revision>1</cp:revision>
  <dcterms:created xsi:type="dcterms:W3CDTF">2026-04-10T01:15:10Z</dcterms:created>
  <dcterms:modified xsi:type="dcterms:W3CDTF">2026-04-10T01:15:10Z</dcterms:modified>
</cp:coreProperties>
</file>