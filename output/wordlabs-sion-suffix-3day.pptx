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'-sion' suit Years 3–7, so Day 3 has 1 dictation word instead of 3.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'conclusion' really means 'the end of something, or what you decide at the end'.
'collision' really means 'when two things crash into each other'.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practised long division before lunch.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expansion of the school library means there is room for more beanbags.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'-sion'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or process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'-sion' suit Years 3–7, so Day 3 has 1 dictation word instead of 3.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'-sion' — act or process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'-sion' means 'act or process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'-sion'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'-sion'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'-sion'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'-sion' means 'act or process of'. You can see it at the end of 'decision'.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'decision', the base is 'decide' (choose after thinking).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'expansion', 'ex-' means 'out'.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'-sion' means 'act or process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'decision' means 'a choice that you make after thinking'.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'conclusion' means 'the slow wearing away of land by water, wind or ice'.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'invasion' means 'when a large number of people, animals or plants spread into a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'collision' means 'the end of something, or what you decide at the end'.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'-sion' means 'act or process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'decision' means 'a choice that you make after thinking'.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'conclusion' means 'the slow wearing away of land by water, wind or ice'.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'invasion' means 'when a large number of people, animals or plants spread into a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'collision' means 'the end of something, or what you decide at the end'.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'-sion'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or process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erosion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invasion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'-sion'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16712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63040" y="2167128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63040" y="216712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68296" y="21671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60904" y="2167128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60904" y="21671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21671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160520" y="2167128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16712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when a large number of people, animals or plants spread into a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erosion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when two things crash into each 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choice that you make after thinking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slow wearing away of land by water, wind or 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end of something, or what you decide at the end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choice that you make after thinking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erosion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slow wearing away of land by water, wind or 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when two things crash into each 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end of something, or what you decide at the 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when a large number of people, animals or plants spread into a place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'-sion'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'-sion'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cause erosion of the cliffs.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collision between two trolleys.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strong conclusion for your persuasive text.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practised long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lunch.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split or share (from dividere)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split or share (from dividere)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split or share (from dividere)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school library means there is room for more beanbags.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spread (from pandere)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spread (from pandere)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spread (from pandere)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057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'-sion'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