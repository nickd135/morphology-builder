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or process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'-sion' — act or process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'-sion' means 'act or process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'-sion'.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'-sion'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'-sion'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'-sion' means 'act or process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'division', the root is the part before the suffix '-sion'.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'sion'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'division' means 'adding two numbers together'.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'division' means 'splitting something into equal parts; a maths operation for sharing into groups'.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'sion' means 'act or process of'.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'-sion'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 or process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division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'-sion'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90448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90448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division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something into equal parts; a maths operation for sharing into groups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'-sion'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'-sion'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division to share the twenty apples equally among five baskets.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lot of confusion when the fire alarm went off during the test.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Tensions grew between the two countries over the border dispute.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a lot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confusion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 fire alarm went off during the test.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Tensions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between the two countries over the border dispute.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pour or mix (from fundere)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pour or mix (from fundere)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pour or mix (from fundere)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fireworks ended with a huge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colour in the night sky.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school added four new classrooms and a bigger library. The builders finished both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school hall.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burst or blow up (from explode)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burst or blow up (from explode)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burst or blow up (from explode)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spread (from pandere)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spread (from pandere)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spread (from pandere)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of; former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'-sion' = act or process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'-sion'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division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'-sion' — 3-Day Teaching Deck</dc:title>
  <dc:subject>PptxGenJS Presentation</dc:subject>
  <dc:creator>Word Labs</dc:creator>
  <cp:lastModifiedBy>Word Labs</cp:lastModifiedBy>
  <cp:revision>1</cp:revision>
  <dcterms:created xsi:type="dcterms:W3CDTF">2026-07-07T10:53:36Z</dcterms:created>
  <dcterms:modified xsi:type="dcterms:W3CDTF">2026-07-07T10:53:36Z</dcterms:modified>
</cp:coreProperties>
</file>