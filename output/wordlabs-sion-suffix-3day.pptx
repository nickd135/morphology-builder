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"act, state, or result"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-sio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'-sion' — act, state, or result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'-sion' means 'act, state, or result'.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'-sion'.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'-sion'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'-sion'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'-sion' means 'act, state, or result'.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'explosion', the root is the part before the suffix '-sion'.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'television'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'-sion' can turn a verb into a noun.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Words ending in '-sion' are always adjectives.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'-sion' comes from Latin.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'-sion' ending often sounds like /zhun/ or /shun/.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'-sion' means 'without' or 'not'.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'-sion'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act, state, or result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-sio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invasion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'-sion'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'-sion'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army or group forces its way into a place without being invited.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not understanding what is happening or what to 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getting bigger or spreading out over a larger area.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in charge says it is okay for you to do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choice you make after thinking carefully about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sudden, very loud burst of energy or fire that blows things apart.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invasion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electronic device that shows moving pictures and sound for entertainment or news.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'-sion'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'-sion'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for everyone's attention before making her decision.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explosion in the science experiment made the whole class jump!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needed special permission from our parents to go on the excursion.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confusion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classroom grew after the unexpected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invasion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bees through the window.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pour, mix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pour, mix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pour, mix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of -sion after vowel sound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of -sion after vowel sound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of -sion after vowel sound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tension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principal gave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students to hold a concert.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of -sion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of -sion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of -sion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shake, strike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of -sion; double 's'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shake, strike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of -sion; double 's'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shake, strike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of -sion; double 's'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of -sion; double 's'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of -sion; double 's'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of -sion; double 's' before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'-sion'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'-sion'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invasion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'-sion' — 3-Day Teaching Deck</dc:title>
  <dc:subject>PptxGenJS Presentation</dc:subject>
  <dc:creator>Word Labs</dc:creator>
  <cp:lastModifiedBy>Word Labs</cp:lastModifiedBy>
  <cp:revision>1</cp:revision>
  <dcterms:created xsi:type="dcterms:W3CDTF">2026-04-03T03:23:28Z</dcterms:created>
  <dcterms:modified xsi:type="dcterms:W3CDTF">2026-04-03T03:23:28Z</dcterms:modified>
</cp:coreProperties>
</file>