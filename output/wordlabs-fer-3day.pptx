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"carry, bear, bring"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ferre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'fer' — carry, bear, bring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'fer' means 'carry, bear, bring'.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'fer' means 'carry, bear, bring'.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'fer' comes from Latin and means to carry or bring.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'prefer' means to like two things equally.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'transfer' contains the root 'fer', meaning to carry across.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'infer' uses 'fer' to mean working out something by carrying ideas together.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'fer' originally comes from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carry, bear, bring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ferre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something from one place to another, like transferring money to a different bank account.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unlike something else; when two things are not the same.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meeting where people come together to talk and share ideas.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like one thing more than another, like preferring chocolate over vanilla.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present something to someone, like offering a friend a piece of your lunch.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out something that isn't directly said, using clues you already have.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someone to another person or place for help or information.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refer to page twelve in our textbooks for the answers.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infer that the dinosaurs disappeared after a massive asteroid hit Earth.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transfer all the books from the old classroom to the new 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 work to a new notebook, or keep it where it is?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conference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scientists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differ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their findings, but they agreed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same research.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 → dif before 'f'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'fer' = carry, bear, bring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conference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fertile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'fer' — 3-Day Teaching Deck</dc:title>
  <dc:subject>PptxGenJS Presentation</dc:subject>
  <dc:creator>Word Labs</dc:creator>
  <cp:lastModifiedBy>Word Labs</cp:lastModifiedBy>
  <cp:revision>1</cp:revision>
  <dcterms:created xsi:type="dcterms:W3CDTF">2026-03-25T03:50:12Z</dcterms:created>
  <dcterms:modified xsi:type="dcterms:W3CDTF">2026-03-25T03:50:12Z</dcterms:modified>
</cp:coreProperties>
</file>