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'suffer' really means 'to experience pain, distress or hardship'.
'interference' really means 'something that gets in the way or disrupts something else'.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At the science conference, the speaker would refer to her notes whenever she forgot a 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pool passes are transferable, so I will offer mine to Sam. He should arrive early, preferably before nine.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'fer'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"carry; bring"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'fer' — carry; bring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'fer' means 'carry; bring'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'fer'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'fer'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'fer'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'fer' means 'carry; bring'. You can find it in 'suffer'.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'suffer', 'suf-' means 'under; below'.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'inference', '-ence' means 'state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'fer' means 'carry; bring'.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'inference' means 'a conclusion reached from evidence and reasoning, not directly stated'.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'suffer' means 'a greater liking for one thing over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'circumference' means 'the distance all the way around the outside of a circle'.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'interference' means 'to experience pain, distress or hardship'.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'fer' means 'carry; bring'.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'inference' means 'a conclusion reached from evidence and reasoning, not directly stated'.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'suffer' means 'a greater liking for one thing over another'.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'circumference' means 'the distance all the way around the outside of a circle'.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'interference' means 'to experience pain, distress or hardship'.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'fer'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carry; bring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interference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circumference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'fer'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584448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3584448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67258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08406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8406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distance all the way around the outside of a circle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something that gets in the way or disrupts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conclusion reached from evidence and reasoning, not directly stated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interference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greater liking for one thing over another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circumference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experience pain, distress or hardship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experience pain, distress or hardship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conclusion reached from evidence and reasoning, not directly stated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greater liking for one thing over another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interference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something that gets in the way or disrupts something else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circumference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distance all the way around the outside of a circle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'fer'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'fer'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muddy footprints, she made the inference that someone had been in the garden.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preference is for chocolate ice cream over vanilla.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science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speaker would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her notes whenever she forgot a fact.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conference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conference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conference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conference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conference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pool passes are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I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mine to Sam. He should arrive early,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preferably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nine.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preferably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preferably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-le + -ly becomes -ly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ob- becomes of- before 'f'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against; in the way of; towards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carry; bring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ff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'fer' = carry; bring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preferable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preferably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'fer'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