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'fer'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carry, bring, bear"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ferre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'fer' — to carry, bring, bear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to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'fer' means 'to carry, bring, bear'.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'fer'.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'fer'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'fer'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to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'fer' means 'to carry, bring, bear'.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'fer'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'fer'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to carry, bring, bear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'fer' originally comes from Greek and means to speak.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In the word 'conference', the root 'fer' helps carry the idea of bringing people together.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'fer' comes from a Latin word meaning to carry or bring.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'transfer' means to keep something in the same place.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'prefer' contains the root 'fer', meaning to carry or bring.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'fer'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to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carry, bring, bear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ferre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conference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different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'fer'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to carry, bring, bear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127248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127248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6986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8134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8134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to carry, bring, bear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something from one place to another, like transferring money to a friend.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figure something out from clues, even if it isn't directly stated.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conference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meeting where people come together to talk and share ideas.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or present something to someone for them to take or accept.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same as something else; having qualities that set it apart.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like one thing more than another thing.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different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 someone to another person or place for help or information.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'fer'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to carry, bring, bear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'fer'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us to refer to our textbooks when we needed help with the questions.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had to transfer all of our work from our rough drafts into our good copies.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prefer reading adventure stories over watching television on a rainy afternoon.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to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to carry, bring, bear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infer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 the character is feeling, or would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prefer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read the passage again?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to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to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to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to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to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to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to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to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to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to carry, bring, bear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conference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speaker will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transfer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knowledge between schools.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conference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to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conference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to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conference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to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conference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to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conference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to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to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to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to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to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to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to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to carry, bring, bear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to carry, bring, bear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to carry, bring, bear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conference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prefer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different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fertile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'fer' — 3-Day Teaching Deck</dc:title>
  <dc:subject>PptxGenJS Presentation</dc:subject>
  <dc:creator>Word Labs</dc:creator>
  <cp:lastModifiedBy>Word Labs</cp:lastModifiedBy>
  <cp:revision>1</cp:revision>
  <dcterms:created xsi:type="dcterms:W3CDTF">2026-04-09T22:41:12Z</dcterms:created>
  <dcterms:modified xsi:type="dcterms:W3CDTF">2026-04-09T22:41:12Z</dcterms:modified>
</cp:coreProperties>
</file>