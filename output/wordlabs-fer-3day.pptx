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"carry; bring"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'fer' — carry; bring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'fer' means 'carry; bring'.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'fer' means 'carry; bring'.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'prefer' means 'to fix something broken'.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'refer' means 'to mention or direct attention to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'fer' means 'carry; bring'.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'prefer' means 'to like one thing more than another'.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'refer' means 'to completely forget about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carry; bring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92608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3273552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3273552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39826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745736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745736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91616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2764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2764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mention or direct attention to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experience pain, distress or hardship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mentions or points to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or she likes one thing more than another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experiences pain or hardship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official who makes sure players follow the rules in a sport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like one thing more than another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refer to page ten for the instructions.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prefer tea to coffee in the mornings.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often refers to her own childhood in the book.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offer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friend a slice of chocolate cake. The bakery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offers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fresh warm bread every morning.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seat to the elderly man on the bus. The shop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offering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big discount on all books this week. The festival had many food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offerings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visitors to try.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carry;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suffer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prefers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'fer'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