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'read'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look at and understand writing"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rǣdan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'read' — to look at and understand writing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'read' means 'to look at and understand writing'.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'read'.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'read'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'read'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'read' means 'to look at and understand writing'.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'read'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'read'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'misread' means to read something incorrectly.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'readable' contains a prefix.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'reread' means to read something again.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'readership' refers to all the people who read a particular publication.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'pre-' in 'prereading' means after.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'read'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look at and understand writing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rǣdan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unread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prereading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'read'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--ership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speed--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--out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read something incorrectly or get the wrong meaning.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read something again from the beginning.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easy and enjoyable to read.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 you do before you start reading a text.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reads books or text.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unread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not been read yet.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prereading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of looking at and understanding written words.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'read'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'read'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class to reread the passage carefully before answering the questions.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found the novel very readable because the author used simple, clear language.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readership of that popular magazine has grown to over one million people.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reread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instructions, because I think I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misread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last step?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reread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chapter, because she had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misread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villain's name throughout the story.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writing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writing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writing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writing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--ership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speed--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--out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unread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prereading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readership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'read' — 3-Day Teaching Deck</dc:title>
  <dc:subject>PptxGenJS Presentation</dc:subject>
  <dc:creator>Word Labs</dc:creator>
  <cp:lastModifiedBy>Word Labs</cp:lastModifiedBy>
  <cp:revision>1</cp:revision>
  <dcterms:created xsi:type="dcterms:W3CDTF">2026-04-03T03:21:53Z</dcterms:created>
  <dcterms:modified xsi:type="dcterms:W3CDTF">2026-04-03T03:21:53Z</dcterms:modified>
</cp:coreProperties>
</file>