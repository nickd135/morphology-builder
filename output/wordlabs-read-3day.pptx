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'read'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'reader' really means 'a person who reads, or a book used for reading practice'.
'proofread' really means 'to read writing carefully to find and fix mistakes'.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library book sat unread for weeks, so I had to reread the first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Please write neatly so your story is readable, and remember to use capital letters and full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'read'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look at and understand words"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'read'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'read' — to look at and understand words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'read' means 'to look at and understand words'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'read'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'read'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'read'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'read' means 'to look at and understand words'. You can find it in 'reader'.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'misread',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'reader',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'read' means 'to look at and understand words'.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'misread' means 'to read or understand something the wrong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'reader' means 'to read writing carefully to find and fix mistakes'.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'newsreader' means 'a person who reads the news on TV or radio'.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'proofread' means 'a person who reads, or a book used for reading practice'.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'read' means 'to look at and understand words'.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'misread' means 'to read or understand something the wrong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'reader' means 'to read writing carefully to find and fix mistakes'.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'newsreader' means 'a person who reads the news on TV or radio'.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'proofread' means 'a person who reads, or a book used for reading practice'.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'read'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look at and understand words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proofread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'read'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8406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read writing carefully to find and fix mistakes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reads the news on TV or radio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reads, or a book used for reading practice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look at and understand written words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proofread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read or understand something the wrong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look at and understand written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reads, or a book used for reading practice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read or understand something the wrong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reads the news on TV or radio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proofread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read writing carefully to find and fix mistakes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'read'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'read'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to read a chapter of my book before bed.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keen reader and finishes a new book every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misread the time and arrived an hour early for the bus.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library book sat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unread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weeks, so I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reread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chapter.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write neatly so your story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remember to use capital letters and full stops.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'read' = to look at and understand 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unreadable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reread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'read'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