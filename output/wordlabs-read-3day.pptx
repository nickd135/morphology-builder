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and understand"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raedan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'read' — to look at and understand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'read' means 'to look at and understand'.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'read' means 'to look at and understand'.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'misread' contains the root 'read'.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'read'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're' to 'read' makes a word meaning to read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'-able' in 'readable' means 'able to be'.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'unread' means someone who reads very quickly.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and understand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raedan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or understand something incorrectly.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something again a second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and enjoyable to read.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something before a main activity or lesson.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reads books or text.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been read yet.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at words and understanding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reread the passage carefully so we could answer the comprehension questions.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found the novel so readable that she finished the whole book in one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misread the instructions, your experiment might not turn out the way you planned.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instructions carefully because 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first step.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notice on the board reminded every student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class meant no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homework.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'read' — 3-Day Teaching Deck</dc:title>
  <dc:subject>PptxGenJS Presentation</dc:subject>
  <dc:creator>Word Labs</dc:creator>
  <cp:lastModifiedBy>Word Labs</cp:lastModifiedBy>
  <cp:revision>1</cp:revision>
  <dcterms:created xsi:type="dcterms:W3CDTF">2026-04-10T00:40:55Z</dcterms:created>
  <dcterms:modified xsi:type="dcterms:W3CDTF">2026-04-10T00:40:55Z</dcterms:modified>
</cp:coreProperties>
</file>