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 at and understand words"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'read' — to look at and understand words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'read' means 'to look at and understand words'.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'read' means 'to look at and understand words'.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'reads' means 'looks at and understands written words'.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'read' means 'to look at and understand written words'.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'reads' means 'kicks a ball towards the goal'.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'read' means 'to listen carefully to a piece of music'.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'read' means 'to look at and understand words'.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 at and understand words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read something again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reads, or a book used for reading practice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prepared for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read or understand something the wrong way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written words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read by anyone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at and understands written words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 to read a chapter of my book before bed.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little brother reads a comic every morning.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ready to leave for school yet?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checked their equipment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readiness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competition. She spent the evening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rereading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favourite book series.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misreading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recipe meant he added far too much salt. The instructions were clear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readable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nobody got confused. His handwriting was so scruffy it was almost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unreadable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'read' = to look at and understand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unread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'read'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