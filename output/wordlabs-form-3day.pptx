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'transform' really means 'to change completely in appearance or form'.
'uniform' really means 'special matching clothes worn by members of a group, such as a school'.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student council hopes to reform the playground rules, but their plan is still formless.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party was informal, so nobody dressed formally, but one uninformed guest arrived in a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'form'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"make; shape"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'form' — make; shape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'form' means 'make; shape'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'form'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'form'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'form'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'form' means 'make; shape'. You can find it in 'transform'.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'transform', 'trans-' means 'across'.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'formal',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'form' means 'make; shape'.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'formal' means 'following proper rules and manners; suitable for serious or official occasions'.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'transform' means 'to give someone wrong or false information'.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'misinform' means 'to give someone wrong or false information'.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'uniform' means 'to change completely in appearance or form'.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'form' means 'make; shape'.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'formal' means 'following proper rules and manners; suitable for serious or official occasions'.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'transform' means 'to give someone wrong or false information'.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'misinform' means 'to give someone wrong or false information'.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'uniform' means 'to change completely in appearance or form'.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'form'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make; shape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'form'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88620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8620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following proper rules and manners; suitable for serious or official occasions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special matching clothes worn by members of a group, such as a school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change completely in appearance or form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shape or structure of something; also a document to fill 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give someone wrong or false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shape or structure of something; also a document to fill 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change completely in appearance or 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give someone wrong or false information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following proper rules and manners; suitable for serious or official occasions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special matching clothes worn by members of a group, such as a school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'form'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'form'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fill in the form with your name and address.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prank caller tried to misinform residents about a fake emergency.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expected to conform to the school's uniform policy.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council hopes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playground rules, but their plan is still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formless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nobody dressed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formally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uninformed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guest arrived in a suit.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shape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shape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shape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shape; 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'form' = make;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formless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'form'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