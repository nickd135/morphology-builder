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'form'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"make; shape"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'form' — make; shape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'form' means 'make; shape'.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'form'.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'form'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'form'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'form' means 'make; shape'.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'form'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'form'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'form' means 'the shape or structure of something; also a document to fill in'.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'form' means 'a loud sound made by an animal'.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'forms' means 'loud sounds made by an object'.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'form' means 'make; shape'.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'forms' means 'different types or shapes that something can take'.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'form'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make; shape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'form'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83464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10565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453128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453128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62356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03504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3504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or structure of something; also a document to fill in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or existing before now; the first of two things mentioned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or shaped into a particular 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someone facts or information about something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or shaping something; coming into existence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something, usually a system or organisation, in order to improve it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types or shapes that something can take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'form'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'form'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fill in the form with your name and address.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gym offers several forms of exercise, such as swimming and running.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clay was formed into a small bowl.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 had lots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ancient Egypt. The documentary was really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informative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ocean life.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video about recycling. The garden's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a mess to a masterpiece amazed everyone. The book described the tadpole's amazing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a frog.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'form' = make; shape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'form'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formed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former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inform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'form' — 3-Day Teaching Deck</dc:title>
  <dc:subject>PptxGenJS Presentation</dc:subject>
  <dc:creator>Word Labs</dc:creator>
  <cp:lastModifiedBy>Word Labs</cp:lastModifiedBy>
  <cp:revision>1</cp:revision>
  <dcterms:created xsi:type="dcterms:W3CDTF">2026-07-07T10:22:34Z</dcterms:created>
  <dcterms:modified xsi:type="dcterms:W3CDTF">2026-07-07T10:22:34Z</dcterms:modified>
</cp:coreProperties>
</file>