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'form'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"shape, structure, or arrange"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forma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'form' — shape, structure, or arrange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'form' means 'shape, structure, or arrange'.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'form'.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'form'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'form'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'form' means 'shape, structure, or arrange'.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'form'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'form'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'form' comes from Latin and means shape or structure.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'perform' means to change something completely into something different.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'uniform' contains the prefix 'uni', which means one.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'formation' contains the root 'form' plus the suffix '-ation'.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'form' comes from the Greek word 'morphe'.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'form'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shape, structure, or arrange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forma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reform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'form'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set of matching clothes worn by members of a group, like students or soldiers.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reform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something in front of an audience, like sing, dance, or act.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tell someone about something so they know about it.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completely change the shape or appearance of something.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proper rules or customs, like wearing smart clothes to a special event.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formation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something is arranged or shaped, like clouds or rocks.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something to make it better than it was before.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'form'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'form'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had to wear their school uniform every day, including a white shirt and navy shorts.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scientists watched the rock formation carefully to learn about how the mountains were shaped.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will perform a short play about the water cycle for the rest of the school.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dancers moved into a beautiful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formation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formal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costumes sparkled under the lights.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or structure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or structure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or structure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or structure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or structure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or structure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wanted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reform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system,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perform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duties with care,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way the school was run.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reform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or structure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or structure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or structure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or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or structure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or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or structure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or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or structure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or change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or structure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or change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or structure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or change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or structure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shape, structure,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reform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formation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formal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formula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'form' — 3-Day Teaching Deck</dc:title>
  <dc:subject>PptxGenJS Presentation</dc:subject>
  <dc:creator>Word Labs</dc:creator>
  <cp:lastModifiedBy>Word Labs</cp:lastModifiedBy>
  <cp:revision>1</cp:revision>
  <dcterms:created xsi:type="dcterms:W3CDTF">2026-03-25T03:12:31Z</dcterms:created>
  <dcterms:modified xsi:type="dcterms:W3CDTF">2026-03-25T03:12:31Z</dcterms:modified>
</cp:coreProperties>
</file>