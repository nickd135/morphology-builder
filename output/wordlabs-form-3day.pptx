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'form'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"shape, structure, or arrange"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forma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'form' — shape, structure, or arrange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'form' means 'shape, structure, or arrange'.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'form'.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'form'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'form'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'form' means 'shape, structure, or arrange'.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'form'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'form'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the prefix 're' to 'form' makes the word 'reform', meaning to change for the better.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'transform' contains the root 'form'.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'uniform' means many different shapes and styles.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'form' comes from Latin and means shape or structure.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'form' is found in the word 'forest'.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'form'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shape, structure, or arrange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forma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'form'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is arranged or shaped, like clouds forming a pattern in the sky.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completely change something into something different, like a caterpillar changing into a butterfly.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matching clothes worn by a group of people, like a school uniform.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someone important facts or news about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done in a proper, official way, like wearing smart clothes to a special event.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in front of an audience, like acting in a play or playing music.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something to make it better, like improving rules that are not working well.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'form'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'form'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had to perform their science experiments in front of the whole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will inform parents about the upcoming excursion at the end of the week.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rock formation in the national park looked like a giant sleeping bear.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asked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perform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best work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conform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rules of the competition.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conform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amazing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building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proof that hard work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reform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change a community.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change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change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change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85237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conform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'form' — 3-Day Teaching Deck</dc:title>
  <dc:subject>PptxGenJS Presentation</dc:subject>
  <dc:creator>Word Labs</dc:creator>
  <cp:lastModifiedBy>Word Labs</cp:lastModifiedBy>
  <cp:revision>1</cp:revision>
  <dcterms:created xsi:type="dcterms:W3CDTF">2026-04-09T22:00:00Z</dcterms:created>
  <dcterms:modified xsi:type="dcterms:W3CDTF">2026-04-09T22:00:00Z</dcterms:modified>
</cp:coreProperties>
</file>