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'produce'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bring or make forward"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producere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'produce' — to bring or make forward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'produce' means 'to bring or make forward'.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'produce'.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'produce'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'produce'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'produce' means 'to bring or make forward'.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'produce'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'produce'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'producer' is someone who makes or creates something.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'produce' comes from a Latin word meaning to bring forward.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'unproductive' means not achieving much.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're' in 'reproduce' means 'not'.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'-tion' in 'production' means 'a person who'.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'produce'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bring or make forward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producere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unproductive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'produce'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601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716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716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Describes someone or something that gets a lot done or makes a lot of things.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making a copy, or how living things create new life.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makes or creates something, like a movie producer who makes films.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too much of something is made, more than people need or want.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achieving much or not making very much — the opposite of productive.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copy of something, or when animals have babies.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unproductive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making or creating something, like the production of a school play.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'produce'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'produce'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farmer was proud of the fresh produce he grew on his property, including tomatoes and corn.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worked hard on the school production of the play, and everyone had an important job to do.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are productive with your time, you can finish your work and still have time to play.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documentary about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overproduction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plastic waste was made by a talented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producer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or make forward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or make forward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or make forward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703799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7891688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or make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or make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or make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discovered that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productive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garden can provide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reproduction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rare plants; they were amazed!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unproductive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or make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or make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or make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or make forward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or make forward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or make forward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52549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7832252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unproductive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unproductive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or make forward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unproductive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or make forward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unproductive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or make forward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763534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to bring or make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unproductive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coproduction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'produce' — 3-Day Teaching Deck</dc:title>
  <dc:subject>PptxGenJS Presentation</dc:subject>
  <dc:creator>Word Labs</dc:creator>
  <cp:lastModifiedBy>Word Labs</cp:lastModifiedBy>
  <cp:revision>1</cp:revision>
  <dcterms:created xsi:type="dcterms:W3CDTF">2026-04-09T22:08:30Z</dcterms:created>
  <dcterms:modified xsi:type="dcterms:W3CDTF">2026-04-09T22:08:30Z</dcterms:modified>
</cp:coreProperties>
</file>