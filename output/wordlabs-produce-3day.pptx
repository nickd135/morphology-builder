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'produce'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"bring forth, make, create"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producere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'produce' — bring forth, make, create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'produce' means 'bring forth, make, create'.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'produce'.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'produce'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'produce'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'produce' means 'bring forth, make, create'.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'produce'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'produce'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'produce' comes from Latin and means to bring forth or make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'productive' means that nothing useful is being made.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'producer' is someone who makes or creates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're' in 'reproduce' means to do something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'reproduction' has only two syllables.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'produce'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bring forth, make, create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producere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unproductive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'produce'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601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716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716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make a lot of things or get a lot done, like having a productive day at school.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making copies or when living things create new young.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makes or creates something, like a movie producer who makes films.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getting much done or not making anything useful, like an unproductive afternoon spent daydreaming.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too much of something is made, more than people need or want.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unproductive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copy of something, or when animals or plants make new offspring.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making or creating something, like the production of a school play.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'produce'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'produce'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factory's production of chocolate bars increased during the school holidays.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said we had a very productive morning because we finished all our work.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documentary explained how bees reproduce and build new hives in spring.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team worked hard, and their efforts made the event 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productive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forth, make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forth, make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forth, make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forth, make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forth, make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forth, make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overproduction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toys led to waste; however,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found a way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reproduce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most popular ones.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forth, make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forth, make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forth, make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30795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85237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forth, make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forth, make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forth, make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forth,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forth,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forth,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bring forth, make, create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unproductive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reproducible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'produce' — 3-Day Teaching Deck</dc:title>
  <dc:subject>PptxGenJS Presentation</dc:subject>
  <dc:creator>Word Labs</dc:creator>
  <cp:lastModifiedBy>Word Labs</cp:lastModifiedBy>
  <cp:revision>1</cp:revision>
  <dcterms:created xsi:type="dcterms:W3CDTF">2026-03-25T03:20:32Z</dcterms:created>
  <dcterms:modified xsi:type="dcterms:W3CDTF">2026-03-25T03:20:32Z</dcterms:modified>
</cp:coreProperties>
</file>