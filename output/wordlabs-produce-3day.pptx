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'produce'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"make"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'produce' — make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'produce' =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'produce' means 'make'.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'produce'.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'produce'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'produce'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'produce' =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'produce' means 'make'.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'produce'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'produce'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'produce' = make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'produce' means 'make'.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'produced' means 'made or created'.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'produce' means 'to destroy or break something completely'.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'produced' means 'completely destroyed or ruined'.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'produce' means 'to make or create something, especially in large amounts; also fresh fruit and vegetables'.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'produce'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'produce' =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'produce'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producer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produces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producers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producing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'produce'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'produce' = make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'produce'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365760" y="37216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1508760" y="3721608"/>
            <a:ext cx="109728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1508760" y="37216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2633472" y="37216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2980944" y="3721608"/>
            <a:ext cx="168249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2980944" y="3721608"/>
            <a:ext cx="1682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'produce'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4690872" y="37216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5038344" y="37216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5038344" y="37216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5934456" y="37216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46" name="Shape 44"/>
          <p:cNvSpPr/>
          <p:nvPr/>
        </p:nvSpPr>
        <p:spPr>
          <a:xfrm>
            <a:off x="6345936" y="37216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345936" y="37216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'produce'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'produce' = make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company that makes or creates something, especially films, music, or goods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or companies that make or create things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producer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create something, especially in large amounts; also fresh fruit and vegetables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produces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making or creating something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producers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or created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producing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makes or creates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'produce'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'produce' = make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'produce'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factory can produce hundreds of toys every day.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bakery produced fresh bread every morning.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film's producer organised the budget and the filming schedule.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'produce' =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'produce' = make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Rabbits can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reproduce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very quickly, which is why their numbers grow fast. The artist's painting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reproduced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thousands of postcards.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reproduce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reproduced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'produce' =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reproduce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'produce' =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reproduce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'produce' =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reproduce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'produce' =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reproduce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u_e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'produce' =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reproduced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'produce' =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reproduced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'produce' =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reproduced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'produce' =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reproduced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u_e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'produce' =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'produce' = make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Scientists studied how quickly the bacteria were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reproducing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the dish. Farmers can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overproduce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crops when the weather is good.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overproduced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grain had to be sold at a lower price.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reproducing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overproduce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overproduced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'produce' =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reproducing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'produce' =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reproducing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'produce' =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reproducing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'produce' =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reproducing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'produce' =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overproduce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'produce' =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overproduce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'produce' =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overproduce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'produce' =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overproduce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u_e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'produce' =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overproduced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'produce' =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overproduced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'produce' =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overproduced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duced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'produce' =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overproduced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duced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u_e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'produce' = make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'produce'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'produce' = make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'produce'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produce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produced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producer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produces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producers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'produce' — 3-Day Teaching Deck</dc:title>
  <dc:subject>PptxGenJS Presentation</dc:subject>
  <dc:creator>Word Labs</dc:creator>
  <cp:lastModifiedBy>Word Labs</cp:lastModifiedBy>
  <cp:revision>1</cp:revision>
  <dcterms:created xsi:type="dcterms:W3CDTF">2026-07-07T10:22:36Z</dcterms:created>
  <dcterms:modified xsi:type="dcterms:W3CDTF">2026-07-07T10:22:36Z</dcterms:modified>
</cp:coreProperties>
</file>