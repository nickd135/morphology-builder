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'produce' has very few longer words built from it, so this deck practises adding the suffixes -ed, -er, -s and -ing to the base (Years 3–4). Only 9 words with 'produce'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local farm produces fresh milk. The producer sells it at the Saturday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class is reproducing a famous painting, and we are producing quite a mess!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'produce'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'produce' has very few longer words built from it, so this deck practises adding the suffixes -ed, -er, -s and -ing to the base (Years 3–4). Only 9 words with 'produce'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'produce' — make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-er, -s and -ing to the base 'produce'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'produce'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'produce' means 'make'. You can find it in 'produced'.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'reproduce', 're-' means 'again; back'.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'producers',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'produced',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'producers',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'producer', the suffix '-er' tells us more, or a person or thing that does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'producing', the suffix '-ing'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'produces',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'produced',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'producers',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'producer', the suffix '-er' tells us more, or a person or thing that does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'producing', the suffix '-ing'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'produces',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'produce'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'produce'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374136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3741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7977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07238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07238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84048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13308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13308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94690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358384" y="3374136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58384" y="3374136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made or created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made a copy of something, or produced offspring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a copy of something, or for living things to produce young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people or companies that make or create things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make or create something, especially in large amounts; also fresh fruit and vegetables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or create something, especially in large amounts; also fresh fruit and vegetables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made or created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people or companies that make or create things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make a copy of something, or for living things to produce young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made a copy of something, or produced offspring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'produce'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'produce'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can produce hundreds of toys every 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bakery produced fresh bread every morning.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producers worked together to create the new movie.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local farm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produces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fresh milk.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sells it at the Saturday market.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famous painting, and we are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producing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quite a mess!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'produce'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producing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'produce'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