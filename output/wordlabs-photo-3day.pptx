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'photo-'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"light"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Prefix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'photo-' — light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'photo-' means 'light'.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prefix 'photo-'.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base words and other morphemes to build and decode 'photo-'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'photo-'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The prefix 'photo-' means 'light'.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In 'photograph', the root is the part after the prefix 'photo-'.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'-ed' changes a verb to past tense.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'photo' means 'light'.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'photograph' means 'a written record of a court case'.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'photographs' means 'pictures taken with a camera'.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'photographs' means 'documents signed by a judge'.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'photograph' means 'a picture produced by a camera'.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'photo-'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Prefix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'photo-'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'photo-'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" y="40416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40416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4041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4041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636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636008"/>
            <a:ext cx="1243584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6360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779776" y="4636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127248" y="4636008"/>
            <a:ext cx="10972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127248" y="4636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251960" y="4636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599432" y="46360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599432" y="4636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95544" y="4636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907024" y="4636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07024" y="4636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or practice of taking photographs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pictures taken with a camera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picture produced by a camera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'photo-'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'photo-'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hung the photograph of his family on the wall.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photographs from our trip are in this album.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studied photography at university and now takes pictures for magazines.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rare bird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photographed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a wildlife expert.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photographer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took beautiful pictures of the wedding.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pher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pher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has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photographic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memory and can recall images perfectly.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photographers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lined up to capture the winning goal. She spent the afternoon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birds in the park.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phers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phers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'photo-'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'photo'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'photo-' = light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'photo-'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" y="3666744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71800" y="3666744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66674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66674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'photo-' — 3-Day Teaching Deck</dc:title>
  <dc:subject>PptxGenJS Presentation</dc:subject>
  <dc:creator>Word Labs</dc:creator>
  <cp:lastModifiedBy>Word Labs</cp:lastModifiedBy>
  <cp:revision>1</cp:revision>
  <dcterms:created xsi:type="dcterms:W3CDTF">2026-07-07T10:36:52Z</dcterms:created>
  <dcterms:modified xsi:type="dcterms:W3CDTF">2026-07-07T10:36:52Z</dcterms:modified>
</cp:coreProperties>
</file>