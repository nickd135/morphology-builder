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'photo'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phōs, phōtos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'photo' —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'photo' means 'light'.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'photo'.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'photo'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'photo'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'photo' means 'light'.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'photo'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'photo'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'photosynthesis' has nothing to do with light.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'photo' comes from a Greek word meaning light.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'photo' means sound or noise.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morpheme 'photo' can appear at the start of a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photographer is a person who works with light to take pictures.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'photo'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phōs, phōtos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'photo'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-synthesis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-electric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plants use to make food from sunlight, water, and air.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takes photographs as a job or hobby.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taken by a camera using light.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camera lens that makes faraway things look closer.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 of a document made by a machine using light.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attractive or great in photos.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or skill of taking pictures with a camera.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'photo'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'photo'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photographer set up her camera carefully before taking a photograph of the sunset.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use photosynthesis to turn sunlight into the energy they need to grow.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made a photocopy of the worksheet so every student could have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photographer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took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photocopy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map to keep it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or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 reproduce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 reproduce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or reproduce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photosynthesis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plants absorb light, which is why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telephoto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lens can capture them in detail from far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 or arranging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 or arranging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 or arranging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or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or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or create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'photo' =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'photo'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stereo-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-synthesis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-electric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photosynthesis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photogenic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telephoto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photocopy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photoelectric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'photo' — 3-Day Teaching Deck</dc:title>
  <dc:subject>PptxGenJS Presentation</dc:subject>
  <dc:creator>Word Labs</dc:creator>
  <cp:lastModifiedBy>Word Labs</cp:lastModifiedBy>
  <cp:revision>1</cp:revision>
  <dcterms:created xsi:type="dcterms:W3CDTF">2026-04-10T00:35:54Z</dcterms:created>
  <dcterms:modified xsi:type="dcterms:W3CDTF">2026-04-10T00:35:54Z</dcterms:modified>
</cp:coreProperties>
</file>