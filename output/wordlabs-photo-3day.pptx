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'photo'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phos/photos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'photo' —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'photo' means 'light'.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'photo'.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'photo'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'photo'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'photo' means 'light'.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'photo'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'photo'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'photo' comes from a Greek word meaning light.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photograph is a picture made using sound waves.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Photosynthesis is a process that involves light.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containing 'photo' are always connected to the idea of light.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'photo' means to write or record.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'photo'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phos/photos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'photo'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-synthesis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-phobia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plants use to turn sunlight into food.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particle of light energy.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taken by a camera using light.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camera lens that makes faraway things look closer.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 of a document made using light and a special machine.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good or attractive in photographs.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or skill of taking pictures with a camera.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'photo'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'photo'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photographer used a telephoto lens to take a close-up picture of the kangaroo in the bush.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use photosynthesis to turn sunlight into the energy they need to grow.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made a photocopy of her project so she could hand one copy to her teacher and keep one for herself.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photographer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photocopy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permission slip before the excursion.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photosynthesis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plants absorb light,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photosensitive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film inside the old camera helped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photographer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capture the image.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or placing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or placing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or placing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or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or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or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-synthesis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-phobia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photosensitive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'photo' — 3-Day Teaching Deck</dc:title>
  <dc:subject>PptxGenJS Presentation</dc:subject>
  <dc:creator>Word Labs</dc:creator>
  <cp:lastModifiedBy>Word Labs</cp:lastModifiedBy>
  <cp:revision>1</cp:revision>
  <dcterms:created xsi:type="dcterms:W3CDTF">2026-03-25T04:00:45Z</dcterms:created>
  <dcterms:modified xsi:type="dcterms:W3CDTF">2026-03-25T04:00:45Z</dcterms:modified>
</cp:coreProperties>
</file>