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'soft'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 hard, gentle, quiet"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softus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'soft' — not hard, gentle, quiet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'soft' means 'not hard, gentle, quiet'.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'soft'.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'soft'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'soft'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'soft' means 'not hard, gentle, quiet'.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'soft'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'soft'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'softest' means something is only slightly soft.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'softly' contains the root 'soft' plus the suffix '-ly'.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'soft' comes from the Greek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'un-' can be added to softened to mean not softened.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'-en' to 'soft' makes the verb 'soften', meaning to make something softer.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'soft'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 hard, gentle, quiet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softus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unsoftened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'soft'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too soft or too gentle.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gentle or least hard of all things being compared.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gentle or less hard than something else.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made gentler or less harsh; still hard or rough.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smooth, gentle, or not hard.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unsoftened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gentle or quiet way, without making much noise or force.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less hard, less harsh, or more gentle.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'soft'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'soft'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spoke softly so she wouldn't wake the students who were reading quietly.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 used fabric softener in the wash to make the towels feel fluffy and gentle on our skin.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softness of the new pillow made it much easier to fall asleep at night.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spoke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stroked the kitten's fur, amazed by its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way, how something is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way, how something is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way, how something is done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blanket began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soften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 more after washing, but we were careful not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oversoften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not hard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become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'soft' = not hard, gentle, quiet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'soft'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semi-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softly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softest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unsoftened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oversoften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softener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'soft' — 3-Day Teaching Deck</dc:title>
  <dc:subject>PptxGenJS Presentation</dc:subject>
  <dc:creator>Word Labs</dc:creator>
  <cp:lastModifiedBy>Word Labs</cp:lastModifiedBy>
  <cp:revision>1</cp:revision>
  <dcterms:created xsi:type="dcterms:W3CDTF">2026-04-10T00:49:14Z</dcterms:created>
  <dcterms:modified xsi:type="dcterms:W3CDTF">2026-04-10T00:49:14Z</dcterms:modified>
</cp:coreProperties>
</file>