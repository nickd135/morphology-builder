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hard or rough"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'soft' — not hard or rough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'soft' means 'not hard or rough'.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'soft' means 'not hard or rough'.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'soften' means 'to make something much louder'.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'soften' means 'to make or become less hard or firm'.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'soft' means 'not hard or rough'.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'soft' means 'not hard or firm to the touch'.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'soft' means 'extremely loud in sound'.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hard or rough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 less hard or firm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hard or firm than something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firm to the touch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kitten's fur was soft and fluffy.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butter out to soften before baking.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pillow is softer than the one on my bed.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as not to wake the baby. This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blanket I have ever felt.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 water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dried clay. She loved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new carpet under her feet. The butter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counter in the warm kitchen.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 or 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 or 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'soft'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