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'soft'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hard, gentle, quiet"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softe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'soft' — not hard, gentle, quiet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'soft' means 'not hard, gentle, quiet'.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'soft'.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'soft'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'soft'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'soft' means 'not hard, gentle, quiet'.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'soft'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'soft'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'softly' contains the root 'soft' and the suffix '-ly'.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'soft' comes from the Latin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'-en' to 'soft' makes the verb 'soften', meaning to make something soft.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'softness' uses the suffix '-ness' to turn an adjective into a noun.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'softest' means less soft than other things.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'soft'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hard, gentle, quiet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softe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software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softball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'soft'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sport similar to baseball but played with a larger, softer ball.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soft, like the softness of a kitten's fur.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soft of all, like the softest blanket you have ever felt.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Programs and instructions that tell a computer what to do.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soft than something else, like a pillow that is softer than a rock.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software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less hard or less harsh, like softening butter by leaving it out.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softball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quiet or gentle way, like speaking softly so you don't wake someone up.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'soft'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'soft'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baker had to soften the butter before she could mix it into the cake batter.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spoke softly to the baby so that it would not wake up and start crying.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softness of the new blanket made it perfect for snuggling up on a cold winter evening.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asked the players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grip on the bat before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softball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match began.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softball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softball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softball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object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softball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object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softball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object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suggested that we should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clay first, because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would make it much easier to shape.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software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softball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unsoftened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'soft' — 3-Day Teaching Deck</dc:title>
  <dc:subject>PptxGenJS Presentation</dc:subject>
  <dc:creator>Word Labs</dc:creator>
  <cp:lastModifiedBy>Word Labs</cp:lastModifiedBy>
  <cp:revision>1</cp:revision>
  <dcterms:created xsi:type="dcterms:W3CDTF">2026-04-03T03:24:41Z</dcterms:created>
  <dcterms:modified xsi:type="dcterms:W3CDTF">2026-04-03T03:24:41Z</dcterms:modified>
</cp:coreProperties>
</file>