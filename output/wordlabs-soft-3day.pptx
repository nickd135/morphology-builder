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'soft'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'softer' really means 'less hard or firm than something else'.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Please speak softly because the baby is sleeping.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'soft'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hard or rough"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'soft'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'soft' — not hard or rough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'soft' means 'not hard or rough'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'soft'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'soft'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'soft'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'soft' means 'not hard or rough'. You can find it in 'soften'.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'softer',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'softness',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'soft' means 'not hard or rough'.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'soften' means 'to make or become less hard or firm'.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'softer' means 'the quality of being soft'.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'softness' means 'the quality of being soft'.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'soft' means 'not hard or rough'.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'soften' means 'to make or become less hard or firm'.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'softer' means 'the quality of being soft'.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'softness' means 'the quality of being soft'.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'soft'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hard or rough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'soft'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8620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or become less hard or firm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quality of being soft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hard or firm to the touch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less hard or firm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hard or firm to the touch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or become less hard or firm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less hard or firm than something else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soft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'soft'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'soft'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kitten's fur was soft and fluffy.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butter out to soften before baking.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pillow is softer than the one on my bed.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speak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softly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the baby is sleeping.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 or rough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 or rough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 or rough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'soft' = not hard or rough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'soft'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