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"written, drawn, recorded"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gramma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'gram' — written, drawn, recorded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'gram' means 'written, drawn, recorded'.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'gram' means 'written, drawn, recorded'.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anagram is made by rearranging the letters of another word.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hologram is a flat, two-dimensional picture printed on paper.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'gram' can be found in the word 'telegram'.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'gram' comes from Latin and means 'to speak'.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diagram is a type of drawing or plan that explains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written, drawn, recorded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gramma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grammar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-matical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 of rules that explain how words are put together to make sentences.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instructions for a computer, or a plan of activities for an event.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image made using lasers that seems to float in the air.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made by rearranging the letters of another word, like 'team' and 'mate'.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made from a person's initials, often used on clothing or stationery.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message sent quickly over long distances using electrical signals.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grammar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 or plan that explains how something works or what something looks like.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drew a clear diagram to show how the water cycle works.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sent a telegram to our grandparents to let them know we had arrived safely.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computer program helped the students practise their multiplication facts.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draw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diagram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explain your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class?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across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hologram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card showed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monogram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confirmed the order.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whole, entire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whole, entire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whole, entire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one,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one,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one,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far, distant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written, drawn, recorded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'gram' = written, drawn, recorded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-matical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telegram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diagram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monogram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hologram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anagram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grammar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cardiogram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'gram' — 3-Day Teaching Deck</dc:title>
  <dc:subject>PptxGenJS Presentation</dc:subject>
  <dc:creator>Word Labs</dc:creator>
  <cp:lastModifiedBy>Word Labs</cp:lastModifiedBy>
  <cp:revision>1</cp:revision>
  <dcterms:created xsi:type="dcterms:W3CDTF">2026-04-10T00:32:27Z</dcterms:created>
  <dcterms:modified xsi:type="dcterms:W3CDTF">2026-04-10T00:32:27Z</dcterms:modified>
</cp:coreProperties>
</file>