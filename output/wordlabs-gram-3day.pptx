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"written; something written"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'gram' — written; something written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'gram' means 'written; something written'.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'gram' means 'written; something written'.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'gram' means 'written; something written'.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'grams' means 'small units used for measuring how heavy things are'.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'grams' means 'loud sounds made by thunder'.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'gram' means 'a musical note played on a piano'.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'gram' means 'a small unit used for measuring how heavy something is'.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written; something written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83464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83464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0565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45312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45312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34924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76072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units used for measuring how heavy things are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planned activities, events, or computer instructions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of planned activities or computer instructions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unit used for measuring how heavy something is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recipe needed one gram of yeast to make the bread rise.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showed the apple weighed two hundred grams.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fitness program starts on Monday.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Grandad still has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announced the end of the war. During the war, families anxiously waited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telegrams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bringing news of their sons.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drew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explain how the water cycle works. The textbook has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showing the parts of a plant. Her towels were embroidered with a gold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monogram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initials.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through;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through;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through;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through;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through;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through;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something written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written;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'gram'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