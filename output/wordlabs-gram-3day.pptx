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'gram' suit Years 3–7, so there is no Day 3 dictation. Day 3 is the word matrix lesson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'pictogram' really means 'a graph or sign that uses small pictures to show information'.
'monogram' really means 'a design made from combined letters, usually a person's initials'.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Grandpa laughed when our coding program printed a message that looked like an old telegram.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'gram'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"written; something written"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'gram' suit Years 3–7, so there is no Day 3 dictation. Day 3 is the word matrix lesson only.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'gram' — written; something written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'gram' means 'written; something written'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'gram'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'gram'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'gram'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'gram' means 'written; something written'. You can find it in 'pictogram'.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'pictogram', 'picto-' means 'picture'.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'gram' means 'written; something written'.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'diagram' means 'a simple drawing or plan that explains how something works'.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'pictogram' means 'a word or phrase made by rearranging the letters of another word or phrase'.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'hologram' means 'a 3D picture made with light that seems to float in the air'.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'monogram' means 'a graph or sign that uses small pictures to show information'.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'gram' means 'written; something written'.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'diagram' means 'a simple drawing or plan that explains how something works'.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'pictogram' means 'a word or phrase made by rearranging the letters of another word or phrase'.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'hologram' means 'a 3D picture made with light that seems to float in the air'.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'monogram' means 'a graph or sign that uses small pictures to show information'.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'gram'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written; something written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pictogram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hologram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anagram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monogram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'gram'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picto-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1188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023360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pictogram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simple drawing or plan that explains how something works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graph or sign that uses small pictures to show information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hologram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word or phrase made by rearranging the letters of another word or phrase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anagram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design made from combined letters, usually a person's initials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monogram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3D picture made with light that seems to float in the air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pictogram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graph or sign that uses small pictures to show information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simple drawing or plan that explains how something works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hologram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3D picture made with light that seems to float in the air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anagram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word or phrase made by rearranging the letters of another word or phrase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monogram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design made from combined letters, usually a person's initials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'gram'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'gram'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 made a pictogram to show everyone's favourite fruit.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drew a diagram to explain how the water cycle works.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sticker had a shiny hologram that changed when I tilted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Grandpa laughed when our coding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printed a message that looked like an old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something written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something written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something written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something written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something written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something written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'gram' = written; something written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picto-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'gram'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