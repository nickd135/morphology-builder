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"written, drawn, recorded"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gramma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'gram' — written, drawn, recorded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'gram' means 'written, drawn, recorded'.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'gram' means 'written, drawn, recorded'.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'gram' comes from Greek and means written or recorded.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diagram is a type of musical instrument.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anagram rearranges the letters of a word to make a new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telegram is a message that is written and sent to someone.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'gram' comes from Latin and means to speak aloud.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written, drawn, recorded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gramma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about how words are put together to make correct sentences.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or schedule of events, or a list of what will happen at a show.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three-dimensional image made using laser light that looks like it floats in the 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made by rearranging all the letters of another word, like 'listen' and 'silent'.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made from someone's initials woven or printed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message sent quickly over long distances using electrical signals.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or picture that explains how something works or shows information.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drew a clear diagram to show how the water cycle works.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received a telegram from her grandmother who was travelling overseas.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pictogram in our maths graph to represent the number of students who walk to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draw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explain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anagram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puzzle you solved?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back,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back,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back,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hologram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pictogram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all displayed at the science exhibition.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picture, painted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picture, painted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picture, painted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pictogram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'gram' — 3-Day Teaching Deck</dc:title>
  <dc:subject>PptxGenJS Presentation</dc:subject>
  <dc:creator>Word Labs</dc:creator>
  <cp:lastModifiedBy>Word Labs</cp:lastModifiedBy>
  <cp:revision>1</cp:revision>
  <dcterms:created xsi:type="dcterms:W3CDTF">2026-03-25T03:57:41Z</dcterms:created>
  <dcterms:modified xsi:type="dcterms:W3CDTF">2026-03-25T03:57:41Z</dcterms:modified>
</cp:coreProperties>
</file>