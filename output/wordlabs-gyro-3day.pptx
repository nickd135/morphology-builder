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'gyro'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"circle, spiral, rotate"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gyros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'gyro' — circle, spiral, rotate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'gyro' = circle, spiral,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'gyro' means 'circle, spiral, rotate'.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'gyro'.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'gyro'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'gyro'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'gyro' = circle, spiral,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'gyro' means 'circle, spiral, rotate'.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'gyro'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'gyro'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'gyro' = circle, spiral, rotate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An autogyro is a type of submarine that travels underwater.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Words with 'gyro' are always related to spinning or circular movement.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gyroscope is used to measure temperature.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'gyro' comes from a Greek word meaning circle or rotation.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'gyrate' means to move in a circular or spinning motion.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'gyro'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'gyro' = circle, spiral,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circle, spiral, rotate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gyros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gyroscope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gyrostat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gyration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gyrate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autogyro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gyrocompass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gyropilot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'gyro'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'gyro' = circle, spiral, rotate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-scope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-stat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hemi-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-meter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-graph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-scopic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6334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98094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98094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519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599432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599432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-scope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91616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32764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2764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gyroscope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'gyro' = circle, spiral, rotate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gyroscope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automatic system that uses a gyroscope to steer a ship or aircraft without a human doing it by hand.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gyrostat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circular or spiral movement, like when something spins or twirls around and around.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gyration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early type of aircraft that has spinning blades on top to help it fly slowly and land in small spaces.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gyrate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type of compass that uses a spinning gyroscope instead of a magnet to point to true north.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autogyro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in circles or spirals, like spinning or twirling around a central point.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gyrocompass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spinning wheel or disc that stays balanced and keeps the same direction, used in ships and aeroplanes to help with navigation.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gyropilot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device with a spinning wheel inside a fixed frame that is used to keep something stable and balanced.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'gyro'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'gyro' = circle, spiral, rotate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'gyro'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pilot used a gyroscope to help keep the aeroplane flying in the right direction.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watched the dancer gyrate across the stage in a beautiful spinning performance.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gyrocompass on the ship pointed to true north even when the magnetic compass was confused.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'gyro' = circle, spiral,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'gyro' = circle, spiral, rotate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gyroscope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spun quickly, and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gyration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wheel helped keep the model aeroplane balanced.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gyroscope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gyration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'gyro' = circle, spiral,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'gyro' = circle, spiral,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circle, rotate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 for viewing or observing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'gyro' = circle, spiral,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circle, rotate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 for viewing or observing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'gyro' = circle, spiral,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gyroscope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circle, rotate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 for viewing or observing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51330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/j/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855464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5581498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'gyro' = circle, spiral,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'gyro' = circle, spiral,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circle, rotate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'gyro' = circle, spiral,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circle, rotate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'gyro' = circle, spiral,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circle, rotate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2254649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/j/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408638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'gyro' = circle, spiral,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'gyro' = circle, spiral, rotate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know that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autogyro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gyrate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slowly before landing, and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gyrocompass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helps sailors find their way?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autogyro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gyrate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gyrocompass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'gyro' = circle, spiral,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autogyro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'gyro' = circle, spiral,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autogyro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self, automatic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circle, rotate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'gyro' = circle, spiral,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autogyro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self, automatic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circle, rotate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'gyro' = circle, spiral,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autogyro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self, automatic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circle, rotate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8508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'gyro' = circle, spiral,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'gyro' = circle, spiral,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circle, rotate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perform the action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'gyro' = circle, spiral,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circle, rotate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perform the action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'gyro' = circle, spiral,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circle, rotate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perform the action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254649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/j/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'gyro' = circle, spiral,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gyrocompass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'gyro' = circle, spiral,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gyrocompass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circle, rotate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compass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device for finding direction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'gyro' = circle, spiral,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gyrocompass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circle, rotate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compass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device for finding direction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pass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'gyro' = circle, spiral, rotate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gyrocompass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circle, rotate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compass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device for finding direction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pass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951828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4565350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'gyro' = circle, spiral, rotate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'gyro' = circle, spiral, rotate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'gyro'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-scope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-stat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hemi-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-meter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-graph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-scopic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gyroscope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gyrostat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gyration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gyrate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autogyro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gyrocompass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gyropilot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gyratory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'gyro' — 3-Day Teaching Deck</dc:title>
  <dc:subject>PptxGenJS Presentation</dc:subject>
  <dc:creator>Word Labs</dc:creator>
  <cp:lastModifiedBy>Word Labs</cp:lastModifiedBy>
  <cp:revision>1</cp:revision>
  <dcterms:created xsi:type="dcterms:W3CDTF">2026-04-10T00:37:54Z</dcterms:created>
  <dcterms:modified xsi:type="dcterms:W3CDTF">2026-04-10T00:37:54Z</dcterms:modified>
</cp:coreProperties>
</file>