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'gyro'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"circle, spiral, rotate"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gyros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'gyro' — circle, spiral, rotate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'gyro' means 'circle, spiral, rotate'.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'gyro'.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'gyro'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'gyro'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'gyro' means 'circle, spiral, rotate'.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'gyro'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'gyro'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'gyro' comes from Greek and means circle or spinning.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gyroscope is used to measure temperature.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'gyration' means moving in a circular or spinning motion.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gyrocompass uses a spinning gyroscope to find direction.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'gyro' comes from the Latin word for straight line.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'gyro'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circle, spiral, rotate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gyros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gyrostat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gyrometer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autogyro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gyroplane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'gyro'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-stat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-scopic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flying machine that uses a free-spinning rotor to stay in the air, similar to a helicopter.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gyrostat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instrument that measures how fast something is spinning or rotating.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gyrometer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working like a gyroscope, where spinning creates balance and stability.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type of aircraft with a spinning rotor on top that helps it fly slowly and land safely.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gyroscopic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moving in circles or spirals, like spinning around and around.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autogyro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spinning wheel device that stays balanced and keeps its direction, used in ships, planes, and toys.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gyroplane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with a spinning wheel inside that helps keep machines steady and balanced.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'gyro'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'gyro'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showed the class how a gyroscope keeps spinning and stays upright without falling over.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used a gyrocompass to navigate the plane because it is more accurate than a regular magnetic compass.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in amazement as the dancer's gyration across the stage made her look like a spinning top.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gyroscope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shelf demonstrated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gyration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it spun smoothly without toppling.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gyrocompass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captain understood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gyroscopic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navigation, which helped the crew avoid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gyration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rough seas.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-stat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-scopic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gyrostat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gyrometer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gyroscopic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autogyro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gyroplane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'gyro' — 3-Day Teaching Deck</dc:title>
  <dc:subject>PptxGenJS Presentation</dc:subject>
  <dc:creator>Word Labs</dc:creator>
  <cp:lastModifiedBy>Word Labs</cp:lastModifiedBy>
  <cp:revision>1</cp:revision>
  <dcterms:created xsi:type="dcterms:W3CDTF">2026-04-03T03:22:03Z</dcterms:created>
  <dcterms:modified xsi:type="dcterms:W3CDTF">2026-04-03T03:22:03Z</dcterms:modified>
</cp:coreProperties>
</file>