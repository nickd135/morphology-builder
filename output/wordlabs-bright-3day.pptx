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'bright'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"full of light, clever"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beorht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'bright' — full of light, clever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'bright' means 'full of light, clever'.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'bright'.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'bright'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'bright'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'bright' means 'full of light, clever'.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'bright'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'bright'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'-en' to 'bright' makes the verb 'brighten', meaning to make brighter.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'bright' comes from the Latin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'brightly' contains the root 'bright' plus the suffix '-ly'.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'bright' can mean both full of light and very clever.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'brightness' has only one morpheme.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'bright'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of light, clever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beorht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unbrighten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'bright'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or very clever and quick to learn.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full of light or the most clever of all.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giving off strong light, or how clever someone is.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lighter or more cheerful, like brightening a room.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gives off a lot of light, like a star shining brightly.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less bright or to dull the light.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unbrighten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full of light or more clever than something else.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'bright'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'bright'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told to brighten their writing by using more vivid describing words.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the brightest student in the class and always finished her work early.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torch shone brightly through the dark cave as the explorers moved carefully inside.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brightest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star in the sky shone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brightly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 the quiet town.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she used the torch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brighten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room,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brightness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everyone smile!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light, clever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'bright' = full of light, clever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'bright'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brighten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unbrighten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brightly-lit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'bright' — 3-Day Teaching Deck</dc:title>
  <dc:subject>PptxGenJS Presentation</dc:subject>
  <dc:creator>Word Labs</dc:creator>
  <cp:lastModifiedBy>Word Labs</cp:lastModifiedBy>
  <cp:revision>1</cp:revision>
  <dcterms:created xsi:type="dcterms:W3CDTF">2026-04-10T00:47:47Z</dcterms:created>
  <dcterms:modified xsi:type="dcterms:W3CDTF">2026-04-10T00:47:47Z</dcterms:modified>
</cp:coreProperties>
</file>