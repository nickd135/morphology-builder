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'bright'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"giving out a lot of light; clever"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'bright' — giving out a lot of light; clever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'bright' means 'giving out a lot of light; clever'.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'bright'.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'bright'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'bright'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'bright' means 'giving out a lot of light; clever'.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'bright'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'bright'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'brighten' means 'to make something heavier'.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'brighten' means 'to make or become lighter or more cheerful'.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'bright' means 'giving out a lot of light; shining'.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'bright' means 'very quiet and calm'.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'bright' means 'giving out a lot of light; clever'.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'bright'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giving out a lot of light; clever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'bright'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0723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41985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41985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3159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7274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274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shining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more light than something else; more shining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 lighter or more cheerful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'bright'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'bright'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sun made everyone squint.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curtains will brighten the room.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torch is brighter than the old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lamp shone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whole room. That star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in the whole sky tonight.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smile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soon as she saw her friend. Turn down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your screen before bed. The sky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storm clouds cleared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a lot of light;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giving out a lot of light;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'bright'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