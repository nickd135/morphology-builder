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'bright'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'bright' really means 'giving out a lot of light; clever'.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stars shone brightly over our campsite last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'bright'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"giving out a lot of light; clever"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'bright'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'bright' — giving out a lot of light; clever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'bright' means 'giving out a lot of light; clever'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'bright'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'bright'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'bright'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'bright' means 'giving out a lot of light; clever'. You can find it in 'brighten'.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'brighter',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'brightness',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'bright' means 'giving out a lot of light; clever'.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'brighten' means 'to make or become lighter or more cheerful'.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'brighter' means 'giving out more light than something else; more shining'.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'brightness' means 'the quality of giving out a lot of light'.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'bright'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'bright' means 'giving out a lot of light; clever'.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'brighten' means 'to make or become lighter or more cheerful'.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'brighter' means 'giving out more light than something else; more shining'.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'brightness' means 'the quality of giving out a lot of light'.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'bright'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'bright'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out a lot of light; clever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'bright'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giving out a lot of light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giving out a lot of light; shining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or become lighter or more cheerful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out more light than something else; more shining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giving out a lot of light; shining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or become lighter or more cheerful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giving out more light than something else; more shining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giving out a lot of light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'bright'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'bright'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sun made everyone squint.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curtains will brighten the room.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torch is brighter than the old one.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stars shone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brightly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our campsite last night.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out a lot of light; clever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out a lot of light; clever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out a lot of light; clever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'bright'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'bright' = giving out a lot of light; clever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'bright'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