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'bright'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 light, clever"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beorht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'bright' — full of light, clever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'bright' means 'full of light, clever'.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'bright'.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'bright'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'bright'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'bright' means 'full of light, clever'.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'bright'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'bright'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'brightly' contains the root 'bright' and the suffix '-ly'.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'bright' comes from a Latin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'-ness' to 'bright' makes the word 'brightness', which is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'brightest' means the most full of light or the most clever.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'unbrighten'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'bright'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 light, clever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beorht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unbrighten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overbright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'bright'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lighter or more cheerful.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giving off a strong light.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full of light or the most clever of all.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less bright or cheerful.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full of light or more clever than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unbrighten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bright or too dazzling to look at comfortably.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overbright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gives off a lot of light or colour.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'bright'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'bright'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brightness of the torch helped us find our way through the dark cave.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the brightest student in the class and always asked great questions.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 passed, the sky began to brighten and we could see the rainbow.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summer sun made everything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coloured and beautiful.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lamp in the room helped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corner, and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filled the whole space.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unbrighten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overbright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outbright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'bright' — 3-Day Teaching Deck</dc:title>
  <dc:subject>PptxGenJS Presentation</dc:subject>
  <dc:creator>Word Labs</dc:creator>
  <cp:lastModifiedBy>Word Labs</cp:lastModifiedBy>
  <cp:revision>1</cp:revision>
  <dcterms:created xsi:type="dcterms:W3CDTF">2026-04-03T03:23:12Z</dcterms:created>
  <dcterms:modified xsi:type="dcterms:W3CDTF">2026-04-03T03:23:12Z</dcterms:modified>
</cp:coreProperties>
</file>