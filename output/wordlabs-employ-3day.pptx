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'employ'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'employable' really means 'having the skills needed to get a job'.
'unemployment' really means 'the situation of not having paid work'.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Aunty Jo was unemployed for a few months. Now her new employer lets her work close to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'employ'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work to; use"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'employ'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'employ' — give work to; 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'employ' means 'give work to; use'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'employ'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'employ'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'employ'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'employ' means 'give work to; use'. You can find it in 'employment'.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'unemployment',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'employment',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'employ' means 'give work to; use'.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'employment' means 'having a paid job; the state of being employed'.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'employable' means 'the situation of not having paid work'.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'employee' means 'a person who is paid to work for someone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'unemployment' means 'having the skills needed to get a job'.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'employ' means 'give work to; use'.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'employment' means 'having a paid job; the state of being employed'.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'employable' means 'the situation of not having paid work'.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'employee' means 'a person who is paid to work for someone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'unemployment' means 'having the skills needed to get a job'.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'employ'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work to;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'employ'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9592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99592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840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495544" y="3776472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95544" y="37764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is paid to work for someone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a paid job, or to use something for a purpose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a paid job; the state of being employed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the skills needed to get a job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situation of not having paid work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a paid job, or to use something for a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a paid job; the state of being employed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the skills needed to get a job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situation of not having paid 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 is paid to work for someone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'employ'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'employ'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decided to employ ten new workers.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found employment at the new supermarket.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new skills makes you more employable.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Aunty Jo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unemployed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few months. Now her new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her work close to home.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'employ'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'employ' = give work to;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unemployed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'employ'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