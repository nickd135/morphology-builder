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'employ'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use or give work"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implicare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'employ' — to use or give work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'employ' means 'to use or give work'.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'employ'.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'employ'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'employ'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'employ' means 'to use or give work'.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'employ'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'employ'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An employer is someone who gives other people jobs.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'Employment' means having or providing paid work.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'un' in 'unemployed' means 'again'.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'employee' contains the root 'employ'.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'employ' comes from ancient Greek.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'employ'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use or give work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implicare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'employ'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works for someone else and gets paid.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job or to use something for a purpose.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 of people not having jobs.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company that gives other people jobs.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having a job when you want one.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a job or paid work.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job or being used for a task.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'employ'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'employ'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decided to employ twenty new workers before the busy season began.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months of searching, she was thrilled to finally find employment at the local bakery.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of unemployed people in the town dropped when the new shopping centre opened.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pleased to welcome a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team.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receives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receives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receives the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to rising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unemployment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government introduced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employment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schemes; many people hoped to be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reemployed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work or use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ployed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'employ' = to use or give work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'employ'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-ees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employee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unemployment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reemployed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'employ' — 3-Day Teaching Deck</dc:title>
  <dc:subject>PptxGenJS Presentation</dc:subject>
  <dc:creator>Word Labs</dc:creator>
  <cp:lastModifiedBy>Word Labs</cp:lastModifiedBy>
  <cp:revision>1</cp:revision>
  <dcterms:created xsi:type="dcterms:W3CDTF">2026-04-09T21:57:30Z</dcterms:created>
  <dcterms:modified xsi:type="dcterms:W3CDTF">2026-04-09T21:57:30Z</dcterms:modified>
</cp:coreProperties>
</file>