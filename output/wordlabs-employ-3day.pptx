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'employ'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use or give work"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'employ' — to use or give 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'employ' means 'to use or give work'.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'employ'.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'employ'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'employ'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'employ' means 'to use or give work'.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'employ'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'employ'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employer is the person who pays workers to do a job.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'unemployment' means having too many jobs to choose from.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'employ' relates to using or giving work to someone.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employee is a person who works for an employer and receives pay.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're' in 'reemploy' means 'before'.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'employ'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use or give work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'employ'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paid to work for someone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job or to use something for a purpose.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when many people do not have jobs.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pays others to do work.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having a job when you want 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a paid job or the act of giving someone work.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job or being used for a task.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'employ'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'employ'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bakery decided to employ three new workers before the busy holiday season.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finishing university, she was thrilled to find employment at a science research centre.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unemployed man visited the job centre every week, hoping to find work soon.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happy to offer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two enthusiastic young people from our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unemployed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hoped to find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first she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reemploy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confidence.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self-employed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'employ' — 3-Day Teaching Deck</dc:title>
  <dc:subject>PptxGenJS Presentation</dc:subject>
  <dc:creator>Word Labs</dc:creator>
  <cp:lastModifiedBy>Word Labs</cp:lastModifiedBy>
  <cp:revision>1</cp:revision>
  <dcterms:created xsi:type="dcterms:W3CDTF">2026-03-25T03:09:57Z</dcterms:created>
  <dcterms:modified xsi:type="dcterms:W3CDTF">2026-03-25T03:09:57Z</dcterms:modified>
</cp:coreProperties>
</file>