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'employ'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work to; 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'employ' — give work to; 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'employ' means 'give work to; 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'employ'.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'employ'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'employ'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'employ' means 'give work to; 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'employ'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'employ'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'employs' means 'gives someone a paid job; uses something for a purpose'.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'employ' means 'give work to; use'.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'employ' means 'to punish someone for a mistake'.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'employ' means 'to give someone a paid job, or to use something for a purpose'.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'employs' means 'cooks food quickly in a pan'.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'employ'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work to; 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'employ'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1772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61772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78815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19963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9963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pays others to work for them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paid job, or to use something for a purpose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someone a paid job; using something for a purpose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paid job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companies that pay others to work for them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job again after they had stopped working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someone a paid job; uses something for a purpose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'employ'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'employ'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decided to employ ten new workers.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employs three librarians.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father is employed as a firefighter.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uncle has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unemployed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since the factory closed down. Without any qualifications, he worried he might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unemployable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rose sharply after the factory shut down.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received a bonus at the end of the year. The company gave all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day off.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work to;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give work to; 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'employ'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