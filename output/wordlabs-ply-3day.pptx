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'ply'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"fold, layer, or bend"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'ply' — fold, layer, or bend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'ply' means 'fold, layer, or bend'.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'ply'.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'ply'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'ply'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'ply' means 'fold, layer, or bend'.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'ply'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'ply'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'supply' contains the root 'ply'.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'Comply' means to follow a rule or do what is asked.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'reply' has nothing to do with the root 'ply'.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'ply' comes from a Latin word meaning to fold or bend.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'ply' means to push or throw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'ply'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fold, layer, or bend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plywood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'ply'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suggest something without saying it directly.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on a surface, or to ask for something formally.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someone who has spoken or written to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board made from thin layers of wood glued together.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a number by adding it to itself a certain number of times.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plywood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provide people with something they need.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follow a rule or do what someone asks you to do.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'ply'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'ply'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everyone to comply with the classroom rules during the test.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apply sunscreen before we go outside to play.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can supply enough timber for all the new houses being built.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letter, and will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their request?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role,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own equipment,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nothing about the result.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plywood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'ply' — 3-Day Teaching Deck</dc:title>
  <dc:subject>PptxGenJS Presentation</dc:subject>
  <dc:creator>Word Labs</dc:creator>
  <cp:lastModifiedBy>Word Labs</cp:lastModifiedBy>
  <cp:revision>1</cp:revision>
  <dcterms:created xsi:type="dcterms:W3CDTF">2026-04-10T00:31:33Z</dcterms:created>
  <dcterms:modified xsi:type="dcterms:W3CDTF">2026-04-10T00:31:33Z</dcterms:modified>
</cp:coreProperties>
</file>