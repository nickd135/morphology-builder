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'ply'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"fold, layer, or bend"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plicare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'ply' — fold, layer, or bend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'ply' means 'fold, layer, or bend'.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'ply'.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'ply'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'ply'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'ply' means 'fold, layer, or bend'.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'ply'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'ply'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'ply' comes from a Latin word meaning to fold or bend.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'reply' means to ignore someone who has spoken to you.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Plywood is named after 'ply' because it is made of many folded or layered sheets of wood.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'comply' contains the root 'ply' and means to follow rules or instructions.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'im' in 'imply' means 'against' or 'not'.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'ply'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fold, layer, or bend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plicare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'ply'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follow rules or do what someone asks you to do.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to use, or to ask formally for something like a job or school place.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respond to someone who has spoken or written to you.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a number by adding it to itself a certain number of times.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easy or plain way, without any complications.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or provide things that are needed.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suggest something without saying it directly.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'ply'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'ply'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every student to comply with the classroom rules during the excursion.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apply sunscreen before going outside to play in the Australian sun.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library can supply plenty of books if you simply ask the librarian for help.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instructions, or did you forget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message?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'com' intensifies the meaning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'com' intensifies the meaning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'com' intensifies the meaning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rules,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own equipment,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place before Friday!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'com' intensifies the meaning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'com' intensifies the meaning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fully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'com' intensifies the meaning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fold, bend, yield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'ply' = fold, layer, or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plywood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'ply' — 3-Day Teaching Deck</dc:title>
  <dc:subject>PptxGenJS Presentation</dc:subject>
  <dc:creator>Word Labs</dc:creator>
  <cp:lastModifiedBy>Word Labs</cp:lastModifiedBy>
  <cp:revision>1</cp:revision>
  <dcterms:created xsi:type="dcterms:W3CDTF">2026-03-25T03:56:48Z</dcterms:created>
  <dcterms:modified xsi:type="dcterms:W3CDTF">2026-03-25T03:56:48Z</dcterms:modified>
</cp:coreProperties>
</file>