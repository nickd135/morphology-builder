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'non-' — not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'non-' means 'not'.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'non-'.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'non-'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'non-'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'non-' means 'not'.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'non', the root is the part after the prefix 'non-'.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'nonstop' means 'without any pauses or stops; continuous'.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'nonfat' means 'containing extra sugar'.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'non' means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'nonstop' means 'occurring only once a year'.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'nonfat' means 'containing no fat, especially in food'.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'non-'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'non-'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7307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1422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422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'non-'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'non-'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chose the nonfat yoghurt because it was healthier.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took a nonstop flight from Sydney to London.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talking nonsense after staying up all night.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chose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nonfat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yoghurt because it was healthier. The plane took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flight from Sydney to London.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body fat; oily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body fat; oily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body fat; oily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 longer move or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talking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nonsense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staying up all night. We fried the eggs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nonstick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nonfiction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explained how volcanoes erupt.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'non-'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