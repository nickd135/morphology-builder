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'non-'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'nonsense' really means 'words or ideas that have no meaning or make no sense'.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It rained nonstop for three days, so the creek flooded the paddock.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'non-'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'non-'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'non-' — not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'non-'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'non-' means 'not'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'non-'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'non-'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'non-'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'non-'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'non-' means 'not'. In 'nonsense', it is added to 'sense'.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'nonsense', the base is 'sense' (understanding; a feeling).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'non-' = not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'non-' means 'not'.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'nonstick' means 'designed so food does not stick to its surface, e.g. a frying pan'.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'nonsense' means 'writing about real facts and events, not made up'.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'nonfiction' means 'writing about real facts and events, not made up'.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'non-' = not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'non-' means 'not'.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'nonstick' means 'designed so food does not stick to its surface, e.g. a frying pan'.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'nonsense' means 'writing about real facts and events, not made up'.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'nonfiction' means 'writing about real facts and events, not made up'.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'non-'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'non-'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'non-'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nonsense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nonstick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nonfiction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'non-'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'non-' = not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6829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660904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660904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4904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160520" y="3374136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33741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nonsense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'non-'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'non-' = not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nonsense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writing about real facts and events, not made 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nonstick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words or ideas that have no meaning or make no sense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nonfiction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designed so food does not stick to its surface, e.g. a frying pan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'non-'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'non-' = not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nonsense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words or ideas that have no meaning or make no sense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nonstick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designed so food does not stick to its surface, e.g. a frying pan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nonfiction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writing about real facts and events, not made up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'non-'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'non-' = not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'non-'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was talking nonsense after staying up all night.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fried the eggs in a nonstick pan.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nonfiction book explained how volcanoes erupt.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'non-'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'non-' = not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rained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nonstop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three days, so the creek flooded the paddock.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nonstop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'non-'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nonstop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'non-'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nonstop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no longer move or happen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'non-'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nonstop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no longer move or happen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'non-'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nonstop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no longer move or happen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'non-' = not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'non-'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'non-' = not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nonstop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'non-'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