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without, opposite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non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'non-' — not, without, opposite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'non-' means 'not, without, opposite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'non-'.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'non-'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'non-'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'non-' means 'not, without, opposite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'nonfiction', the root is the part after the prefix 'non-'.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'non-' means 'not' or 'without'.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'non-' to a word usually gives it the opposite meaning.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'non-' comes from a Greek word meaning 'many'.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'Nonfiction' books are about real people and events.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'nonsense' means something that makes perfect sense.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'non-'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without, opposite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non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'non-'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about real events and facts, not made-up stories.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organisation that doesn't aim to make money, usually helping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not alive, like a rock or a chair.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using force or harm to solve problems.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any pauses or breaks; continuing all the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without words, like using gestures or facial expressions.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or ideas that have no meaning or don't make sense.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'non-'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'non-'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has a great section of nonfiction books about Australian animals.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told the class to stop talking nonsense and focus on their work.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from Sydney to Melbourne was a nonstop journey overnight.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nonstop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rain meant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nonverbal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signals helped us communicate under the shelter.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cease or pause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cease or pause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cease or pause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speech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speech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speech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nonprofit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group promoted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nonviolent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protest,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nonfiction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 explained why peace matters.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force,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force,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force,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up, invent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up, invent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up, invent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nonfatal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'non-' — 3-Day Teaching Deck</dc:title>
  <dc:subject>PptxGenJS Presentation</dc:subject>
  <dc:creator>Word Labs</dc:creator>
  <cp:lastModifiedBy>Word Labs</cp:lastModifiedBy>
  <cp:revision>1</cp:revision>
  <dcterms:created xsi:type="dcterms:W3CDTF">2026-04-10T01:01:48Z</dcterms:created>
  <dcterms:modified xsi:type="dcterms:W3CDTF">2026-04-10T01:01:48Z</dcterms:modified>
</cp:coreProperties>
</file>