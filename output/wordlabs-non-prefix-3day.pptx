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'non-'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"not, without, opposite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non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'non-' — not, without, opposite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'non-' means 'not, without, opposite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'non-'.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'non-'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'non-'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'non-' means 'not, without, opposite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'nonfiction', the root is the part after the prefix 'non-'.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'non-' means 'not' or 'without'.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'nonfiction' refers to made-up stories.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'non-' to a word creates its opposite meaning.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nonstop flight lands at several airports along the way.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'Nonverbal' communication includes things like facial expressions and gestures.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'non-'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not, without, opposite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non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nonliving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nonprofit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nonverbal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'non-'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'non-'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living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that is about real events and true facts, not made-up stories.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never been alive, like a rock or a coin.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that food does not stick to, like a frying pan coating.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organisation that does not try to make money — it helps people instead.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nonliving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continues without any breaks or pauses.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nonprofit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that doesn't use words, like nodding or using hand gestures.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nonverbal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or ideas that have no meaning or don't make sense.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'non-'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'non-'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choose a nonfiction book about animals for our research project.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reminded us that the tournament runs nonstop from nine o'clock until three in the afternoon.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planned a nonviolent protest to show they cared about protecting the local forest.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nonfiction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 explained why some animals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nonliving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fossils preserved in rock.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nonliving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up, invented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result,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up, invented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result,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up, invented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result,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nonliving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nonliving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state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nonliving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state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nonliving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alive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state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nonprofit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organisation held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nonstop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nonviolent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rally to raise money for the community.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nonprofit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nonviolent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nonprofit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nonprofit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gain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nonprofit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gain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nonprofit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gain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cease, halt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cease, halt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cease, halt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nonviolent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nonviolent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force,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nonviolent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force,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nonviolent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force,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'non-'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'non-' = not, without,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'non-'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living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nonfiction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nonliving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nonprofit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nonverbal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nonviolent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'non-' — 3-Day Teaching Deck</dc:title>
  <dc:subject>PptxGenJS Presentation</dc:subject>
  <dc:creator>Word Labs</dc:creator>
  <cp:lastModifiedBy>Word Labs</cp:lastModifiedBy>
  <cp:revision>1</cp:revision>
  <dcterms:created xsi:type="dcterms:W3CDTF">2026-03-26T07:37:50Z</dcterms:created>
  <dcterms:modified xsi:type="dcterms:W3CDTF">2026-03-26T07:37:50Z</dcterms:modified>
</cp:coreProperties>
</file>