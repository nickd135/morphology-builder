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"large"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'mega-' — large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'mega-' means 'large'.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'mega-'.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'mega-'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'mega-'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'mega-' means 'large'.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'mega', the root is the part after the prefix 'mega-'.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'megabit' means 'a small snack eaten between meals'.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'megabyte' means 'a unit of computer memory or data storage, equal to about one million bytes'.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'megabyte' means 'a small bite of food'.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'mega' means 'large'.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'megabit' means 'a unit for measuring the amount of digital information, equal to one million bits'.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'mega-'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'mega-'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980944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980944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83133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17880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7880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7492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48640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'mega-'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'mega-'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speed was measured at ten megabits per second.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 file was about two megabytes in size.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 became a megastar after her first album sold millions of copies.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speed was measured at ten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megabit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per second. The photo file was about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megabyte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in size.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piece; 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piece; 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piece; 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 became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her first album sold millions of copies. The coach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call instructions across the field. The referees were given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megaphones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control the crowd.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large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'mega-'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