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large, great, powerful"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megas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'mega-' — very large, great, powerful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'mega-' means 'very large, great, powerful'.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'mega-'.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'mega-'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'mega-'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'mega-' means 'very large, great, powerful'.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'megaphone', the root is the part after the prefix 'mega-'.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'mega-' comes from a Greek word meaning great or large.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megaphone makes your voice quieter and softer.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'mega-' can be used to describe something very big or powerful.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megacity is a city with more than ten million people.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'mega-' means small or tiny.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'mega-'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large, great, powerful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megas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megapixel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'mega-'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pixel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used to measure huge amounts of energy, equal to one million tonnes of TNT.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enormous city with a population of more than ten million people.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extremely famous and successful performer, such as a singer or actor.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stone used to build ancient monuments, like Stonehenge.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pixels — used to measure how sharp and detailed a camera's photos are.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megapixel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cone-shaped device that makes your voice much louder so people far away can hear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for measuring computer data — about one million bytes of information.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'mega-'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'mega-'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used a megaphone to give instructions to all the students on the oval.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new tablet can store thousands of photos because it has so many megabytes of memory.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 megastar walked onto the stage and the crowd went absolutely wild.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excited crowd cheered when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picked up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speak.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megacity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enormous that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could perform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megaconcert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millions of fans.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megaconcert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megaconcert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megaconcert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music performance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megaconcert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music performance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megaconcert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large,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music performance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'mega'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'mega-' = very large, great, powerful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'mega-'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pixel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megalith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megacity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megapixel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megaton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megalopolis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'mega-' — 3-Day Teaching Deck</dc:title>
  <dc:subject>PptxGenJS Presentation</dc:subject>
  <dc:creator>Word Labs</dc:creator>
  <cp:lastModifiedBy>Word Labs</cp:lastModifiedBy>
  <cp:revision>1</cp:revision>
  <dcterms:created xsi:type="dcterms:W3CDTF">2026-03-26T07:36:25Z</dcterms:created>
  <dcterms:modified xsi:type="dcterms:W3CDTF">2026-03-26T07:36:25Z</dcterms:modified>
</cp:coreProperties>
</file>