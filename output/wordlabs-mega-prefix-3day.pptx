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"very large, great, powerful"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megas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'mega-' — very large, great, powerful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'mega-' means 'very large, great, powerful'.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'mega-'.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'mega-'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'mega-'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'mega-' means 'very large, great, powerful'.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'megaphone', the root is the part after the prefix 'mega-'.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'mega-' comes from a Greek word meaning great or large.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megapixel is a unit that measures one million picture dots in a camera image.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'mega-' means tiny or very small.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megaphone makes sounds louder and easier to hear from a distance.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megacity is a very small town with only a few hundred people.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'mega-'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large, great, powerful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megas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megaton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'mega-'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pixel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-bytes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structures built from huge ancient stones by prehistoric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large ancient stone used to build prehistoric monuments like Stonehenge.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enormous city with a population of more than ten million people.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extremely famous and popular celebrity, such as a top singer or actor.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explosive power equal to one million tonnes of TNT — used to measure very powerful blasts.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megaton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cone-shaped device that makes your voice much louder so people far away can hear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unit used to measure computer data — about one million bytes of information.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'mega-'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'mega-'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used a megaphone to call all the players back to the oval.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camera has twelve megapixels, so the photos look incredibly clear and sharp.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Sydney is not quite a megacity yet, but it is one of Australia's largest and busiest places.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 star was a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filled the entire stadium with sound.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megalith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massive ancient stone,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megabytes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 computer data, and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megacities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home to millions of people.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megacities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city, settlement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city, settlement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city, settlement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pixel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-bytes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megaton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megapixel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'mega-' — 3-Day Teaching Deck</dc:title>
  <dc:subject>PptxGenJS Presentation</dc:subject>
  <dc:creator>Word Labs</dc:creator>
  <cp:lastModifiedBy>Word Labs</cp:lastModifiedBy>
  <cp:revision>1</cp:revision>
  <dcterms:created xsi:type="dcterms:W3CDTF">2026-04-10T01:00:19Z</dcterms:created>
  <dcterms:modified xsi:type="dcterms:W3CDTF">2026-04-10T01:00:19Z</dcterms:modified>
</cp:coreProperties>
</file>