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'mega-' suit Years 3–7, so there is no Day 3 dictation. Day 3 is the word matrix lesson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'megacity' really means 'a huge city where more than ten million people live'.
'megalith' really means 'a very large stone used to build ancient monuments'.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scientist became a megastar after finding the bones of Australian megafauna in a cave.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'mega-'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"large"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'mega-' suit Years 3–7, so there is no Day 3 dictation. Day 3 is the word matrix lesson only.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'mega-' — large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'mega-' means 'large'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'mega-'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'mega-'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'mega-'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'mega-' means 'large'. In 'megabyte', it is added to 'byte'.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'megabyte', the base is 'byte' (a unit of computer data).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'mega-' means 'large'.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'megaphone' means 'a cone-shaped device that makes a person's voice louder'.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'megacity' means 'a very large stone used to build ancient monuments'.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'megabyte' means 'a unit of computer memory or data storage, equal to about one million bytes'.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'megalith' means 'a unit of electrical power equal to one million watts'.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'mega-' means 'large'.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'megaphone' means 'a cone-shaped device that makes a person's voice louder'.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'megacity' means 'a very large stone used to build ancient monuments'.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'megabyte' means 'a unit of computer memory or data storage, equal to about one million bytes'.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'megalith' means 'a unit of electrical power equal to one million watts'.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'mega-'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megabyte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megaphone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megawatt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megacity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megalith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'mega-'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fauna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0545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9806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9806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4904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160520" y="3776472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377647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megabyte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megabyte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cone-shaped device that makes a person's voice louder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megaphone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unit of computer memory or data storage, equal to about one million bytes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megawatt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huge city where more than ten million people live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megacity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very large stone used to build ancient monuments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megalith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unit of electrical power equal to one million watts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megabyte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unit of computer memory or data storage, equal to about one million bytes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megaphone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cone-shaped device that makes a person's voice louder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megawatt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unit of electrical power equal to one million watts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megacity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huge city where more than ten million people live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megalith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very large stone used to build ancient monuments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'mega-'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'mega-'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 used a megaphone to call instructions across the field.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megawatt can power hundreds of homes.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megacity can have more people than all of Australia.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scientist became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megastar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finding the bones of Australian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megafauna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 cave.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megastar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megafauna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megastar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megastar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large; great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bright object in the night sky; a famous person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megastar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large; great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bright object in the night sky; a famous person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megastar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large; great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bright object in the night sky; a famous person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megafauna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megafauna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large; great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fauna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 of a place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megafauna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large; great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fauna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 of a place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megafauna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large; great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fauna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 of a place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'mega-'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'mega-' = large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fauna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megastar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megafauna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'mega-'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