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'graph'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"write; drawing"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'graph' — write; drawing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'graph' means 'write; drawing'.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'graph'.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'graph'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'graph'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'graph' means 'write; drawing'.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'graph'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'graph'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'graphs' means 'diagrams that show how amounts or values relate to each other'.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'graph' means 'a soft blanket used for keeping warm'.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'graph' means 'a diagram that shows information using lines, bars or points'.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'graph' means 'write; drawing'.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'graphs' means 'short stories'.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'graph'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write; drawing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'graph'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98094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98094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39826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74573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74573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64184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05332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5332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using graphs, diagrams or pictures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plotted information as points or lines on a graph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or images, especially designed on a computer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points or lines to show information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visual images, or described in vivid detail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diagram that shows information using lines, bars or points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that show how amounts or values relate to each other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'graph'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'graph'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drew a graph to show how the plant grew each week.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drew graphs to compare the results.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graphed the temperature changes over the week.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proudly displayed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autographed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football on her shelf. The library has a whole shelf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biographies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famous scientists.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included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biographical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details about the scientist's childhood. The spy used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keep her messages secret.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geographical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location of the city made it a good port for trade.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cryptography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hidden; secret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hidden; secret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hidden; secret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write; drawing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graphed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graphing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'graph'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