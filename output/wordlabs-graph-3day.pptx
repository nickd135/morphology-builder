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'graph'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"write, draw, record"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graphein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'graph' — write, draw, record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'graph' means 'write, draw, record'.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'graph'.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'graph'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'graph'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'graph' means 'write, draw, record'.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'graph'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'graph'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root 'graph' comes from a Greek word meaning to write or draw.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'graph' can be found in the word 'autograph'.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 photographer is someone connected to recording images.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The word 'paragraph' has nothing to do with writing or marking.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root 'graph' comes from Latin and means to speak.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'graph'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write, draw, record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Greek: graphein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'graph'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63347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8094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98094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39826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74573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74573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64184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605332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05332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drawing, image, or picture used to show information.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 written about someone else's life.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study of Earth's lands, features, and places.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old machine that sent messages over long distances using electrical signals.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group of sentences about one idea in a piece of writing.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picture taken by a camera using light.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famous person's signature written by hand.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'graph'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'graph'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used a bar graph to display the results of their science experiment.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thrilled to receive an autograph from her favourite author at the book fair.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photographer carefully set up his camera to capture the sunset over the harbour.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paragraph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described how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photograph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tell a story without any words.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beside, alongside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beside, alongside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beside, alongside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12483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12483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03352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3352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94220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94220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75957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5957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66826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66826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576947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576947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576947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202387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67791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geography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class, we learned how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biography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 include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graphic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timeline of someone's life.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of,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of,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of,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of,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of,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of, quality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og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phy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87019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57" name="Shape 55"/>
          <p:cNvSpPr/>
          <p:nvPr/>
        </p:nvSpPr>
        <p:spPr>
          <a:xfrm>
            <a:off x="76779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6779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write, record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relating to,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5370141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/f/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6408638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08638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447135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447135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447135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/k/</a:t>
            </a:r>
            <a:endParaRPr lang="en-US" sz="7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'graph' = write, draw, record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'graph'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-y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-ite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autograph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biography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paragraph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geography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telegraph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graphic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photographer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'graph' — 3-Day Teaching Deck</dc:title>
  <dc:subject>PptxGenJS Presentation</dc:subject>
  <dc:creator>Word Labs</dc:creator>
  <cp:lastModifiedBy>Word Labs</cp:lastModifiedBy>
  <cp:revision>1</cp:revision>
  <dcterms:created xsi:type="dcterms:W3CDTF">2026-04-10T00:32:11Z</dcterms:created>
  <dcterms:modified xsi:type="dcterms:W3CDTF">2026-04-10T00:32:11Z</dcterms:modified>
</cp:coreProperties>
</file>