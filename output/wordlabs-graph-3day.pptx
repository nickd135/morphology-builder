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'biography' really means 'a book that tells the true story of a person's life'.
'graphic' really means 'relating to visual images, or described in vivid detail'.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In my last paragraph, I wrote about getting a cricketer's autograph at the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photographer has a photographic memory for faces and has loved photography since she was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'graph'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"write; drawing"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'graph' — write; drawing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'graph' means 'write; drawing'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'graph'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'graph'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'graph'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'graph' means 'write; drawing'. You can find it in 'graphic'.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'telegraph', 'tele-' means 'far; at a distance'.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'graphic', '-ic'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'graph' means 'write; drawing'.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'telegraph' means 'a system that sends coded messages over long distances using electrical signals along wires'.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'biography' means 'relating to visual images, or described in vivid detail'.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'geographical' means 'relating to the physical features of places on earth'.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'graphic' means 'a book that tells the true story of a person's life'.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'graph' means 'write; drawing'.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'telegraph' means 'a system that sends coded messages over long distances using electrical signals along wires'.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'biography' means 'relating to visual images, or described in vivid detail'.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'geographical' means 'relating to the physical features of places on earth'.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'graphic' means 'a book that tells the true story of a person's life'.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'graph'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write; drawing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'graph'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system that sends coded messages over long distances using electrical signals along wires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book that tells the true story of a person's life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relating to the physical features of places on earth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diagram that shows information using lines, bars or 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visual images, or described in vivid detail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diagram that shows information using lines, bars or points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relating to visual images, or described in vivid detail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system that sends coded messages over long distances using electrical signals along wires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book that tells the true story of a person's life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the physical features of places on earth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'graph'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'graph'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drew a graph to show how the plant grew each week.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 a biography about a famous explorer for her school project.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geographical location of the city made it a good port for trade.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last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wrote about getting a cricketer's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autograph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match.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autograph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autograph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for faces and has loved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since she was eight.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'graph'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'graph' = write; drawing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paragraph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photographer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photographic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'graph'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