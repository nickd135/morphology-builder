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'graph'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"write, draw, record"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graphein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'graph' — write, draw, record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'graph' means 'write, draw, record'.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'graph'.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'graph'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'graph'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'graph' means 'write, draw, record'.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'graph'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'graph'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'graph' comes from a Greek word meaning to write or draw.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'autograph' means a photo taken automatically by a machine.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paragraph is a section of writing, and it contains the root 'graph'.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'graph' appears in words related to writing, drawing, and recording.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'graph' originally came from a Latin word meaning to speak.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'graph'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write, draw, record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graphein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autograph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paragraph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telegraph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graphic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geography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'graph'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 the Earth, including its land, oceans, countries, and people.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autograph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of sentences that are all about the same idea, set apart in a piece of writing.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paragraph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old machine that sent messages over long distances using electrical signals.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to do with drawing, pictures, or visual images.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telegraph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 written about the true story of another person's life.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graphic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picture taken by a camera that captures light to record an image.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geography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famous person's signature written by their own hand.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'graph'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'graph'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used a photograph to record what the rare bird looked like in the wild.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each had to write a paragraph explaining why we think the environment is important.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pop star's autograph was framed and hung proudly on the bedroom wall.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teacher asked me to write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paragraph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how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photograph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 tell a whole story.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paragraph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beside, alongside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draw,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beside, alongside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draw,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beside, alongside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draw,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draw,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draw,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draw,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biography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included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autograph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the author, as well as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graphic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showing his life timeline.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autograph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graphic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draw,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of,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draw,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of,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draw,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of,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self, 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draw,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self, 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draw,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self, 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draw,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draw, record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draw, record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draw, record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autograph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paragraph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telegraph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graphic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geography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phonograph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'graph' — 3-Day Teaching Deck</dc:title>
  <dc:subject>PptxGenJS Presentation</dc:subject>
  <dc:creator>Word Labs</dc:creator>
  <cp:lastModifiedBy>Word Labs</cp:lastModifiedBy>
  <cp:revision>1</cp:revision>
  <dcterms:created xsi:type="dcterms:W3CDTF">2026-03-25T03:57:25Z</dcterms:created>
  <dcterms:modified xsi:type="dcterms:W3CDTF">2026-03-25T03:57:25Z</dcterms:modified>
</cp:coreProperties>
</file>