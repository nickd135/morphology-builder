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'careful' really means 'paying close attention so as to avoid mistakes or danger'.
'fearful' really means 'feeling or showing fear; afraid'.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stray cat was distrustful of people at first, but now it naps on our colourful 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coach said booing the other team was disrespectful and disgraceful, and any distasteful chants would not be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'-ful'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'-ful' — full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'-ful' means 'full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'-ful'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'-ful'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'-ful'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'-ful' means 'full of'. In 'joyful', it is added to 'joy'.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'joyful', the base is 'joy' (great happiness).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'distrustful', 'dis-' means 'not; opposite; apart'.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'-ful' means 'full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'handful' means 'a small amount, especially the amount that fits in one hand'.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'careful' means 'full of great happiness'.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'harmful' means 'causing or likely to cause damage or injury'.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'fearful' means 'helpful; serving a good purpose'.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'-ful' means 'full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'handful' means 'a small amount, especially the amount that fits in one hand'.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'careful' means 'full of great happiness'.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'harmful' means 'causing or likely to cause damage or injury'.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'fearful' means 'helpful; serving a good purpose'.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'-ful'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joyful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handful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'-ful'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joyful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helpful; serving a good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small amount, especially the amount that fits in one hand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full of great happiness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paying close attention so as to avoid mistakes or danger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handful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willing and able to help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feeling or showing fear; afraid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causing or likely to cause damage or injury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joyful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full of great happiness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helpful; serving a good purpose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paying close attention so as to avoid mistakes or danger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feeling or showing fear; afraid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handful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small amount, especially the amount that fits in one hand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causing or likely to cause damage or injury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willing and able to help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'-ful'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'-ful'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gave a joyful shout when she won the race.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torch is useful when the power goes out.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took a handful of grapes from the bowl.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stray cat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distrustful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people at first, but now it naps on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colourful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said booing the other team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disrespectful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disgraceful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distasteful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chants would not be allowed.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favour; honour; good manners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favour; honour; good manners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favour; honour; good manners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of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tasteful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disgraceful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distasteful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'-ful'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