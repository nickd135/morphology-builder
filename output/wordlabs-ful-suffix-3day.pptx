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'-ful' — full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'-ful' means 'full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'-ful'.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'-ful'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'-ful'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'-ful' means 'full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'joyful', the root is the part before the suffix '-ful'.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'useful'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'joyful' means 'full of great happiness'.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'useful' means 'completely pointless'.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'ful' means 'full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'joyful' means 'feeling very tired'.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'useful' means 'helpful; serving a good purpose'.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'-ful'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'-ful'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great happiness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or showing fear; afraid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close attention so as to avoid mistakes or danger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amount, especially the amount that fits in one hand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and able to help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likely to cause damage or injury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helpful; serving a good purpose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'-ful'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'-ful'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a joyful shout when she won the race.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torch is useful when the power goes out.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careful with that glass, it might break.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visiting team behaved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disgracefully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referee. It's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interrupt someone while they are speaking.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referee and was sent off.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lifted the trophy.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completed the marathon.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joyful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handful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'-ful'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