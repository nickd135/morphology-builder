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full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'-ful'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'-ful'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'-ful'.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'-ful'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'-ful'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'-ful'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'helpful', the root is the part before the suffix '-ful'.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'powerful'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'-ful' can turn a noun or verb into an adjective.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'-ful' means 'without' or 'not having'.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'-ful' to 'hope' makes the word 'hopeful', meaning full of hope.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'-ful'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Every word ending in '-ful' must have a prefix before the base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'-ful'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full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'-ful'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help others; making things easier for someone.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close attention so you don't make mistakes or cause harm.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something good is likely to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fun and energy; enjoying games and jokes.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lots of bright, vivid colours.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glad and grateful for something good.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strength or ability to do great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'-ful'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'-ful'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was careful not to spill the paint when she carried it across the classroom.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colourful butterfly landed on the windowsill during our science lesson.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felt hopeful after the team practised hard for the big game.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wrote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wonderful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card for their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amazement or awe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amazement or awe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amazement or awe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was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cheerful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its bright bandanna.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fun or engage in games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fun or engage in games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fun or engage in games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good spirits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good spirits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good spirits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 seen by the eye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 seen by the eye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 seen by the eye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'-ful' — 3-Day Teaching Deck</dc:title>
  <dc:subject>PptxGenJS Presentation</dc:subject>
  <dc:creator>Word Labs</dc:creator>
  <cp:lastModifiedBy>Word Labs</cp:lastModifiedBy>
  <cp:revision>1</cp:revision>
  <dcterms:created xsi:type="dcterms:W3CDTF">2026-03-26T07:41:28Z</dcterms:created>
  <dcterms:modified xsi:type="dcterms:W3CDTF">2026-03-26T07:41:28Z</dcterms:modified>
</cp:coreProperties>
</file>