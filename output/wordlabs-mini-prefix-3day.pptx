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'mini-'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"small, little, short"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minimus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'mini-' — small, little, short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'mini-' means 'small, little, short'.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prefix 'mini-'.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base words and other morphemes to build and decode 'mini-'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'mini-'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The prefix 'mini-' means 'small, little, short'.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In 'miniature', the root is the part after the prefix 'mini-'.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'-ed' changes a verb to past tense.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'mini-' means large or extra big.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prefix 'mini-' comes from the Latin word 'minimus'.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prefix 'mini-' can be added to words like 'golf' and 'van' to show they are smaller versions.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word 'minibus' uses the prefix 'mini-' to mean a small bus.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 miniseries is a very long television show with hundreds of episodes.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'mini-'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small, little, short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minimus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miniature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minibus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minigolf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miniature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miniskirt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miniseries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'mini-'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'mini-'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golf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series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-ature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-mal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10972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63347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980944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980944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831336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178808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178808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074920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486400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0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miniature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miniature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television show that tells one story over just a few episodes.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 game like golf but played on a small, short course with obstacles.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minibus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something made on a very tiny scale, much smaller than normal.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minigolf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bus that carries fewer passengers than a full-sized bus.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miniature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short skirt that ends well above the knee.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miniskirt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small copy or version of something, like a tiny model of a car or building.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miniseries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very least amount of something — as small or little as possible.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'mini-'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'mini-'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travelled to the sports carnival on a minibus with our whole class.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artist painted a miniature portrait of the queen that was no bigger than a postage stamp.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family watched a great miniseries on television over the school holidays.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all climbed onto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minibus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drove past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minigolf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course on our way to camp.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minibus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minigolf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minibus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minibus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road vehicle for passengers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minibus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road vehicle for passengers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minibus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road vehicle for passengers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minigolf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minigolf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 played with clubs and a ball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minigolf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 played with clubs and a ball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golf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minigolf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 played with clubs and a ball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golf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wore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miniskirt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party, her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miniature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dog sat in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minivan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outside.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miniskirt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miniature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minivan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miniskirt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miniskirt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short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piece of clothing worn around the waist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miniskirt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short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piece of clothing worn around the waist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miniskirt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short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piece of clothing worn around the waist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miniature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miniature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characteristic form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miniature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characteristic form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miniature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characteristic form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minivan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minivan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vehicle for carrying people or goods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minivan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vehicle for carrying people or goods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minivan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vehicle for carrying people or goods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'mini-'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'mini'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'mini-' = small, little, short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'mini-'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golf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series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skirt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-ature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-mal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miniature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minimal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minibus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minigolf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miniature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miniskirt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miniseries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minivan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'mini-' — 3-Day Teaching Deck</dc:title>
  <dc:subject>PptxGenJS Presentation</dc:subject>
  <dc:creator>Word Labs</dc:creator>
  <cp:lastModifiedBy>Word Labs</cp:lastModifiedBy>
  <cp:revision>1</cp:revision>
  <dcterms:created xsi:type="dcterms:W3CDTF">2026-07-03T09:24:10Z</dcterms:created>
  <dcterms:modified xsi:type="dcterms:W3CDTF">2026-07-03T09:24:10Z</dcterms:modified>
</cp:coreProperties>
</file>