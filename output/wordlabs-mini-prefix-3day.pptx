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'mini-'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"small"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'mini-' — small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'mini-' means 'small'.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'mini-'.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'mini-'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'mini-'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'mini-' means 'small'.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'mini', the root is the part after the prefix 'mini-'.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'mini' means 'small'.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'minibus' means 'a tiny insect found in gardens'.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'minivan' means 'a small van used to carry passengers or goods'.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'minivan' means 'a tiny plant grown on a windowsill'.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'minibus' means 'a small bus that carries a small number of passengers'.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'mini-'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'mini-'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'mini-'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508760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1508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63347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980944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2980944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151376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562856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62856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'mini-'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'mini-'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hired a minibus to take the team to the match.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loaded their bags into the minivan for the trip.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 a minibeast hiding under the log in the garden.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hired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minibus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take the team to the match.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5468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5468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315468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minibus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15468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1)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minibus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minibus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vehicle for carrying passengers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minibus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vehicle for carrying passengers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minibus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vehicle for carrying passengers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loaded their bags into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minivan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trip. We found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minibeast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hiding under the log in the garden. She wore a bright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miniskirt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summer party.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minivan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minibeast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miniskirt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minivan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minivan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covered vehicle for carrying goods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minivan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covered vehicle for carrying goods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minivan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covered vehicle for carrying goods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minibeast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minibeast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or fierce animal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minibeast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or fierce animal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minibeast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or fierce animal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miniskirt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miniskirt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clothing worn from the waist down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miniskirt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clothing worn from the waist down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miniskirt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clothing worn from the waist down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'mini-'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'mini-' = small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'mini-'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skirt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'mini-' — 3-Day Teaching Deck</dc:title>
  <dc:subject>PptxGenJS Presentation</dc:subject>
  <dc:creator>Word Labs</dc:creator>
  <cp:lastModifiedBy>Word Labs</cp:lastModifiedBy>
  <cp:revision>1</cp:revision>
  <dcterms:created xsi:type="dcterms:W3CDTF">2026-07-07T10:24:25Z</dcterms:created>
  <dcterms:modified xsi:type="dcterms:W3CDTF">2026-07-07T10:24:25Z</dcterms:modified>
</cp:coreProperties>
</file>