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'claim'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call out or declare"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'claim' — to call out or declare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'claim' means 'to call out or declare'.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'claim'.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'claim'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'claim'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'claim' means 'to call out or declare'.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'claim'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'claim'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'claim' comes from a Latin word meaning to call 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'exclaim' means to stay quiet and say nothing.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're' in 'reclaim' means back or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exclamation mark is used after sentences said with strong feeling.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'acclaim' means to take something away from someone.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'claim'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call out or declare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exclamation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'claim'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or phrase said suddenly with strong feeling, like 'Wow!' or 'Help!'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is not yours or not your responsibility.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announce something important to everyone officially.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and approval given to someone for doing something great.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belongs to you or is true.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suddenly and loudly, usually with strong feeling.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exclamation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something back that was yours before.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'claim'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'claim'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wanted to reclaim the treasure that had been taken from the ancient temple.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let out an exclamation of surprise when she saw the enormous birthday cake.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decided to proclaim a public holiday to celebrate the victory.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hear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joy when the teacher gave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whole class?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claimant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stood up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rights, but the judge asked her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involvement in the dispute.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or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or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or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'claim' — 3-Day Teaching Deck</dc:title>
  <dc:subject>PptxGenJS Presentation</dc:subject>
  <dc:creator>Word Labs</dc:creator>
  <cp:lastModifiedBy>Word Labs</cp:lastModifiedBy>
  <cp:revision>1</cp:revision>
  <dcterms:created xsi:type="dcterms:W3CDTF">2026-03-25T03:56:16Z</dcterms:created>
  <dcterms:modified xsi:type="dcterms:W3CDTF">2026-03-25T03:56:16Z</dcterms:modified>
</cp:coreProperties>
</file>