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'claim'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'proclaim' really means 'to announce something publicly and officially'.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Everyone began to exclaim with delight when the dolphins leapt beside the boat.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'claim'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"call out; cry"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'claim'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'claim' — call out; cry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'claim' means 'call out; cry'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'claim'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'claim'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'claim'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'claim' means 'call out; cry'. You can find it in 'unclaimed'.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'unclaimed',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'unclaimed', '-ed' means 'describes a finished state'.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'claim' means 'call out; cry'.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'reclaim' means 'to get something back that was lost, taken away, or given up'.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'proclaim' means 'not yet asked for or collected by its owner'.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'unclaimed' means 'not yet asked for or collected by its owner'.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'acclaimed' means 'praised enthusiastically and publicly'.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'claim' means 'call out; cry'.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'reclaim' means 'to get something back that was lost, taken away, or given up'.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'proclaim' means 'not yet asked for or collected by its owner'.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'unclaimed' means 'not yet asked for or collected by its owner'.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'acclaimed' means 'praised enthusiastically and publicly'.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'claim'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out; cry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unclaimed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reclaim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proclaim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acclaimed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'claim'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5876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5876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08406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unclaimed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get something back that was lost, taken away, or given 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unclaimed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praised enthusiastically and publicly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reclaim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announce something publicly and officially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proclaim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yet asked for or collected by its owner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acclaimed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say that something is true, or to ask for something you believe you deserve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say that something is true, or to ask for something you believe you deserve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unclaimed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yet asked for or collected by its owner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reclaim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get something back that was lost, taken away, or given up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proclaim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announce something publicly and officially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acclaimed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praised enthusiastically and publicly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'claim'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'claim'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will claim his prize after winning the competition.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unclaimed jumpers went into the lost property box.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went to the lost property office to reclaim his umbrella.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began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exclaim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delight when the dolphins leapt beside the boat.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out; cry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out; cry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out; cry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'claim'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'claim' = call out; cry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exclaim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'claim'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