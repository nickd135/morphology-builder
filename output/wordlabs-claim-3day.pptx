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'claim'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call out or declare"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clamare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'claim' — to call out or declare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'claim' = to call out or declare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'claim' means 'to call out or declare'.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'claim'.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'claim'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'claim'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'claim' = to call out or declare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'claim' means 'to call out or declare'.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'claim'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'claim'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'claim' = to call out or declare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prefix 're' in 'reclaim' means to do something again or get something back.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'claim' comes from a Latin word meaning to call out.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'acclaim' contains the root 'claim'.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root 'claim' originally came from a Greek word meaning to write.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'exclaim' means to stay silent and say nothing.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'claim'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'claim' = to call out or declare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call out or declare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clamare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exclaim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reclaim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acclaim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disclaim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proclaim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claiming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'claim'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'claim' = to call out or declare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2394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71416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71416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6752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7900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7900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'claim' = to call out or declare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saying something is yours or that something is true right now.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exclaim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praise someone or something very enthusiastically and publicly.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reclaim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announce something important to lots of people in a very clear and confident way.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acclaim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say that you have no connection to something or that it is not your responsibility.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disclaim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say that something belongs to you or that something is true.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proclaim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get something back that was yours, or to make land useful again.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claiming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say something suddenly and loudly, often because you are surprised or excited.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'claim'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'claim' = to call out or declare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'claim'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stood up to exclaim her excitement when her name was called for the award.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explorer wanted to reclaim the treasure that had been stolen from his village.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king would proclaim a holiday so that everyone in the land could celebrate.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'claim' = to call out or declare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'claim' = to call out or declare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acclaimed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her discovery, and she would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exclaim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her findings to the whole school!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acclaimed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exclaim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'claim' = to call out or declare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acclaimed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'claim' = to call out or declare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acclaimed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to, towards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ac before 'c'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call out or declare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'claim' = to call out or declare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acclaimed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to, towards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ac before 'c'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call out or declare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claimed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'claim' = to call out or declare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acclaimed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to, towards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ac before 'c'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call out or declare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claimed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394220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757694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/d/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'claim' = to call out or declare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exclaim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'claim' = to call out or declare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exclaim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away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call out or declare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'claim' = to call out or declare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exclaim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away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call out or declare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'claim' = to call out or declare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exclaim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away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call out or declare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293146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/ks/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331643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'claim' = to call out or declare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'claim' = to call out or declare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mayor would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proclaim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new law, but the citizens wanted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reclaim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their rights, and some would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disclaim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any part in the vote.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proclaim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reclaim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disclaim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'claim' = to call out or declare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proclaim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'claim' = to call out or declare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proclaim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forward, publicly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call out or declare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'claim' = to call out or declare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proclaim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forward, publicly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call out or declare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'claim' = to call out or declare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proclaim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forward, publicly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call out or declare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48508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'claim' = to call out or declare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reclaim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'claim' = to call out or declare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reclaim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call out or declare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'claim' = to call out or declare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reclaim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call out or declare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'claim' = to call out or declare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reclaim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call out or declare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331643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'claim' = to call out or declare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disclaim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'claim' = to call out or declare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disclaim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away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call out or declare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'claim' = to call out or declare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disclaim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away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call out or declare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'claim' = to call out or declare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disclaim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away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call out or declare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48508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'claim' = to call out or declare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'claim' = to call out or declare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exclaim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reclaim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acclaim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disclaim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proclaim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claiming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exclaimed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'claim' — 3-Day Teaching Deck</dc:title>
  <dc:subject>PptxGenJS Presentation</dc:subject>
  <dc:creator>Word Labs</dc:creator>
  <cp:lastModifiedBy>Word Labs</cp:lastModifiedBy>
  <cp:revision>1</cp:revision>
  <dcterms:created xsi:type="dcterms:W3CDTF">2026-04-10T00:30:58Z</dcterms:created>
  <dcterms:modified xsi:type="dcterms:W3CDTF">2026-04-10T00:30:58Z</dcterms:modified>
</cp:coreProperties>
</file>