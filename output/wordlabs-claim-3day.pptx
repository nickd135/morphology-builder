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'claim'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"call out; cry"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'claim' — call out; cry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'claim' means 'call out; cry'.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'claim'.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'claim'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'claim'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'claim' means 'call out; cry'.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'claim'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'claim'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'claims' means 'says something is true, or asks for something believed to be owed'.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'claim' means 'call out; cry'.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'claims' means 'throws objects a long distance'.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'claim' means 'to say that something is true, or to ask for something you believe you deserve'.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'claim' means 'to throw something as far as possible'.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'claim'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call out; cry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acclaim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reclaim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claimant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'claim'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says they have a right to something, such as money or property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something was true, or asked for something believed to be owed (in the past)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acclaim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something back that was lost, taken away, or given up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cry out suddenly in surprise or strong feeling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that something is true, or to ask for something you believe you deserve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reclaim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enthusiastic public praise or approval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claimant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something is true, or asks for something believed to be owed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'claim'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'claim'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will claim his prize after winning the competition.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company claims its products are completely safe.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young author's first novel received widespread acclaim.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acclaimed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film won several awards at the festival. The company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disclaims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any responsibility for delays.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acclaimed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acclaimed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acclaimed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out; cry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acclaimed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out; cry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acclaimed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out; cry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out; cry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out; cry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out; cry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advert had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saying results may vary. The mayor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public holiday for the town's anniversary. The website listed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disclaimers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health advice.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disclaimers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out; cry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out; cry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out; cry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out; cry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out; cry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out; cry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out; cry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out; cry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disclaimers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out; cry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'claim' = call out; cry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'claim'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acclaim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exclaim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reclaim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claimant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'claim'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