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path, direction or method"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'way' — a path, direction or method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'way' means 'a path, direction or method'.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'way' means 'a path, direction or method'.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'way' means 'a method, road, or direction for doing something or getting somewhere'.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'way' means 'a musical sound made by singing'.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'way' means 'a path, direction or method'.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path, direction or method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706624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706624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83133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17880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17880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07492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48640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method, road, or direction for doing something or getting somewhere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quickest way to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many ways to solve this problem.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for a rest midway through the hike.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many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ways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solve this problem. We stopped for a rest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the hike.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took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get across the city quickly. Preparations for the school fair are already well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nearest beach is two kilometres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our house.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path, direction or method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'way' = a path, direction or method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'way'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