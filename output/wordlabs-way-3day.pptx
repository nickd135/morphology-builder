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"path, road, or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'way' — path, road, or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'way' means 'path, road, or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'way' means 'path, road, or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gateway is a type of entrance or opening you can pass through.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'way' comes from the Latin word 'via' meaning road.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'halfway' means you have travelled the full distance to your destination.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runway is a path used by aeroplanes when taking off or landing.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'subway' contains the root 'way' meaning path or route.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path, road, or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runway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--ward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--farer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tunnel or train system that people travel through.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point between two places — you've gone half the distance.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wide, fast road where cars can travel long distances without stopping.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long, flat strip of road that aeroplanes use to take off and land.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 or route you walk along to get somewhere.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runway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in a wall where a door sits, that you walk through.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or entrance that acts like a door to pass through.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hikers followed the narrow pathway through the dense bushland to reach the waterfall.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were only halfway to school when it started to rain heavily.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guided the large aeroplane carefully down the runway before it lifted into the sky.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followed the winding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pathway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garden.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or entrance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or entrance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or entrance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 to walk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 to walk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 to walk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halfway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point, we stopped to rest near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doorway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 old stone building, then continued down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freeway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equal parts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equal parts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equal parts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entrance or opening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entrance or opening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entrance or opening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without stopping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without stopping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without stopping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path, road, or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--ward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--farer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pathway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gateway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halfway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doorway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runway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freeway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stairway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'way' — 3-Day Teaching Deck</dc:title>
  <dc:subject>PptxGenJS Presentation</dc:subject>
  <dc:creator>Word Labs</dc:creator>
  <cp:lastModifiedBy>Word Labs</cp:lastModifiedBy>
  <cp:revision>1</cp:revision>
  <dcterms:created xsi:type="dcterms:W3CDTF">2026-07-03T09:11:47Z</dcterms:created>
  <dcterms:modified xsi:type="dcterms:W3CDTF">2026-07-03T09:11:47Z</dcterms:modified>
</cp:coreProperties>
</file>