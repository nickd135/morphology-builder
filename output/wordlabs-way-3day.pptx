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'highway' really means 'a main road for travelling between towns and cities'.
'railway' really means 'a track of metal rails that trains run 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driveway is so long that Dad jokes it looks like an airport runway.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clean-up is underway, and volunteers are picking up rubbish along the pathway beside the waterway.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'way'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path, direction or method"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'way' — a path, direction or method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'way' means 'a path, direction or method' and how it joins other words to make compound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'way'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compound words with 'way' and split them back into the two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'way'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'way' means 'a path, direction or method'. You can find it in 'midway'.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word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word is made by joining two words together. 'doorway' joins 'door' and 'way'.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'way' means 'a path, direction or method'.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'midway' means 'in the middle of a distance or period of time; halfway'.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'highway' means 'the opening where a door is'.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'doorway' means 'the opening where a door is'.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'railway' means 'a long passage inside a building with rooms off it'.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'way' means 'a path, direction or method'.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'midway' means 'in the middle of a distance or period of time; halfway'.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'highway' means 'the opening where a door is'.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'doorway' means 'the opening where a door is'.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'railway' means 'a long passage inside a building with rooms off it'.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'way'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path, direction or method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doorway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hallway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highway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'way'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doorway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opening where a door 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track of metal rails that trains run 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doorway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main road for travelling between towns and cities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hallway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the middle of a distance or period of time; halfway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highway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method, road, or direction for doing something or getting somewhere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long passage inside a building with rooms off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method, road, or direction for doing something or getting somewhere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the middle of a distance or period of time; halfway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doorway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opening where a door 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hallway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long passage inside a building with rooms off 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highway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main road for travelling between towns and cities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track of metal rails that trains run 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'way'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'way'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quickest way to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stopped for a rest midway through the hike.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waited in the doorway for us to come home.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driveway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so long that Dad jokes it looks like an airport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driveway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runway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steer a vehicle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steer a vehicle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steer a vehicle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fast on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fast on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fast on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clean-up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underway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volunteers are picking up rubbish along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pathway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beside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waterway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pathway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waterway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 for walking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 for walking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 for walking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liquid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'way' = a path, direction or method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'way'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