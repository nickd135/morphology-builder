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'scrib'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'scrib' —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'scrib' means 'write'.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'scrib'.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'scrib'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'scrib'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'scrib' means 'write'.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'scrib'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'scrib'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'describes' means 'adds up a list of numbers'.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'described' means 'explained in words what someone or something was like'.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'describes' means 'explains in words what someone or something is like'.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'described' means 'measured the exact size of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'scrib' means 'write'.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'scrib'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'scrib'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08760" y="3264408"/>
            <a:ext cx="1389888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508760" y="32644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circum-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926080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273552" y="32644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73552" y="32644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90872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38344" y="32644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38344" y="32644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934456" y="32644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345936" y="32644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32644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in words what someone or something is like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in words what someone or something was like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'scrib'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'scrib'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her letter, she described the beautiful beach she visited.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paragraph describes the setting of the story in great detail.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spent the whole afternoon describing her adventure to her friends.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spent the whole afternoon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describing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adventure to her friends. The medicine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prescribed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the doctor to help her cough.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prescribing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new medicine for his patient. Her freedom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circumscribed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the strict new curfew. The council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circumscribing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new houses can be built.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circumscribed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circumscribing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circumscribing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circumscribing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circumscribing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circumscribing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596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596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9701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701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04143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4143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8585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8585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3027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3027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7469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469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911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911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6353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353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795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795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5237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237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9679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9679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941212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41212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'scrib' — 3-Day Teaching Deck</dc:title>
  <dc:subject>PptxGenJS Presentation</dc:subject>
  <dc:creator>Word Labs</dc:creator>
  <cp:lastModifiedBy>Word Labs</cp:lastModifiedBy>
  <cp:revision>1</cp:revision>
  <dcterms:created xsi:type="dcterms:W3CDTF">2026-07-07T10:22:38Z</dcterms:created>
  <dcterms:modified xsi:type="dcterms:W3CDTF">2026-07-07T10:22:38Z</dcterms:modified>
</cp:coreProperties>
</file>