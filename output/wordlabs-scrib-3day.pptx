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'scrib'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write or inscribe"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scribere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'scrib' — to write or inscribe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'scrib' means 'to write or inscribe'.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'scrib'.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'scrib'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'scrib'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'scrib' means 'to write or inscribe'.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'scrib'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'scrib'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'scrib' comes from Latin and means to write.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'describe' means to erase writing from a surface.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'prescribe' contains the prefix 'pre', meaning before.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'subscribe' contains the root 'scrib', meaning to write.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'scrib' comes from the Greek word for painting.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'scrib'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write or inscribe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scribere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'scrib'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sharp tool used to scratch or write marks onto hard surfaces like metal.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 regularly for something, like a magazine or an online channel.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doctor writes out instructions for medicine you need to take.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out exactly what someone says or what is written somewhere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carve words onto a surface, like engraving a name on a trophy.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draw messy, quick marks that are hard to read.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words to tell someone what something looks like or what happened.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'scrib'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'scrib'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describe the main character in your book using at least three describing words?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will prescribe some medicine to help you feel better quickly.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brother loves to scribble all over his drawing book with coloured crayons.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journalist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speech,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clearly in her article.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newsletter,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favourite articles,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scribble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notes in the margins.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or diminutive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or diminutive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or diminutive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'scrib' — 3-Day Teaching Deck</dc:title>
  <dc:subject>PptxGenJS Presentation</dc:subject>
  <dc:creator>Word Labs</dc:creator>
  <cp:lastModifiedBy>Word Labs</cp:lastModifiedBy>
  <cp:revision>1</cp:revision>
  <dcterms:created xsi:type="dcterms:W3CDTF">2026-03-25T03:45:17Z</dcterms:created>
  <dcterms:modified xsi:type="dcterms:W3CDTF">2026-03-25T03:45:17Z</dcterms:modified>
</cp:coreProperties>
</file>