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'scrib'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write or inscribe"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'scrib' — to write or inscribe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'scrib' means 'to write or inscribe'.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'scrib'.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'scrib'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'scrib'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'scrib' means 'to write or inscribe'.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'scrib'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'scrib'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'scrib' originally came from the Greek word for speaking.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'scrib' comes from a Latin word meaning to write.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'prescribe' contains the root 'scrib'.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'trans' in 'transcribe' means across or over.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'subscribe' has nothing to do with writing or signing.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'scrib'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write or inscribe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'scrib'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or person that scratches or marks writing onto a surface.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 for something, like a magazine or online channel.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doctor writes out a medicine for a patient to take.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down or copy something that has been said or recorded.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carve words onto a surface, like a trophy or ring.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draw in a messy, careless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what something is like using words.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'scrib'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'scrib'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describe what the main character looked like at the beginning of the story?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will prescribe some medicine to help you feel better.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loved to scribble pictures in the margins of her notebook during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poem carefully,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it meant to 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'trans' before 'sc'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'trans' before 'sc'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'trans' before 'sc'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he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treatment,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patient's name on the official record.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'scrib' = to write or inscribe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'scrib'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inscribe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subscribe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transcribe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'scrib' — 3-Day Teaching Deck</dc:title>
  <dc:subject>PptxGenJS Presentation</dc:subject>
  <dc:creator>Word Labs</dc:creator>
  <cp:lastModifiedBy>Word Labs</cp:lastModifiedBy>
  <cp:revision>1</cp:revision>
  <dcterms:created xsi:type="dcterms:W3CDTF">2026-04-09T22:35:42Z</dcterms:created>
  <dcterms:modified xsi:type="dcterms:W3CDTF">2026-04-09T22:35:42Z</dcterms:modified>
</cp:coreProperties>
</file>