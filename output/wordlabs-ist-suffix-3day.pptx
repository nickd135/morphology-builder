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'-ist'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"person who"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Suffix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'-ist' — person who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'-ist' means 'person who'.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'-ist'.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'-ist'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'-ist'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'-ist' means 'person who'.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'activists', the root is the part before the suffix '-ist'.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'specialist'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'activists' means 'people who repair shoes'.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'specialist' means 'a person who avoids making decisions'.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'activists' means 'people who campaign strongly for social or political change'.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'specialist' means 'a person who is an expert in a particular area'.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'ist' means 'person who'.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'-ist'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person who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Suffix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activists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specialist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nationalist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activist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dentist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dentists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minister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'-ist'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'-ist'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capit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dent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nom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1508760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1508760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235915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2706624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2706624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3557016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3904488" y="46360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3904488" y="46360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-ist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4928616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4" name="Shape 52"/>
          <p:cNvSpPr/>
          <p:nvPr/>
        </p:nvSpPr>
        <p:spPr>
          <a:xfrm>
            <a:off x="5340096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340096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activists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activists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in charge of a government department, or a leader in a church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specialist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who campaign strongly for social or political change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nationalist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campaigns strongly for social or political change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activist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doctor who treats teeth and gums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dentist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doctors who treat teeth and gums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dentists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strongly supports their own nation's independence or interests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minister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is an expert in a particular area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'-ist'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'-ist'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Hundreds of activists gathered outside the parliament building.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saw a heart specialist about her condition.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nationalist argued strongly for his country's independence.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socialist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argued that resources should be shared fairly among everyone. The news report described how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terrorist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caught before he could hurt anyone.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socialist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terrorist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socialist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socialist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soci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society; companion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socialist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soci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society; companion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cial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socialist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soci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society; companion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cial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terrorist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terrorist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earth; land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terrorist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earth; land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terrorist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earth; land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 nurse will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administer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flu vaccine on Tuesday.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capitalist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invested his money in several new companies. Several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economists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predicted the economy would grow next year.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administer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capitalist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economists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administer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administer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small; lessen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administer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small; lessen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administer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small; lessen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capitalist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capitalist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capit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head; chief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capitalist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capit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head; chief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capitalist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capit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head; chief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economists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economists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environment; household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law; rule; name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economists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environment; household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law; rule; name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mists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economists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environment; household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law; rule; name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mists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'-ist'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'-ist'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capit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dent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nom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activists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specialist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nationalist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activist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dentist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dentists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minister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'-ist' — 3-Day Teaching Deck</dc:title>
  <dc:subject>PptxGenJS Presentation</dc:subject>
  <dc:creator>Word Labs</dc:creator>
  <cp:lastModifiedBy>Word Labs</cp:lastModifiedBy>
  <cp:revision>1</cp:revision>
  <dcterms:created xsi:type="dcterms:W3CDTF">2026-07-07T10:22:44Z</dcterms:created>
  <dcterms:modified xsi:type="dcterms:W3CDTF">2026-07-07T10:22:44Z</dcterms:modified>
</cp:coreProperties>
</file>