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"person who does or believes"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-istēs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'-ist' — person who does or believes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'-ist' means 'person who does or believes'.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'-ist' means 'person who does or believes'.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'artist', the root is the part before the suffix '-ist'.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'cyclist'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'-ist' always means a person who does or believes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'-ist' to a word makes it into a verb (an action word).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'-ist' comes from Old English.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'cyclist' is a person who rides a bicycle, so '-ist' means a person who does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'journalist' contains the suffix '-ist'.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 who does or believes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-istēs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journalist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guitarist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tourist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dentist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'-ist'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guitar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drug-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tour-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trained to look after and fix people's teeth.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creates paintings, drawings, or other forms of art.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writes news stories for newspapers, TV, or websites.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journalist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plays the guitar.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guitarist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travels to visit interesting places for fun.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tourist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studies and experiments to learn about the world.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dentist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rides a bicycle.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artist painted a beautiful picture of the Australian bush.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local dentist showed us the best way to brush our teeth.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tourist took lots of photos of the Sydney Opera House.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cyclist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guitarist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performed together at the school festival.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guitarist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wheel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wheel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clist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wheel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clist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guitarist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guitarist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stringed instrument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guitarist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stringed instrument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guitarist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stringed instrument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journalist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interviewed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scientist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finalist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nature competition.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journalist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finalist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daily record or news publication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daily record or news publication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daily record or news publication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/er/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knowledge, study of nature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knowledge, study of nature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knowledge, study of nature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last, at the 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last, at the 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last, at the 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'-ist'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'-ist'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guitar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drug-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tour-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journalist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guitarist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tourist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dentist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finalist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'-ist' — 3-Day Teaching Deck</dc:title>
  <dc:subject>PptxGenJS Presentation</dc:subject>
  <dc:creator>Word Labs</dc:creator>
  <cp:lastModifiedBy>Word Labs</cp:lastModifiedBy>
  <cp:revision>1</cp:revision>
  <dcterms:created xsi:type="dcterms:W3CDTF">2026-04-10T01:10:20Z</dcterms:created>
  <dcterms:modified xsi:type="dcterms:W3CDTF">2026-04-10T01:10:20Z</dcterms:modified>
</cp:coreProperties>
</file>