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'artist' really means 'a person who paints, draws or makes art'.
'specialist' really means 'a person who is an expert in a particular area'.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 friendly cyclist gave the lost tourist directions to the Harbour 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florist next door is also a cartoonist and an activist who campaigns for cleaner beaches.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'-ist'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"person who"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'-ist' — person who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'-ist' means 'person who'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'-ist'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'-ist'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'-ist'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'-ist' means 'person who'. In 'artist', it is added to 'art'.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'artist', the base is 'art' (painting, drawing and other creative work).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'-ist' means 'person who'.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'dentist' means 'a doctor who treats teeth and gums'.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'artist' means 'a person who is an expert in a particular area'.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'novelist' means 'a person who writes novels'.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'specialist' means 'a person who paints, draws or makes art'.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'-ist' means 'person who'.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'dentist' means 'a doctor who treats teeth and gums'.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'artist' means 'a person who is an expert in a particular area'.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'novelist' means 'a person who writes novels'.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'specialist' means 'a person who paints, draws or makes art'.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'-ist'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 who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pianist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dentist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novelist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'-ist'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85876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85876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22122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2122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is an expert in a particular area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paints, draws or makes art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pianist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writes novels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dentist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who plays the piano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novelist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doctor who treats teeth and gums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paints, draws or makes art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is an expert in a particular area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pianist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plays the piano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dentist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doctor who treats teeth and gums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novelist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person who writes novels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'-ist'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'-ist'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artist painted a mural on the school wall.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saw a heart specialist about her condition.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pianist played at the school concert.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friendly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cyclist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gave the lost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tourist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directions to the Harbour Bridge.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tourist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bicycle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bicycle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clist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bicycle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clist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 visiting places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 visiting places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 visiting places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florist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next door is also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cartoonist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activist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 campaigns for cleaner beaches.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florist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cartoonist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florist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florist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florist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florist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things; moving around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things; moving around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things; moving around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cartoonist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cartoonist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cartoon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funny drawing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cartoonist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cartoon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funny drawing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cartoonist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cartoon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funny drawing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'-ist' =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cyclist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florist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'-ist'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