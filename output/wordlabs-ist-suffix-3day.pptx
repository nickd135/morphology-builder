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 who does or believes"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-istes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'-ist' — person who does or believes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'-ist' means 'person who does or believes'.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'-ist' means 'person who does or believes'.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'artist', the root is the part before the suffix '-ist'.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'scientist'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'-ist' comes from Greek.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'-ist' means 'without' or 'not'.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'-ist' to a base word usually creates a noun naming a person.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'cyclist' is a person who rides a bicycle.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'-ist' can only be added to words from the English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 who does or believes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-istes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has made it through to the last round of a competition.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creates paintings, drawings, sculptures, or other works of art.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gather and write news stories for newspapers, TV, or websites.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trained to look after people's teeth and fix dental problems.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sees things as they really are, rather than how they wish things would be.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rides a bicycle, either for sport or to get around.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studies the natural world by doing experiments and asking questions.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artist spent hours painting a colourful mural on the school wall.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local dentist reminded us to brush our teeth twice a 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carefully recorded her results in a notebook after each experiment.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finalist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also a talented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cyclist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who had trained all year for the race.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or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or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or end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or wheel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or wheel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or wheel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journalist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interviewed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scientist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their important new discovery.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 record or publication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 record or publication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 record or publication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/er/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letter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letter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letter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 or unique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 or unique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 or unique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or believes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'-ist' = person who does or believes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'-ist'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journalist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dentist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finalist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'-ist' — 3-Day Teaching Deck</dc:title>
  <dc:subject>PptxGenJS Presentation</dc:subject>
  <dc:creator>Word Labs</dc:creator>
  <cp:lastModifiedBy>Word Labs</cp:lastModifiedBy>
  <cp:revision>1</cp:revision>
  <dcterms:created xsi:type="dcterms:W3CDTF">2026-03-26T07:44:27Z</dcterms:created>
  <dcterms:modified xsi:type="dcterms:W3CDTF">2026-03-26T07:44:27Z</dcterms:modified>
</cp:coreProperties>
</file>