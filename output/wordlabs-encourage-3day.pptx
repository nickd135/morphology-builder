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'encourage'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"support; give confidence"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'encourage' — support; give confidence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'encourage' means 'support; give confidence'.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'encourage'.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'encourage'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'encourage'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'encourage' means 'support; give confidence'.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'encourage'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'encourage'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'encourage' means 'to give someone support and confidence to do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'encourage' means 'to stop someone from doing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'encourage' means 'support; give confidence'.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'encourage'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support; give confidence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'encourage'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08760" y="3721608"/>
            <a:ext cx="197510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08760" y="3721608"/>
            <a:ext cx="1975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51129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85876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85876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75488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516636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support and confidence to do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'encourage'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'encourage'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tried to encourage the nervous player before the match.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felt encouraged after his teacher praised his drawing.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always encourages us to try our best.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his teacher praised his drawing. Our teacher always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 to try our best.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the team kept practising. A little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her friends helped her finish the race. The coach smiled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encouragingly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the runner crossed the line.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encouragingly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support; give confidence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'encourage' = support; give confidence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'encourage'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'encourage'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