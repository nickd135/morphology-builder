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'encourage'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"give courage or support"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cor (heart)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'encourage' — give courage or support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'encourage' means 'give courage or support'.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'encourage'.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'encourage'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'encourage'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'encourage' means 'give courage or support'.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'encourage'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'encourage'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'Encouragingly' is an adverb made by adding '-ly' to 'encouraging'.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'encouragement' contains the root 'encourage'.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'Encouraged' is used to describe something that will happen in the future.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'-ment' turns the verb 'encourage' into a noun.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'dis' in 'discouragement' means 'again'.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'encourage'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 courage or support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cor (heart)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discouragement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re-encourage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'encourage'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97510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975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8371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18464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18464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50138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91286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91286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or actions that help someone feel confident to keep going.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confidence or support to do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support and confidence again after they have struggled.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someone feel hopeful and supported.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that makes someone want to give up or stop trying.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discouragement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makes someone feel supported and hopeful.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re-encourage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supported or motivated to try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'encourage'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'encourage'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gave the team lots of encouragement before the big game.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teacher's encouraging smile helped her feel brave enough to read aloud.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encourage your friends when they are finding something difficult.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encouragement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the student feel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encouraged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keep trying.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bravery,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(makes a noun)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bravery,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(makes a noun)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bravery,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action (makes a noun)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14013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515910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bravery,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bravery,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bravery,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encouraging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coach spoke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encouragingly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inspiring every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encourager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room.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bravery,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 (present participle)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bravery,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 (present participle)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bravery,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 (present participle)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bravery,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participle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(makes an adverb)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bravery,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participle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(makes an adverb)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bravery,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participle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(makes an adverb)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314013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bravery,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bravery,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bravery, heart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give courage or support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discouragement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re-encourage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'encourage' — 3-Day Teaching Deck</dc:title>
  <dc:subject>PptxGenJS Presentation</dc:subject>
  <dc:creator>Word Labs</dc:creator>
  <cp:lastModifiedBy>Word Labs</cp:lastModifiedBy>
  <cp:revision>1</cp:revision>
  <dcterms:created xsi:type="dcterms:W3CDTF">2026-04-09T21:57:50Z</dcterms:created>
  <dcterms:modified xsi:type="dcterms:W3CDTF">2026-04-09T21:57:50Z</dcterms:modified>
</cp:coreProperties>
</file>