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'encourage'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 courage or support"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cor (heart)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'encourage' — give courage or support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'encourage' means 'give courage or support'.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'encourage'.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'encourage'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'encourage'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'encourage' means 'give courage or support'.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'encourage'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'encourage'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'encourage' comes from a Latin root related to the heart.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'discourage' means the same thing as 'encourage'.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'-ment' to 'encourage' makes the noun 'encouragement'.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'encourager' is a person who supports and cheers others 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'dis-' in 'discourage'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'encourage'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courage or support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cor (heart)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'encourage'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8371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1846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1846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50138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91286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1286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supported and more confident after someone helped you.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confidence or support to do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less confident or less likely to try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someone feel supported and confident to keep going.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gives someone confidence and support.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supports and cheers others 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or actions that help someone feel brave enough to try.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'encourage'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'encourage'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gave the team a lot of encouragement before the big game.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Mia's teacher encouraged her to keep practising her reading every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be an encourager for your friends when they are feeling nervous.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Sam feel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enough to try the difficult maths problem.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coach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encouragingly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some players still needed extra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overcome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discouragement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that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that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that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from the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585855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'encourage' — 3-Day Teaching Deck</dc:title>
  <dc:subject>PptxGenJS Presentation</dc:subject>
  <dc:creator>Word Labs</dc:creator>
  <cp:lastModifiedBy>Word Labs</cp:lastModifiedBy>
  <cp:revision>1</cp:revision>
  <dcterms:created xsi:type="dcterms:W3CDTF">2026-03-25T03:10:15Z</dcterms:created>
  <dcterms:modified xsi:type="dcterms:W3CDTF">2026-03-25T03:10:15Z</dcterms:modified>
</cp:coreProperties>
</file>