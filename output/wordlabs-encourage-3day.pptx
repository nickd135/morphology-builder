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'encourage' has very few longer words built from it, so this deck practises adding the suffixes -s, -ing, -ment and -ed to the base (Years 3–4). Only 5 words with 'encourage'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crowd encouraged the tired runners to keep going.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'encourage'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"support; give confidence"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'encourage' has very few longer words built from it, so this deck practises adding the suffixes -s, -ing, -ment and -ed to the base (Years 3–4). Only 5 words with 'encourage'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'encourage' — support; give confidence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-ing, -ment and -ed to the base 'encourage'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(drop the e)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'encourage'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'encourage' means 'support; give confidence'. You can find it in 'encourages'.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'encouragement', '-ment' means 'result of action'.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'encourages',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'encourages',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'encouraging',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'encouraged',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'encourages',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'encouraging',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'encouraged',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'encourage'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support; give confidence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'encourage'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5544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0540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4670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4670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6052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572000" y="3374136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3741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gives someone support and confidence to do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give someone support and confidence to do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words or actions that give someone confidence and support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giving someone confidence or hope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give someone support and confidence to do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gives someone support and confidence to do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giving someone confidence or hope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words or actions that give someone confidence and support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'encourage'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'encourage'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tried to encourage the nervous player before the match.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always encourages us to try our best.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were encouraging, so the team kept practising.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encouraged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tired runners to keep going.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support; give confidence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support; give confidence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support; give confidence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'encourage'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'encourage' = support; give confidence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'encourage'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