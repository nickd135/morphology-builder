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'vers'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"turn"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'vers' — turn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'vers' means 'turn'.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'vers'.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'vers'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'vers'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'vers' means 'turn'.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'vers'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'vers'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'verses' means 'sections of a poem or song, or separate lines from a text'.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'version' means 'a type of vehicle used for deliveries'.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'version' means 'a particular form of something that differs from other forms'.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'verses' means 'types of loud alarms'.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'vers' means 'turn'.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'vers'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'vers'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45312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45312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772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8887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887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change to the opposite direction or decision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forms of the same 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of a poem or song, or separate lines from a text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space and everything in it, including planets, stars and galaxies (plural)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done by all people or things in the world; general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the opposite way round, or changed to the opposite decision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form of something that differs from other forms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'vers'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'vers'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choir sang all three verses of the hymn.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new version of the app, with extra features.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judge's reversal of the decision surprised everyone in the courtroom.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spreadsheet handles currency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automatically. The new safety rule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accepted by every country.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long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our holiday plans.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universities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 courses in science, art and history. The teacher encouraged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students during group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reversal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'vers'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