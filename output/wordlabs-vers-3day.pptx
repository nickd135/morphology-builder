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'vers'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turn, change direction"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'vers' — to turn, change direction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'vers' means 'to turn, change direction'.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'vers'.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'vers'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'vers'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'vers' means 'to turn, change direction'.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'vers'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'vers'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'versatile' contains the root 'vers', meaning it relates to turning or changing.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'universe' has nothing to do with the root 'vers'.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'vers' comes from a Latin word meaning to turn or change direction.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'vers' can also appear as 'vert' in some English words, such as 'invert'.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'vers' means to build or construct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'vers'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turn, change direction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vertere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'vers'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talk back and forth with each other, turning ideas between them.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particular form of something, like a different version of a story.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or turn backwards, or the opposite direction.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disagreement where people turn against each other's opinions.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do many different things or be used in many ways.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exists, all turned or gathered into 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turned away from its usual path, like traffic being sent a different way.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'vers'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'vers'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 was closed, so drivers had to follow the diversion sign to reach the other side of town.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 very versatile athlete because she can play basketball, swim, and run track all at a high level.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friends had a long conversation about their favourite books during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diversion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took us on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reverse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 through the countryside.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75957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forming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forming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back,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noun/verb forming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much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controversy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conversion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building was considered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versatile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solution.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forming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forming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against,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 forming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951828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completely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or process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to,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to,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turn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form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to, capable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/ile/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'vers' = to turn, change direction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'vers'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diversion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versatile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controversy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adversity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'vers' — 3-Day Teaching Deck</dc:title>
  <dc:subject>PptxGenJS Presentation</dc:subject>
  <dc:creator>Word Labs</dc:creator>
  <cp:lastModifiedBy>Word Labs</cp:lastModifiedBy>
  <cp:revision>1</cp:revision>
  <dcterms:created xsi:type="dcterms:W3CDTF">2026-04-09T22:41:31Z</dcterms:created>
  <dcterms:modified xsi:type="dcterms:W3CDTF">2026-04-09T22:41:31Z</dcterms:modified>
</cp:coreProperties>
</file>