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'universes' really means 'all of space and everything in it, including planets, stars and galaxies (plural)'.
'reversal' really means 'a complete change to the opposite direction or decision'.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new version of my raincoat is reversible, so it is blue on one side and yellow on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class had a conversation about the diversity of Australian birds, and the kookaburra was universally voted the funniest.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'vers'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'vers' — turn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'vers' means 'turn'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'vers'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'vers'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'vers'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'vers' means 'turn'. You can find it in 'reversed'.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'reversed', 're-' means 'back'.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'reversal', '-al'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'vers' means 'turn'.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'conversion' means 'the process of changing something from one form, use, or system to another'.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'universes' means 'turned the opposite way round, or changed to the opposite decision'.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'reversed' means 'turned the opposite way round, or changed to the opposite decision'.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'reversal' means 'all of space and everything in it, including planets, stars and galaxies (plural)'.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'vers' means 'turn'.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'conversion' means 'the process of changing something from one form, use, or system to another'.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'universes' means 'turned the opposite way round, or changed to the opposite decision'.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'reversed' means 'turned the opposite way round, or changed to the opposite decision'.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'reversal' means 'all of space and everything in it, including planets, stars and galaxies (plural)'.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'vers'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'vers'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72160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72160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946904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46904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complete change to the opposite direction or decision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turned the opposite way round, or changed to the opposite decision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all of space and everything in it, including planets, stars and galaxies (plural)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institution where students study for degrees after school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process of changing something from one form, use, or system to another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turned the opposite way round, or changed to the opposite decision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complete change to the opposite direction or decision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process of changing something from one form, use, or system to another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all of space and everything in it, including planets, stars and galaxies (plural)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an institution where students study for degrees after school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'vers'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'vers'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reversed the car carefully out of the driveway.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umpire's reversal of the decision, the ball was ruled 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barn underwent a conversion into a family home.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my raincoat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reversible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is blue on one side and yellow on the other.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reversible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had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Australian birds, and the kookaburra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universally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voted the funniest.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dis- becomes di- before 'v'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dis- becomes di- before 'v'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dis- becomes di- before 'v'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'vers'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universally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'vers'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