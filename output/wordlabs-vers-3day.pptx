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'vers'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turn, change direction"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vertere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'vers' — to turn, change direction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'vers' means 'to turn, change direction'.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'vers'.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'vers'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'vers'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'vers' means 'to turn, change direction'.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'vers'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'vers'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'vers' comes from a Latin word meaning to turn.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'reverse' means to move forward quickly.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'diversion' can be a detour that turns you away from your original path.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'versatile' contains the root 'vers'.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'vers' comes from a Greek word meaning to speak.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'vers'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turn, change direction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vertere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versatile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invertebrate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'vers'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talk between two or more people, turning words back and forth.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that exists, all turned into one — all of space and everything in it.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particular form of something, like a different telling of the same story.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animal without a backbone — one that cannot turn or bend on a spine.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turn to many different uses or skills; good at many things.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versatile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turns your attention away, like a detour or distraction.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invertebrate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 something around or go backwards.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'vers'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'vers'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 was blocked, so the council set up a diversion to turn traffic down another street.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incredibly versatile — she could play guitar, paint, and speak three languages.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a long conversation about which version of the story was the most exciting.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diversion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sent us down a winding road, but we enjoyed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reverse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journey home.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noun/verb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noun/verb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noun/verb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 discovered that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universe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versatile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full of constant change and turning.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versatile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52549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versatile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versatile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to, capable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versatile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to, capable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versatile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to, capable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/ile/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versatile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invertebrate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anniversary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'vers' — 3-Day Teaching Deck</dc:title>
  <dc:subject>PptxGenJS Presentation</dc:subject>
  <dc:creator>Word Labs</dc:creator>
  <cp:lastModifiedBy>Word Labs</cp:lastModifiedBy>
  <cp:revision>1</cp:revision>
  <dcterms:created xsi:type="dcterms:W3CDTF">2026-03-25T03:50:31Z</dcterms:created>
  <dcterms:modified xsi:type="dcterms:W3CDTF">2026-03-25T03:50:31Z</dcterms:modified>
</cp:coreProperties>
</file>