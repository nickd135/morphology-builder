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'potent'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"powerful"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'potent' — powerful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'potent' means 'powerful'.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'potent'.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'potent'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'potent'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'potent' means 'powerful'.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'potent'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'potent'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'potent' means 'extremely rare and hard to find'.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'potential' means 'already completed and finished'.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'potent' means 'powerful'.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'potent' means 'very strong or powerful in its effect'.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'potential' means 'possible, or having the ability to develop in the future'.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'potent'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'potent'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08760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508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33472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980944" y="2807208"/>
            <a:ext cx="153619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980944" y="280720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44568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92040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88152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199632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'potent'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'potent'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snake's potent venom could stop a heart within minutes.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said the young footballer had real potential.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scout's report listed each player's potentials for the next season.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snake's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potent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venom could stop a heart within minutes. The teacher said the young footballer had real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scout's report listed each player's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potentials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next season. The storm could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cause flooding along the coast. In the myth, the god was described 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omnipotent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able to do anything.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omnipotent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tials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tials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omnipotent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omnipotent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all; every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omnipotent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all; every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omnipotent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all; every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'potent' = powerful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'potent'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'potent' — 3-Day Teaching Deck</dc:title>
  <dc:subject>PptxGenJS Presentation</dc:subject>
  <dc:creator>Word Labs</dc:creator>
  <cp:lastModifiedBy>Word Labs</cp:lastModifiedBy>
  <cp:revision>1</cp:revision>
  <dcterms:created xsi:type="dcterms:W3CDTF">2026-07-07T10:22:42Z</dcterms:created>
  <dcterms:modified xsi:type="dcterms:W3CDTF">2026-07-07T10:22:42Z</dcterms:modified>
</cp:coreProperties>
</file>