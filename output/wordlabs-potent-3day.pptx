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'potent'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"powerful, strong, having power"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'potent' — powerful, strong, having power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'potent' means 'powerful, strong, having power'.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'potent'.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'potent'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'potent'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'potent' means 'powerful, strong, having power'.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'potent'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'potent'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'omni' in 'omnipotent' means all or every.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potentate is a person who holds great power or rules over others.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'potent' comes from Latin and means power or strength.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'impotent' means extremely powerful and strong.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'potential' has nothing to do with power or ability.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'potent'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powerful, strong, having power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omnipotent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'potent'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unlimited power over everything; all-powerful, like a god in a story.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very powerful or strong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omnipotent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very strong or powerful, like a potent medicine that works quickly.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ruler or leader who has great power over others, like a king or emperor.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strength or power of something, like the potency of a medicine.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become something great in the future; your hidden power waiting to be used.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take action or have any effect; completely powerless.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'potent'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'potent'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warned that the potent chemical must be handled with great care.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believed in her own potential and worked hard every day to reach her goals.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story, the omnipotent wizard could control every living creature in the kingdom.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potent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medicine worked quickly, but the doctor reminded us that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potency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always be checked.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impotent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potential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leader was clear, and the wise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potentate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offered her a place in his council.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who; one who holds a role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who; one who holds a role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powerful, having power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who; one who holds a role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'potent' = powerful, strong, having power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'potent'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omnipotent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potential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potentate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potency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impotence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'potent' — 3-Day Teaching Deck</dc:title>
  <dc:subject>PptxGenJS Presentation</dc:subject>
  <dc:creator>Word Labs</dc:creator>
  <cp:lastModifiedBy>Word Labs</cp:lastModifiedBy>
  <cp:revision>1</cp:revision>
  <dcterms:created xsi:type="dcterms:W3CDTF">2026-07-03T09:23:10Z</dcterms:created>
  <dcterms:modified xsi:type="dcterms:W3CDTF">2026-07-03T09:23:10Z</dcterms:modified>
</cp:coreProperties>
</file>