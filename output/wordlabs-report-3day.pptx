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'report'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"tell; write information"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'report' — tell; write information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'report' means 'tell; write information'.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'report'.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'report'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'report'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'report' means 'tell; write information'.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'report'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'report'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'reports' means 'accounts of events; gives an account of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'report' means 'a story that is completely made up'.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'report' means 'tell; write information'.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'reports' means 'secrets that are never shared'.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'report' means 'a spoken or written account of something; to give an account of an event'.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'report'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tell; write information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'report'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508760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508760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487168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834640" y="37216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834640" y="37216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398264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745736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745736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641848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6053328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53328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spoken or written account of something; to give an account of an event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gather and report news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gave an account of something that happened (past tense)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of events; gives an account of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'report'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'report'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journalist wrote a report about the flood.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publishes reports about her research every year.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witness reported what she had seen to the police.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blog was quick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misreport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score of the football match.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Reporters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gathered outside the courthouse to hear the verdict.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write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write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write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write information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write information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write information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has been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election for a national newspaper. The famous singer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reportedly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moving to a new city. The number of visitors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misreported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town's newsletter.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reportedly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write information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write information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write information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write information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write information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write information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write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write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write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tell; write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reported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'report'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