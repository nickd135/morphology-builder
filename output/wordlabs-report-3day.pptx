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'report' has very few longer words built from it, so this deck practises adding the suffixes -s, -ed, -ing and -er to the base (Years 3–4). Only 6 words with 'report'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 reporter from the local paper came to see our science fair.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'report'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"tell; write information"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'report' has very few longer words built from it, so this deck practises adding the suffixes -s, -ed, -ing and -er to the base (Years 3–4). Only 6 words with 'report'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'report' — tell; write information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-ed, -ing and -er to the base 'report'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'report'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'report'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'report' means 'tell; write information'. You can find it in 'reports'.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'reporters', '-er' means 'person who'.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'reports',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'reports',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'reported',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'reporting',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'reporter', the suffix '-er'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'reporters',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'reports',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'reported',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'reporting',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'reporter', the suffix '-er'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'reporters',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'report'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tell; write information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reporters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'report'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63040" y="3374136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63040" y="33741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64261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93522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93522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70332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99592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99592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0974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221224" y="3374136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21224" y="3374136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gave an account of something that happened (past tense)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spoken or written account of something; to give an account of an event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people whose job is to gather and report news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accounts of events; gives an account of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giving an account of events, often as a job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spoken or written account of something; to give an account of an event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accounts of events; gives an account of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gave an account of something that happened (past tense)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giving an account of events, often as a job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people whose job is to gather and report news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'report'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'report'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journalist wrote a report about the flood.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 publishes reports about her research every year.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witness reported what she had seen to the police.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local paper came to see our science fair.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tell; write information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tell; write information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tell; write information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'report' = tell; write information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'report'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