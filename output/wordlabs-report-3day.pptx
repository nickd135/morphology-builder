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'report'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"carry back, tell again"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reportare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'report' — carry back, tell again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'report' = carry back, tell again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'report' means 'carry back, tell again'.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'report'.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'report'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'report'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'report' = carry back, tell again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'report' means 'carry back, tell again'.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'report'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'report'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'report' = carry back, tell again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word 'reporter' contains the root 'report'.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root 'report' comes from the Greek language.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A reporter is someone who shares news and information with others.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The word 'unreported' means something was told to everyone.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suffix '-er' in 'reporter' means a person who does something.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'report'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'report' = carry back, tell again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'report'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carry back, tell again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reportare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report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reported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reporter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reporting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reports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unreported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misreported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'report'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'report' = carry back, tell again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'report'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report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self-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-age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3591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706624" y="4178808"/>
            <a:ext cx="1536192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706624" y="4178808"/>
            <a:ext cx="15361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'report'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4270248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61772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61772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513832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925312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925312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report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'report'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'report' = carry back, tell again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report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than one report, or when someone tells about different things.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reported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 of finding out information and sharing it with others.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reporter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whose job is to find out news and tell other people about it.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reporting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information was shared incorrectly or in the wrong way.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reports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piece of writing or spoken information that tells about something that happened.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unreported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Something that happened but was never told to others or written down.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misreported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Told people about something that happened in the past.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'report'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'report' = carry back, tell again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'report'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reporter stood outside the school and spoke into the camera to share the news story.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teacher asked us to write a report about an animal we had been studying in science.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witness reported what she had seen to the police officer straight away.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'report' = carry back, tell again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'report' = carry back, tell again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reporter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carefully noted that the accident had been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misreported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 yesterday's newspaper.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reporter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misreported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'report' = carry back, tell again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reporter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'report' = carry back, tell again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reporter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report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carry back, to tell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does something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'report' = carry back, tell again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reporter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report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carry back, to tell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does something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ter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'report' = carry back, tell again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reporter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report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carry back, to tell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does something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ter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'report' = carry back, tell again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misreported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'report' = carry back, tell again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misreported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wrongly, badly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report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carry back, to tell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happened in the past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'report' = carry back, tell again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misreported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wrongly, badly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report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carry back, to tell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happened in the past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por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ted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'report' = carry back, tell again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misreported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wrongly, badly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report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carry back, to tell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happened in the past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por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ted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9513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9513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677363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677363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403397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403397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41294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1294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4855464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855464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55814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55814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6307531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307531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7033565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7033565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77595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77595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'report' = carry back, tell again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'report' = carry back, tell again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reporting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on the bushfire was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unreported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overseas, so the journalist decided to write a full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report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herself.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reporting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unreported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report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'report' = carry back, tell again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reporting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'report' = carry back, tell again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reporting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report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carry back, to tell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happening now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'report' = carry back, tell again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reporting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report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carry back, to tell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happening now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ting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'report' = carry back, tell again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reporting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report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carry back, to tell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happening now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ting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'report' = carry back, tell again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unreported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'report' = carry back, tell again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unreported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report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carry back, to tell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happened in the past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'report' = carry back, tell again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unreported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report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carry back, to tell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happened in the past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por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ted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'report' = carry back, tell again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unreported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report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carry back, to tell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happened in the past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por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ted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'report' = carry back, tell again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report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'report' = carry back, tell again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report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report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carry back, to tell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2" name="Text 20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6" name="Text 2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'report' = carry back, tell again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report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report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carry back, to tell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port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0" name="Text 2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'report' = carry back, tell again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report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report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carry back, to tell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port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'report' = carry back, tell again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'report'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'report'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'report' = carry back, tell again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'report'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report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self-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-age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report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reported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reporter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reporting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reports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unreported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misreported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self-reported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'report' — 3-Day Teaching Deck</dc:title>
  <dc:subject>PptxGenJS Presentation</dc:subject>
  <dc:creator>Word Labs</dc:creator>
  <cp:lastModifiedBy>Word Labs</cp:lastModifiedBy>
  <cp:revision>1</cp:revision>
  <dcterms:created xsi:type="dcterms:W3CDTF">2026-03-25T03:23:40Z</dcterms:created>
  <dcterms:modified xsi:type="dcterms:W3CDTF">2026-03-25T03:23:40Z</dcterms:modified>
</cp:coreProperties>
</file>