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back, tell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'report' — carry back, tell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'report' means 'carry back, tell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'report' means 'carry back, tell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'-er' in 'reporter' means a person who does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'report'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reporter is a person who shares news and information with others.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'unreported' means something that has been told to everyone.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'misreport' means to share incorrect information about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back, tell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happened but was never told to others or written about.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telling or writing about something that is happening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find out information and share it with others, like on the news.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 of writing or news reporting that gives detailed information about real events.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writing or speaking that shares information about something that happened.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wrong or incorrect information about something that happened.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already shared information or told others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reporter stood outside the school and told viewers about the science fair on the evening news.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a report about an Australian animal of our choice.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journalist was misreporting the facts, so the editor asked her to check her notes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the accident had gone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several hours.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spread,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told a different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'report'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