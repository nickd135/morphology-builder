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 back, tell again"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reportare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'report' — carry back, tell again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'report' means 'carry back, tell again'.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'report' means 'carry back, tell again'.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'report' comes from the Greek language.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'unreported' means something that has been told to everyone.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'misreport' means to share incorrect information about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reporter is a person who shares news and information with others.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'-er' in 'reporter' means a person who does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 back, tell again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reportare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reportage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happened but was never told to others or written about.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telling or writing about something that is happening right now.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find out information and share it with others, like on the news.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style of writing or news reporting that gives detailed information about real events.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writing or speaking that shares information about something that happened.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wrong or incorrect information about something that happened.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reportage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has already shared information or told others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reporter stood outside the school and told viewers about the science fair on the evening news.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write a report about an Australian animal of our choice.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journalist was misreporting the facts, so the editor asked her to check her notes again.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that the accident had gone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unreported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several hours.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how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misreport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spread,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told a different story.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reportage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'report' — 3-Day Teaching Deck</dc:title>
  <dc:subject>PptxGenJS Presentation</dc:subject>
  <dc:creator>Word Labs</dc:creator>
  <cp:lastModifiedBy>Word Labs</cp:lastModifiedBy>
  <cp:revision>1</cp:revision>
  <dcterms:created xsi:type="dcterms:W3CDTF">2026-04-09T22:11:44Z</dcterms:created>
  <dcterms:modified xsi:type="dcterms:W3CDTF">2026-04-09T22:11:44Z</dcterms:modified>
</cp:coreProperties>
</file>