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'excite'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stir up or rouse"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excitare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'excite' — to stir up or rouse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'excite' means 'to stir up or rouse'.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'excite'.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'excite'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'excite'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'excite' means 'to stir up or rouse'.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'excite'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'excite'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rouse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'excite' comes from a Latin word meaning to stir up or rouse.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'excitement' is formed by adding the prefix 'ex' and the suffix 'ment' to the root 'cite'.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'-ing' to 'excite' gives us the word 'exciting'.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'overexcited' means being far too excited or worked up.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'excite' means to calm down or settle.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'excite'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stir up or rouse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excitare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excitable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overexcited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'excite'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rouse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--ation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445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89204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89204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1616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2764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2764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rouse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someone or something that gets worked up or thrilled very easily.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very happy and eager about something that is happening or about to happen.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so excited that you have too much energy and can't calm down.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excitable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feeling you get when something thrilling or wonderful is about to happen.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making something or someone full of energy or activity.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excitation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something in a way that shows you are very happy and eager.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overexcited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makes you feel happy, energetic, or full of interest.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'excite'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rouse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'excite'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were so excited about the school excursion that they could hardly sleep the night before.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told us that learning about space is one of the most exciting topics in science.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could feel the excitement in the room when the principal announced the surprise assembly.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rouse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excitement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crowd was enormous as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exciting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final moments of the match played out.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rouse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rouse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rouse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258589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rouse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quality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rouse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quality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rouse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quality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rouse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excitedly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told her friends about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overexcited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puppy, and they all agreed it was the most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excitable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dog they had ever seen!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overexcited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rouse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or adjectival form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retained as part of base before consonant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rouse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or adjectival form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retained as part of base before consonant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rouse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or adjectival form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retained as part of base before consonant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03397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overexcited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overexcited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rouse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adjectival form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retained as part of base before consonant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overexcited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rouse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adjectival form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retained as part of base before consonant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overexcited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or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rouse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adjectival form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retained as part of base before consonant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521873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rouse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or capable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rouse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or capable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rouse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or capable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rouse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rouse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--ation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excitable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excitedly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excitation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overexcited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unexcited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'excite' — 3-Day Teaching Deck</dc:title>
  <dc:subject>PptxGenJS Presentation</dc:subject>
  <dc:creator>Word Labs</dc:creator>
  <cp:lastModifiedBy>Word Labs</cp:lastModifiedBy>
  <cp:revision>1</cp:revision>
  <dcterms:created xsi:type="dcterms:W3CDTF">2026-03-25T03:10:51Z</dcterms:created>
  <dcterms:modified xsi:type="dcterms:W3CDTF">2026-03-25T03:10:51Z</dcterms:modified>
</cp:coreProperties>
</file>