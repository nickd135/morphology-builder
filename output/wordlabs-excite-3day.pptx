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'excite'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'excitable' really means 'easily made excited or agitated'.
'excitement' really means 'a feeling of great enthusiasm and eagerness'.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children waved excitedly as the train pulled into the station.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'excite'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interested or happy"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'excite'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'excite' — make interested or happy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'excite'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'excite' = make interested or happy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'excite' means 'make interested or happy'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'excite'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'excite'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'excite'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'excite'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'excite' = make interested or happy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'excite' means 'make interested or happy'. You can find it in 'excitement'.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'unexciting',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'excitement', '-ment' means 'result of action'.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'excite'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'excite' = make interested or happy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'excite' means 'make interested or happy'.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'overexcited' means 'made too excited or worked up'.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'excitable' means 'a feeling of great enthusiasm and eagerness'.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'unexciting' means 'not interesting or thrilling'.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'excitement' means 'easily made excited or agitated'.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'excite'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'excite' = make interested or happy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'excite' means 'make interested or happy'.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'overexcited' means 'made too excited or worked up'.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'excitable' means 'a feeling of great enthusiasm and eagerness'.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'unexciting' means 'not interesting or thrilling'.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'excitement' means 'easily made excited or agitated'.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'excite'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'excite'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'excite' = make interested or happy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'excite'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interested or happy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excitable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unexciting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overexcited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'excite'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'excite'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'excite' = make interested or happy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463040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463040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23113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523744" y="3374136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523744" y="337413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70332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995928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995928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94690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358384" y="3374136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58384" y="337413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unexciting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65760" y="38313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'excite'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'excite'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'excite' = make interested or happy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feeling of great enthusiasm and eagerness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easily made excited or agitated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make someone feel enthusiastic or eager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unexciting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made too excited or worked up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overexcited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not interesting or thrilling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'excite'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'excite'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'excite' = make interested or happy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make someone feel enthusiastic or eager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feeling of great enthusiasm and eagerness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easily made excited or agitated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unexciting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 interesting or thrilling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overexcited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made too excited or worked up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'excite'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'excite'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'excite' = make interested or happy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'excite'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news of the trip will excite the whole class.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was great excitement before the school concert.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excitable puppy jumped around the room.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'excite'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'excite' = make interested or happy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'excite'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'excite' = make interested or happy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waved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excitedly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the train pulled into the station.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excitedly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'excite'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'excite' = make interested or happy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excitedly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'excite'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'excite' = make interested or happy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excitedly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interested or happy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'excite'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'excite' = make interested or happy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excitedly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interested or happy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'excite'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'excite' = make interested or happy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excitedly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interested or happy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'excite'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'excite' = make interested or happy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'excite'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'excite' = make interested or happy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657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excitedly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'excite'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