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'excite'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stir up or arouse"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excitare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'excite' — to stir up or arouse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'excite' means 'to stir up or arouse'.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'excite'.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'excite'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'excite'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'excite' means 'to stir up or arouse'.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'excite'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'excite'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'excite' means to make someone feel calm and sleepy.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'excite' comes from the Latin word 'excitare'.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'-ment' to 'excite' makes the word 'excitement'.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'over' can be added to 'excited' to mean too excited.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'excited' does not contain the root 'excite'.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'excite'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stir up or arouse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excitare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'excite'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a person or animal that gets worked up and enthusiastic very easily.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very happy and enthusiastic about something that is happening or about to happen.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very enthusiastic and energetic way, showing lots of happiness.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very happy, enthusiastic, and full of energy about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so excited that you can barely calm down — more excited than you should be.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stirring something up or causing a state of energy and activity.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makes you feel thrilled and full of energy.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'excite'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'excite'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so excited about the school excursion that they could barely sleep the night before.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excitement in the classroom was clear when the teacher announced a special science experiment.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Jumping on a trampoline is an exciting activity that many students enjoy on weekends.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clear on every face, and the crowd cheered in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frenzy!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excitedly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told her friends about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news; they were all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overexcited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end!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or completed action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part of base before consonant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or completed action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part of base before consonant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or completed action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part of base before consonant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677363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much;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or completed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part of base before consonant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much;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or completed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part of base before consonant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much;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or completed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part of base before consonant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unexciting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'excite' — 3-Day Teaching Deck</dc:title>
  <dc:subject>PptxGenJS Presentation</dc:subject>
  <dc:creator>Word Labs</dc:creator>
  <cp:lastModifiedBy>Word Labs</cp:lastModifiedBy>
  <cp:revision>1</cp:revision>
  <dcterms:created xsi:type="dcterms:W3CDTF">2026-07-03T09:03:16Z</dcterms:created>
  <dcterms:modified xsi:type="dcterms:W3CDTF">2026-07-03T09:03:16Z</dcterms:modified>
</cp:coreProperties>
</file>