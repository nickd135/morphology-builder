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'excite'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interested or happy"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'excite' — make interested or happy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'excite' means 'make interested or happy'.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'excite'.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'excite'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'excite'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'excite' means 'make interested or happy'.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'excite'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'excite'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'excite' means 'make interested or happy'.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'excite' means 'to make someone feel bored'.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'excited' means 'feeling very eager or enthusiastic'.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'excite' means 'to make someone feel enthusiastic or eager'.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'excited' means 'feeling calm and sleepy'.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'excite'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interested or happy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'excite'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98094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98094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great enthusiasm or eagerness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enthusiastic or eager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eager or enthusiastic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someone feel eager or enthusiastic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'excite'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'excite'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 of the trip will excite the whole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excited about the school trip.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thought of the holidays excites 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opened her birthday present. There was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school concert.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jumped around the room. Too much sugar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overexcite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young children before bedtime.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overexcited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jumped and barked when the children arrived.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interested or happy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make interested or happy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'excite'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