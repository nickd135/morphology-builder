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'spell' has very few longer words built from it, so this deck practises adding the suffixes -s, -er, -ing and -ed to the base (Years 3–4). Only 8 words with 'spell' suit Years 3–7, so Day 3 has 1 dictation word instead of 3. Spelt is the usual Australian past tense; spelled is also correct.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Jack is a great speller, and he spelled every word correctly in the class quiz.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I found one misspelling in my writing and fixed it with a red 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'spell'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write or say letters in order"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'spell' has very few longer words built from it, so this deck practises adding the suffixes -s, -er, -ing and -ed to the base (Years 3–4). Only 8 words with 'spell' suit Years 3–7, so Day 3 has 1 dictation word instead of 3. Spelt is the usual Australian past tense; spelled is also correct.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'spell' — to write or say letters in order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'spell' = to write or say letters in order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to add the suffixes -s, -er, -ing and -ed to the base 'spell' and spell the new words correctly.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each suffix tells us (for example, -ed means it has already happened).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find the base 'spell' inside each longer word.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'spell'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'spell' = to write or say letters in order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'spell' means 'to write or say letters in order'. You can find it in 'spells'.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'misspell', 'mis-' means 'wrong'.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'spellers', '-er' means 'person who'.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'spell' = to write or say letters in order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'spells', the suffix '-s' tells us more than one, or someone does it now.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'spelling', the suffix '-ing'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'spelled', the suffix '-ed' tells us it has already happened.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 'speller', the suffix '-er'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In 'spellers', the suffix '-s' tells us more than one, or someone does it now.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'spell' = to write or say letters in order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'spells', the suffix '-s' tells us more than one, or someone does it now.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'spelling', the suffix '-ing'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'spelled', the suffix '-ed' tells us it has already happened.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 'speller', the suffix '-er'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In 'spellers', the suffix '-s' tells us more than one, or someone does it now.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'spell'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'spell' = to write or say letters in order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'spell'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write or say letters in order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spell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spells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spellers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misspell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spelling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'spell'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'spell' = to write or say letters in order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2603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2603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spell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2603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686300" y="2834640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6300" y="2834640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84657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4657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4657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4657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37413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1463040" y="3374136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1463040" y="337413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spell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2505456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2798064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2798064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3566160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3858768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3858768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4672584" y="33741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5084064" y="3374136"/>
            <a:ext cx="1700784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84064" y="3374136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spellers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'spell'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'spell' = to write or say letters in order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spell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spell a word incorrectly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spells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the way letters are arranged to form a word correctly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spellers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says or writes the letters of a word correctly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misspell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people who spell words, especially in a competition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spelling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to say or write the letters of a word in the correct order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'spell'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'spell' = to write or say letters in order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spell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say or write the letters of a word in the correct order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spells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says or writes the letters of a word correctly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spellers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people who spell words, especially in a competition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misspell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spell a word incorrectly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spelling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the way letters are arranged to form a word correctly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'spell'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'spell' = to write or say letters in order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'spell'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spell the word 'necessary' correctly?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always spells difficult words correctly.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 spellers lined up on stage for the competition.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'spell' = to write or say letters in order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'spell' = to write or say letters in order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is a great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speller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spelled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word correctly in the class quiz.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spelled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speller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'spell' = to write or say letters in order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spelled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'spell' = to write or say letters in order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spelled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spelt is the usual Australian past tense; spelled is also correct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spell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write or say letters in order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'spell' = to write or say letters in order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spelled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spelt is the usual Australian past tense; spelled is also correct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spell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write or say letters in order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spelled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'spell' = to write or say letters in order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spelled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spelt is the usual Australian past tense; spelled is also correct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spell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write or say letters in order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spelled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'spell' = to write or say letters in order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speller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'spell' = to write or say letters in order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speller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spell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write or say letters in order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'spell' = to write or say letters in order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speller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spell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write or say letters in order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spell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'spell' = to write or say letters in order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speller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spell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write or say letters in order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spell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'spell' = to write or say letters in order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'spell' = to write or say letters in order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found one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misspelling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my writing and fixed it with a red pen.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misspelling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'spell' = to write or say letters in order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misspelling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'spell' = to write or say letters in order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misspelling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spell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write or say letters in order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 of; something done or made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'spell' = to write or say letters in order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misspelling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spell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write or say letters in order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 of; something done or made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spell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'spell' = to write or say letters in order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misspelling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spell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write or say letters in order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 of; something done or made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spell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'spell' = to write or say letters in order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2603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2603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8630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630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4657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4657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4657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4657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'spell' = to write or say letters in order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734056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2603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2603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spell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52603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2603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734056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686300" y="2350008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6300" y="2350008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686300" y="2734056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6300" y="2734056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84657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4657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84657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4657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46570" y="2734056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65760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spelled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542032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542032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speller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718304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18304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misspelling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'spell' — Teaching Deck</dc:title>
  <dc:subject>PptxGenJS Presentation</dc:subject>
  <dc:creator>Word Labs</dc:creator>
  <cp:lastModifiedBy>Word Labs</cp:lastModifiedBy>
  <cp:revision>1</cp:revision>
  <dcterms:created xsi:type="dcterms:W3CDTF">2026-10-22T10:14:34Z</dcterms:created>
  <dcterms:modified xsi:type="dcterms:W3CDTF">2026-10-22T10:14:34Z</dcterms:modified>
</cp:coreProperties>
</file>