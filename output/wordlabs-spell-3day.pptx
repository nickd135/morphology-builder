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'spell'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name letters in order"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spellan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'spell' — to name letters in order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'spell' means 'to name letters in order'.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'spell'.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'spell'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'spell'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'spell' means 'to name letters in order'.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'spell'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'spell'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'misspell' contains the prefix 'mis-' meaning wrong or bad.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'spell' comes from an ancient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'spellbound' means to be completely captured by something amazing.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You can add the suffix '-ing' to 'spell' to make the word 'spelling'.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'respell' means to do something before.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'spell'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name letters in order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spellan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unspelled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'spell'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-bound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-check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not been spelled out or explained clearly.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that was written with the wrong letters or in the wrong order.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spells words, or a book used to practise spelling.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computer tool that finds and fixes spelling mistakes in your writing.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interested or amazed by something that you cannot look away.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writing or saying the letters of a word in the correct order.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unspelled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spell a word incorrectly or in the wrong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'spell'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'spell'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class to check their spelling before handing in their stories.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was so spellbound by the magic show that he forgot to eat his popcorn.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easy to misspell tricky words like 'necessary' and 'beautiful' if you rush.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spellcheck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 to find the word she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misspelled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report.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carefully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champion, who never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misspells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word, left the whole crowd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spellbound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or tied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or tied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or tied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-bound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-check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unspelled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respell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'spell' — 3-Day Teaching Deck</dc:title>
  <dc:subject>PptxGenJS Presentation</dc:subject>
  <dc:creator>Word Labs</dc:creator>
  <cp:lastModifiedBy>Word Labs</cp:lastModifiedBy>
  <cp:revision>1</cp:revision>
  <dcterms:created xsi:type="dcterms:W3CDTF">2026-04-03T03:22:20Z</dcterms:created>
  <dcterms:modified xsi:type="dcterms:W3CDTF">2026-04-03T03:22:20Z</dcterms:modified>
</cp:coreProperties>
</file>