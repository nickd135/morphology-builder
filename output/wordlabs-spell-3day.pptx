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'spell'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name letters in order"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spellan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'spell' — to name letters in order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'spell' means 'to name letters in order'.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'spell'.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'spell'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'spell'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'spell' means 'to name letters in order'.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'spell'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'spell'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'spellbound' is made up of two parts: 'spell' and 'bound'.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spellcheck tool on a computer helps find spelling mistakes in your writing.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'spell' comes from an ancient Greek word meaning to write with pictures.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'misspell' contains the prefix 'mis', which means wrongly or badly.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prefix 're' to 'spell' means to spell something for the very first time.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'spell'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name letters in order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spellan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respell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'spell'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-bound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-check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computer tool that finds and fixes spelling mistakes in your writing.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interested or amazed by something that you cannot look away.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written or said the letters of a word in the wrong order.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spell a word again, often in a different or clearer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spells words, or a book used to practise spelling.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respell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or saying the letters of a word in the correct order.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spell a word incorrectly or in the wrong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'spell'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'spell'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class to practise their spelling words every night before bed.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Jake was spellbound by the magician's tricks at the school assembly.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use spellcheck before you hand in your writing to make sure you have not misspelled any words.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was careful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misspell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words 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spelling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spellbound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audience watched 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speller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wrote each word,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spellcheck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confirmed there were no mistakes.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or tied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or tied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or tied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over and verify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over and verify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name letters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over and verify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'spell' = to name letters in order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'spell'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-bound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-check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spellbound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respell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spellcheck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'spell' — 3-Day Teaching Deck</dc:title>
  <dc:subject>PptxGenJS Presentation</dc:subject>
  <dc:creator>Word Labs</dc:creator>
  <cp:lastModifiedBy>Word Labs</cp:lastModifiedBy>
  <cp:revision>1</cp:revision>
  <dcterms:created xsi:type="dcterms:W3CDTF">2026-04-10T00:46:50Z</dcterms:created>
  <dcterms:modified xsi:type="dcterms:W3CDTF">2026-04-10T00:46:50Z</dcterms:modified>
</cp:coreProperties>
</file>