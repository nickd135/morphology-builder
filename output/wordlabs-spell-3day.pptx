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'spell'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write or say letters in order"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'spell' — to write or say letters in order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'spell' means 'to write or say letters in order'.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'spell'.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'spell'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'spell'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'spell' means 'to write or say letters in order'.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'spell'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'spell'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'spell' means 'to run as fast as possible'.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'spells' means 'says or writes the letters of a word correctly'.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'spell' means 'to write or say letters in order'.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'spells' means 'runs extremely fast down a track'.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'spell' means 'to say or write the letters of a word in the correct order'.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'spell'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write or say letters in order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'spell'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834640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834640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599432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599432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62356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03504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3504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or writes the letters of a word correctly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or wrote the letters of a word correctly, in the past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or write the letters of a word in the correct order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'spell'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'spell'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spell the word 'necessary' correctly?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always spells difficult words correctly.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spelled her name out loud for the new teacher.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sister is a brilliant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her age. It's easy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misspell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word 'necessary'.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lined up on stage for the competition.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improved a lot this term. The teacher circled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misspelling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red pen.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say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write or say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'spell' — 3-Day Teaching Deck</dc:title>
  <dc:subject>PptxGenJS Presentation</dc:subject>
  <dc:creator>Word Labs</dc:creator>
  <cp:lastModifiedBy>Word Labs</cp:lastModifiedBy>
  <cp:revision>1</cp:revision>
  <dcterms:created xsi:type="dcterms:W3CDTF">2026-07-07T10:22:40Z</dcterms:created>
  <dcterms:modified xsi:type="dcterms:W3CDTF">2026-07-07T10:22:40Z</dcterms:modified>
</cp:coreProperties>
</file>