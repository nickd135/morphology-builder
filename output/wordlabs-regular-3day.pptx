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'regular'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"following a set pattern or rule"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regularis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'regular' — following a set pattern or rule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'regular' means 'following a set pattern or rule'.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'regular'.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'regular'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'regular'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'regular' means 'following a set pattern or rule'.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'regular'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'regular'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'regular' comes from Latin and relates to following a rule or pattern.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'irregular' means something that happens in a very steady and predictable pattern.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'ir-' to 'regular' creates a word that means the opposite of regular.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'regularity' contains the root 'regular' plus a suffix.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'ir-' in 'irregular' means 'very' or 'extremely'.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'regular'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following a set pattern or rule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regularis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'regular'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happening in a steady, even pattern, like the regularity of the seasons changing each year.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happens in an uneven or unpredictable way, not following a set pattern.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happens often and at expected times, like brushing your teeth regularly every morning and night.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follow a proper pattern or official rules, like regularising a new process at school.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follows a normal pattern and happens at the same time or in the same way each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fault or something that doesn't fit the expected pattern, like a small bump or mistake in an otherwise smooth surface.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does not follow a normal pattern or rule, like an irregular heartbeat that doesn't beat steadily.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'regular'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'regular'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said it is important to have regular check-ups so that any health problems can be caught early.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noticed an irregularity in the student's test results and asked if everything was okay.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exercise regularly, your body becomes stronger and you have more energy throughout the 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training leads to poor results, so the team must exercise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regularly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recorded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irregularity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data, but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regularly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checked her results to ensure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regularity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her experiment.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 set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set pattern or rule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regularised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'regular' — 3-Day Teaching Deck</dc:title>
  <dc:subject>PptxGenJS Presentation</dc:subject>
  <dc:creator>Word Labs</dc:creator>
  <cp:lastModifiedBy>Word Labs</cp:lastModifiedBy>
  <cp:revision>1</cp:revision>
  <dcterms:created xsi:type="dcterms:W3CDTF">2026-03-25T03:30:12Z</dcterms:created>
  <dcterms:modified xsi:type="dcterms:W3CDTF">2026-03-25T03:30:12Z</dcterms:modified>
</cp:coreProperties>
</file>