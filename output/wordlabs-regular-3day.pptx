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'regular'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"following a fixed pattern"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regularis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'regular' — following a fixed pattern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'regular' means 'following a fixed pattern'.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'regular'.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'regular'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'regular'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'regular' means 'following a fixed pattern'.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'regular'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'regular'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'regular' comes from a Latin word meaning a fixed rule or pattern.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irregular shape is one that does not have equal sides or a fixed pattern.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'-ity' in 'regularity' changes the word into a verb (doing word).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'ir-' added to 'regular' means the opposite — not regular.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'regularly' means something happens in a random, unpredictable way.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'regular'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following a fixed pattern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regularis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'regular'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happening in a steady, even pattern or at set times.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normal or does not follow the expected pattern.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often and at set times, like brushing your teeth regularly.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in an uneven way, not following a set pattern or schedule.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at the same time or in the same way each time, like a regular bedtime.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follow a proper rule or pattern.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does not follow the usual pattern or rules, like an irregular heartbeat.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'regular'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'regular'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has a regular spelling test every Friday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said it was important to exercise regularly to stay healthy.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irregular shape of the rock made it difficult to measure its area.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exercised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sleeping pattern made her feel tired.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 (adverb)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his training improved his skills; however, 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irregularity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his routine made it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regularise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progress.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→ ir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pattern or rule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'regular' = following a fixed pattern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'regular'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irregularly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regularised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'regular' — 3-Day Teaching Deck</dc:title>
  <dc:subject>PptxGenJS Presentation</dc:subject>
  <dc:creator>Word Labs</dc:creator>
  <cp:lastModifiedBy>Word Labs</cp:lastModifiedBy>
  <cp:revision>1</cp:revision>
  <dcterms:created xsi:type="dcterms:W3CDTF">2026-04-09T22:18:32Z</dcterms:created>
  <dcterms:modified xsi:type="dcterms:W3CDTF">2026-04-09T22:18:32Z</dcterms:modified>
</cp:coreProperties>
</file>