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'regular'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"usual; even pattern"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'regular' — usual; even pattern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'regular'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'regular' = usual; even pattern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'regular' means 'usual; even pattern'.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'regular'.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'regular'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'regular'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'regular'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'regular' = usual; even pattern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'regular' means 'usual; even pattern'.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'regular'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'regular'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'regular'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'regular' = usual; even pattern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'irregular' means 'not even, regular, or following the usual pattern'.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'irregular' means 'extremely friendly and kind'.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'regular' means 'extremely rare and unusual'.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'regular' means 'usual; even pattern'.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'regular' means 'happening often in the same pattern, or normal and usual'.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'regular'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'regular'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'regular' = usual; even pattern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'regular'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usual; even pattern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'regular'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'regular'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'regular' = usual; even pattern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'regular'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23500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508760" y="2350008"/>
            <a:ext cx="8229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508760" y="23500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359152" y="2350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06624" y="2350008"/>
            <a:ext cx="1682496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706624" y="2350008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'regular'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16552" y="2350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64024" y="23500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64024" y="23500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60136" y="23500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071616" y="23500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71616" y="23500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'regular'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'regular'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'regular' = usual; even pattern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'regular'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'regular'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'regular' = usual; even pattern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'regular'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goes to swimming lessons on a regular basis every Tuesday.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had an irregular outline with no matching sides.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regularly practises the piano after school.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'regular'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'regular' = usual; even pattern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'regular'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'regular' = usual; even pattern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goes to swimming lessons on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regular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basis every Tuesday.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5468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468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15468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5468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'regular'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'regular' = usual; even pattern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'regular'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'regular' = usual; even pattern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usual; even pattern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'regular'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'regular' = usual; even pattern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usual; even pattern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'regular'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'regular' = usual; even pattern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usual; even pattern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'regular'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'regular' = usual; even pattern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'regular'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'regular' = usual; even pattern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had an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irregular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outline with no matching sides. She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regularly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practises the piano after school. The old clock ticked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irregularly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sometimes fast and sometimes slow.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irregular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irregularly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'regular'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'regular' = usual; even pattern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irregular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'regular'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'regular' = usual; even pattern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irregular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usual; even pattern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'regular'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'regular' = usual; even pattern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irregular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usual; even pattern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'regular'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'regular' = usual; even pattern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irregular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usual; even pattern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'regular'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'regular' = usual; even pattern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'regular'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'regular' = usual; even pattern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usual; even pattern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'regular'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'regular' = usual; even pattern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usual; even pattern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'regular'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'regular' = usual; even pattern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usual; even pattern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'regular'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'regular' = usual; even pattern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irregularly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'regular'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'regular' = usual; even pattern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irregularly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usual; even pattern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'regular'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'regular' = usual; even pattern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irregularly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usual; even pattern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'regular'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'regular' = usual; even pattern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irregularly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usual; even pattern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'regular'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'regular' = usual; even pattern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'regular'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'regular'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'regular' = usual; even pattern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'regular'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'regular' — 3-Day Teaching Deck</dc:title>
  <dc:subject>PptxGenJS Presentation</dc:subject>
  <dc:creator>Word Labs</dc:creator>
  <cp:lastModifiedBy>Word Labs</cp:lastModifiedBy>
  <cp:revision>1</cp:revision>
  <dcterms:created xsi:type="dcterms:W3CDTF">2026-07-07T10:22:37Z</dcterms:created>
  <dcterms:modified xsi:type="dcterms:W3CDTF">2026-07-07T10:22:37Z</dcterms:modified>
</cp:coreProperties>
</file>