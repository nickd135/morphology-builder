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"across, beyond, through"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'trans-' — across, beyond, through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'trans-' means 'across, beyond, through'.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'trans-'.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'trans-'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'trans-'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'trans-' means 'across, beyond, through'.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'transport', the root is the part after the prefix 'trans-'.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'trans-' comes from Latin and means across or through.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'transport' means to keep things in the same place.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'trans-' appears in the word 'translate'.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transparent window is one you can see through.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'trans-' means to go back or return.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'trans-'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across, beyond, through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'trans-'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goods from one place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a plant or organ from one place and put it somewhere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can see through clearly, like glass.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words from one language into another language.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or someone from one place to another.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buy or sell something, like paying for an item at a shop.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completely into something different.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'trans-'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'trans-'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bus will transport us across town to the swimming centre.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can transplant organs to help sick people get better.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seemed to transform the scarf into a bunch of flowers.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message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into our workbooks.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caterpillar, 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nature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living things across amazing changes.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appear,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appear,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appear,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'trans-' = across, beyond,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'trans-'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transplant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translate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'trans-' — 3-Day Teaching Deck</dc:title>
  <dc:subject>PptxGenJS Presentation</dc:subject>
  <dc:creator>Word Labs</dc:creator>
  <cp:lastModifiedBy>Word Labs</cp:lastModifiedBy>
  <cp:revision>1</cp:revision>
  <dcterms:created xsi:type="dcterms:W3CDTF">2026-03-26T07:40:22Z</dcterms:created>
  <dcterms:modified xsi:type="dcterms:W3CDTF">2026-03-26T07:40:22Z</dcterms:modified>
</cp:coreProperties>
</file>