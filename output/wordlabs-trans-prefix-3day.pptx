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'trans-' suit Years 3–7, so there is no Day 3 dictation. Day 3 is the word matrix lesson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'transform' really means 'to change completely in appearance or form'.
'transmit' really means 'to send out a signal, message or illness to another place or person'.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Mia used an app to translate the sign at the aquarium, which said the jellyfish are almost transparent.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'trans-'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"across"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'trans-' suit Years 3–7, so there is no Day 3 dictation. Day 3 is the word matrix lesson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'trans-' — across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'trans-' means 'across'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'trans-'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'trans-'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'trans-'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'trans-' means 'across'. In 'transform', it is added to 'form'.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'transform', the base is 'form' (shape; make).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'transaction',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'trans-' means 'across'.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'transfer' means 'to move something or someone from one place, person or account to another'.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'transform' means 'an instance of buying, selling or exchanging something, especially involving money'.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'transmission' means 'the sending of a signal, message or illness from one place or person to another'.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'transmit' means 'to change completely in appearance or form'.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'trans-' means 'across'.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'transfer' means 'to move something or someone from one place, person or account to another'.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'transform' means 'an instance of buying, selling or exchanging something, especially involving money'.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'transmission' means 'the sending of a signal, message or illness from one place or person to another'.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'transmit' means 'to change completely in appearance or form'.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'trans-'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across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transmission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'trans-'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64261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93522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93522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70332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995928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995928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94690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358384" y="3776472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58384" y="3776472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move something or someone from one place, person or account to another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send out a signal, message or illness to another place or person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change completely in appearance or form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sending of a signal, message or illness from one place or person to another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an instance of buying, selling or exchanging something, especially involving money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change completely in appearance or form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an instance of buying, selling or exchanging something, especially involving money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move something or someone from one place, person or account to another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send out a signal, message or illness to another place or person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sending of a signal, message or illness from one place or person to another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'trans-'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'trans-'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caterpillar will transform into a butterfly.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recorded every transaction made from her account.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transfer the money to my new account.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used an app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sign at the aquarium, which said the jellyfish are almost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appear; be seen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appear; be seen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appear; be seen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'trans-' = across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'trans-'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