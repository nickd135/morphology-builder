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"across, beyond, through"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'trans-' — across, beyond, through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'trans-' means 'across, beyond, through'.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'trans-'.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'trans-'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'trans-'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'trans-' means 'across, beyond, through'.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'transport', the root is the part after the prefix 'trans-'.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transparent window is one you can see through.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'transport' means to destroy something completely.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'trans-' means the same thing as the prefix 'pre-'.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'trans-' can mean 'across' or 'through'.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'Trans-' comes from a Latin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'trans-'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across, beyond, through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transplant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'trans-'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people or goods from one place to another.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a plant or organ from one place and put it somewhere else.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transplant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words from one language into another language.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something or someone from one place to another.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can see through clearly, like glass.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translate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buy or sell something, like paying for items at a shop.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 completely into something different.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'trans-'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'trans-'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transport the boxes across town before it gets dark.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caterpillar will transform into a beautiful butterfly inside its cocoon.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translate the French words into English.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worked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liquid into a solid during the experiment.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transplant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doctor used a special device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transmit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results, and the patient signed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transplant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transplant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transplant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place, plant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transplant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place, plant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transplant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place, plant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'ion' makes /shun/ sound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'ion' makes /shun/ sound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drive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+ 'ion' makes /shun/ sound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transplant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'trans-' — 3-Day Teaching Deck</dc:title>
  <dc:subject>PptxGenJS Presentation</dc:subject>
  <dc:creator>Word Labs</dc:creator>
  <cp:lastModifiedBy>Word Labs</cp:lastModifiedBy>
  <cp:revision>1</cp:revision>
  <dcterms:created xsi:type="dcterms:W3CDTF">2026-04-10T01:04:28Z</dcterms:created>
  <dcterms:modified xsi:type="dcterms:W3CDTF">2026-04-10T01:04:28Z</dcterms:modified>
</cp:coreProperties>
</file>