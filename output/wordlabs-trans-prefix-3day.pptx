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"across"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'trans-' — across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'trans-' means 'across'.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'trans-'.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'trans-'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'trans-'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'trans-' means 'across'.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'transform', the root is the part after the prefix 'trans-'.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'transform' means 'to move something from one account to another'.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'transform' means 'to change completely in appearance or form'.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'trans' means 'across'.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'transforms' means 'moves something from one place to another'.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'transforms' means 'changes something completely in form or appearance'.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'trans-'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across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'trans-'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12724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312724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32511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2511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completely in appearance or form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completely in form or appearance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completely in form or appearance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changes the voltage of electricity, or something that transforms things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that change the voltage of electricity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instance of buying, selling or exchanging something, especially involving money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something completely in form or appearance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'trans-'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'trans-'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caterpillar will transform into a butterfly.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Sunlight transforms the plant's energy into food.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shed was transformed into a cosy studio.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ticket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transferable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she gave it to her friend. The radio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interrupted by static.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satellite sent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 to Earth every hour. The garden's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a mess to a masterpiece amazed everyone. The book described the tadpole's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frog.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transformers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transforming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'trans-'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