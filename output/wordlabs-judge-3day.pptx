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'judge'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decide or form opinion"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judicare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'judge' — to decide or form opinion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'judge' means 'to decide or form opinion'.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'judge'.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'judge'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'judge'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'judge' means 'to decide or form opinion'.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'judge'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'judge'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'misjudge' uses the prefix 'mis-' meaning wrongly or badly.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'judgement' is formed by adding the suffix '-ment' to the root 'judge'.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'judge' carries the idea of deciding or forming an opinion.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'judge' comes from an Ancient Greek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judgemental person is very good at keeping opinions to themselves.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'judge'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decide or form opinion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judicare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rejudge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'judge'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wrong or unfair decision about someone or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or unfair decision that turns out to be a mistake.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decides the winner of a competition or makes decisions in a court of law.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again and form a new opinion or decision.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deciding or forming an opinion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an opinion about something before you have all the facts.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rejudge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or opinion formed after thinking carefully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'judge'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'judge'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carefully listened to both sides before making her final decision.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easy to misjudge someone when you do not know their full story.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reminded us not to be judgemental about the way other students learn.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announced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judgement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whole crowd fell silent.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knew it was wrong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prejudge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him,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misjudgement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already made the situation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judgemental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rejudge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'judge' — 3-Day Teaching Deck</dc:title>
  <dc:subject>PptxGenJS Presentation</dc:subject>
  <dc:creator>Word Labs</dc:creator>
  <cp:lastModifiedBy>Word Labs</cp:lastModifiedBy>
  <cp:revision>1</cp:revision>
  <dcterms:created xsi:type="dcterms:W3CDTF">2026-04-09T22:03:12Z</dcterms:created>
  <dcterms:modified xsi:type="dcterms:W3CDTF">2026-04-09T22:03:12Z</dcterms:modified>
</cp:coreProperties>
</file>