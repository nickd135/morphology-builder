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'judge'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decide or form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judicare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'judge' — to decide or form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'judge' means 'to decide or form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'judge'.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'judge'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'judge'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'judge' means 'to decide or form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'judge'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'judge'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'judge' comes from a Latin word meaning to decide or declare the law.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'misjudge' means to judge someone very carefully and correctly.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'judgement' is the decision or opinion reached after thinking something through.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'pre' in 'prejudge' means before, so 'prejudge' means to judge before knowing all the facts.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'-ment' in 'judgement' turns the word into a verb (action word).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'judge'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decide or form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judicare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'judge'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already made a decision or formed an opinion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wrong or unfair decision about someone or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decides who wins a competition or who is guilty in a court of law.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 someone before you know all the facts.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or opinion someone makes after thinking carefully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deciding or forming an opinion about something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makes official decisions or decides winners.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'judge'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'judge'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listened carefully to both sides before making her final decision.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fair to misjudge someone just because of the way they look.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judging the science projects based on creativity and effort.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making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have serious consequences for everyone involved.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panel agreed that, although 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distance, her overall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situation was impressive.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or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to decide or form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'judge' — 3-Day Teaching Deck</dc:title>
  <dc:subject>PptxGenJS Presentation</dc:subject>
  <dc:creator>Word Labs</dc:creator>
  <cp:lastModifiedBy>Word Labs</cp:lastModifiedBy>
  <cp:revision>1</cp:revision>
  <dcterms:created xsi:type="dcterms:W3CDTF">2026-03-25T03:15:27Z</dcterms:created>
  <dcterms:modified xsi:type="dcterms:W3CDTF">2026-03-25T03:15:27Z</dcterms:modified>
</cp:coreProperties>
</file>