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'judge'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'judge' really means 'decide; form an opinion'.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Use good judgement when you choose a safe place to cross the road.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'judge'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"decide; form an opinion"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'judge'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'judge' — decide; form an opinion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'judge' = decide; form an opinion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'judge' means 'decide; form an opinion'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'judge'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'judge'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'judge'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'judge' = decide; form an opinion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'judge' means 'decide; form an opinion'. You can find it in 'misjudge'.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'misjudge', 'mis-' means 'wrong'.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'judgement', '-ment' means 'result of action'.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'judge' = decide; form an opinion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'judge' means 'decide; form an opinion'.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'prejudge' means 'to form an opinion about someone or something before knowing the facts'.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'misjudge' means 'to judge someone or something wrongly'.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'judge'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'judge' = decide; form an opinion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'judge' means 'decide; form an opinion'.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'prejudge' means 'to form an opinion about someone or something before knowing the facts'.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'misjudge' means 'to judge someone or something wrongly'.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'judge'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'judge'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'judge' = decide; form an opinion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decide; form an opinion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misjudge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prejudge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'judge'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'judge' = decide; form an opinion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36829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660904" y="2569464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660904" y="25694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4904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160520" y="2569464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0520" y="2569464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misjudge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'judge' = decide; form an opinion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form an opinion about someone or something before knowing the facts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misjudge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decides the result in a court or competition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prejudge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judge someone or something wrongly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'judge' = decide; form an opinion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who decides the result in a court or competition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misjudge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judge someone or something wrongly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prejudge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form an opinion about someone or something before knowing the facts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'judge'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'judge' = decide; form an opinion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'judge'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listened carefully before making a decision.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misjudge her by her quiet manner; she's actually very confident.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unfair to prejudge someone based on their appearance.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'judge' = decide; form an opinion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'judge' = decide; form an opinion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good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judgement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you choose a safe place to cross the road.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'judge' = decide; form an opinion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'judge' = decide; form an opinion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decide; form an opinion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'judge' = decide; form an opinion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decide; form an opinion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'judge' = decide; form an opinion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decide; form an opinion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dge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'judge' = decide; form an opinion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'judge'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'judge' = decide; form an opinion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misjudgement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42032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42032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'judge'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