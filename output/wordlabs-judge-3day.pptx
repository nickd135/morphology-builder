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'judge'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"decide; form an opinion"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'judge' — decide; form an opinion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'judge' means 'decide; form an opinion'.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'judge'.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'judge'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'judge'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'judge' means 'decide; form an opinion'.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'judge'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'judge'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'judge' means 'decide; form an opinion'.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'judge' means 'a person who decides the result in a court or competition'.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'judge' means 'a tool used for measuring length'.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'judged' means 'jumped over something quickly'.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'judged' means 'decided or formed an opinion about something (past tense)'.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'judge'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decide; form an opinion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'judge'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508760" y="37216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508760" y="37216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487168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834640" y="37216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2834640" y="37216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251960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4599432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599432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495544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5907024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07024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judge, or he/she judges something (verb form)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forming an opinion or deciding a result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decides the result in a court or competition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or formed an opinion about something (past tense)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'judge'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'judge'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judge listened carefully before making a decision.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judged the poems and picked a winner.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judges scored each gymnast out of ten.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misjudge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by her quiet manner; she's actually very confident. It's unfair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prejudge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someone based on their appearance.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prejudge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decide; form an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decide; form an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decide; form an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dge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prejudge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prejudge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decide; form an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prejudge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decide; form an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prejudge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decide; form an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dge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court reached its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judgement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a long trial. 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misjudged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gap and the ball flew straight into the net. 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misjudging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speed of the car as it came around the bend.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decide; form an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decide; form an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decide; form an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dge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decide; form an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decide; form an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decide; form an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dge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decide; form an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decide; form an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misjudging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decide; form an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dg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'judge' = decide; form an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'judge'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judged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judges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judging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'judge' — 3-Day Teaching Deck</dc:title>
  <dc:subject>PptxGenJS Presentation</dc:subject>
  <dc:creator>Word Labs</dc:creator>
  <cp:lastModifiedBy>Word Labs</cp:lastModifiedBy>
  <cp:revision>1</cp:revision>
  <dcterms:created xsi:type="dcterms:W3CDTF">2026-07-07T10:22:35Z</dcterms:created>
  <dcterms:modified xsi:type="dcterms:W3CDTF">2026-07-07T10:22:35Z</dcterms:modified>
</cp:coreProperties>
</file>