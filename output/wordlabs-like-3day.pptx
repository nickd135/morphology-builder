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6 word families with 'like' suit Years 3–7, so Day 3 has 1 dictation word instead of 3. Day 1 shows 3 example words instead of 5–7. This deck is about like meaning 'similar' (alike, likely, unlike, likeness). Like meaning 'enjoy' (dislike, likeable) is a different word and is not taught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'childlike' really means 'having qualities typical of a child, such as innocence or wonder, often used in a positive way'.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There is a strong likeness between the twins, so it is unlikely you will tell them apart.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forecast says there is a high likelihood of storms this afternoon, so bring a raincoat.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'like'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"similar; the same as"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6 word families with 'like' suit Years 3–7, so Day 3 has 1 dictation word instead of 3. Day 1 shows 3 example words instead of 5–7. This deck is about like meaning 'similar' (alike, likely, unlike, likeness). Like meaning 'enjoy' (dislike, likeable) is a different word and is not taught here.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'like' — similar; the same as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'like' = similar; the same as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'like' means 'similar; the same as'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'like'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'like'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'like'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'like' = similar; the same as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'like' means 'similar; the same as'. You can find it in 'unlike'.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'unlike', 'un-' means 'not'.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'likely', '-ly' means 'like; having the qualities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'like' = similar; the same as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'like' means 'similar; the same as'.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'unlike' means 'different from; not similar to'.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'childlike' means 'probably going to happen'.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'likely' means 'probably going to happen'.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'like' = similar; the same as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'like' means 'similar; the same as'.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'unlike' means 'different from; not similar to'.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'childlike' means 'probably going to happen'.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'likely' means 'probably going to happen'.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'like'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'like' = similar; the same as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'like'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similar; the same as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unlike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likely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childlike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'like'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'like' = similar; the same as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child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-hood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2569464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463040" y="2569464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463040" y="2569464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2231136" y="2569464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2523744" y="2569464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523744" y="2569464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474720" y="2569464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3886200" y="2569464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86200" y="256946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unlike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'like'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'like' = similar; the same as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unlike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having qualities typical of a child, such as innocence or wonder, often used in a positive way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different from; not similar to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childlike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probably going to happen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'like'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'like' = similar; the same as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unlike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different from; not similar to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probably going to happen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childlike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having qualities typical of a child, such as innocence or wonder, often used in a positive way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'like'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'like' = similar; the same as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'like'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her brother, she loves spicy food.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likely to rain later today.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looked at the fireworks with a childlike sense of wonder.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'like' = similar; the same as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'like' = similar; the same as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strong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likeness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between the twins, so it is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unlikely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 will tell them apart.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likeness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unlikely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'like' = similar; the same as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'like' = similar; the same as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similar; like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'like' = similar; the same as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similar; like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'like' = similar; the same as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likeness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similar; like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ness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i_e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'like' = similar; the same as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unlikely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'like' = similar; the same as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unlikely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similar; like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like; having the qualities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'like' = similar; the same as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unlikely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similar; like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like; having the qualities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'like' = similar; the same as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unlikely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similar; like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like; having the qualities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12483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2483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03352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03352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94220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4220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i_e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75957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75957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66826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6826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576947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6947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'like' = similar; the same as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'like' = similar; the same as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 says there is a high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likelihood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storms this afternoon, so bring a raincoat.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likelihood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'like' = similar; the same as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likelihood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'like' = similar; the same as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likelihood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change 'y' to 'i' before -hood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similar; like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like; having the qualities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'like' = similar; the same as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likelihood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change 'y' to 'i' before -hood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similar; like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like; having the qualities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hood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'like' = similar; the same as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likelihood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change 'y' to 'i' before -hood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similar; like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like; having the qualities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hood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hood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i_e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oo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'like' = similar; the same as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'like'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'like' = similar; the same as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child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2603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-ness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-hood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24414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likeness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542032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42032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unlikely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18304" y="2807208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18304" y="28072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likelihood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'like' — Teaching Deck</dc:title>
  <dc:subject>PptxGenJS Presentation</dc:subject>
  <dc:creator>Word Labs</dc:creator>
  <cp:lastModifiedBy>Word Labs</cp:lastModifiedBy>
  <cp:revision>1</cp:revision>
  <dcterms:created xsi:type="dcterms:W3CDTF">2026-10-22T10:14:33Z</dcterms:created>
  <dcterms:modified xsi:type="dcterms:W3CDTF">2026-10-22T10:14:33Z</dcterms:modified>
</cp:coreProperties>
</file>