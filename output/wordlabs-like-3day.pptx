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'like'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enjoy; to prefer"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'like' — to enjoy; to prefer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'like' means 'to enjoy; to prefer'.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'like'.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'like'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'like'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'like' means 'to enjoy; to prefer'.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'like'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'like'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'like' means 'to enjoy or feel fond of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'liked' means 'enjoyed or felt fond of something in the past'.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'like' means 'to enjoy; to prefer'.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'liked' means 'strongly disliked something in the past'.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'like' means 'to strongly dislike something'.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'like'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enjoy; to prefer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'like'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70662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70662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4325112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4325112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22122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563270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3270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enjoy or feel fond of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not liking something or someone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enjoys or feels fond of (used with he, she, or it)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enjoying or being fond of something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probably going to happen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from; not similar to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enjoyed or felt fond of something in the past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'like'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'like'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 reading books on rainy days.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liked the movie so much that she watched it twice.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likes chocolate ice cream more than vanilla.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a strong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likelihood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rain this afternoon.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likable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personality made her popular with everyone.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likelihood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likelihood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likelihood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enjoy; to prefer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likelihood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enjoy; to prefer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likelihood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enjoy; to prefer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enjoy; to prefer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enjoy; to prefer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enjoy; to prefer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unlikable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villain in the story never showed any kindness. He has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likeable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manner that puts people at ease. The two houses look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alike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outside.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alike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enjoy; to prefer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enjoy; to prefer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enjoy; to prefer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enjoy; to prefer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enjoy; to prefer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enjoy; to prefer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enjoy; to prefer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enjoy; to prefer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enjoy; to prefer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to enjoy; to prefer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'like'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