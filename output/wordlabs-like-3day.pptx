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"similar to, resembling"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similis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'like' — similar to, resembling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'like' means 'similar to, resembling'.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'like' means 'similar to, resembling'.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'like' means resembling or similar to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'lifelike' contains the morpheme 'like'.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'un-' before 'likely' changes its meaning to 'not likely'.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'dislike' means to enjoy something very much.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'like' comes from a French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 to, resembling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similis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way; doing something similar to what someone else did.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qualities that seem as powerful or amazing as a god.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innocent, simple qualities of a young child.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likely to happen; probably not going to occur.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 enjoy or have a bad feeling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and eager to fight; acting in an aggressive, fighting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so real it seems alive, like a very realistic painting or statue.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sculptor created a lifelike statue of a horse that looked as though it might gallop away.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felt a childlike excitement when she arrived at the zoo for the very first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unlikely that we will have school on a Saturday, so enjoy your weekend!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lifelike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puppet moved in such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godlike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way that the audience gasped with amazement.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existence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existence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existence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divine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divine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divine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spiders,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curiosity in her eyes was unmistakable;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likewise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her little brother stared in wonder.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to; to enjoy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to; to enjoy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to; to enjoy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manner,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manner,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manner,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'like'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