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"similar to, resembling"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gelic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'like' — similar to, resembling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'like' means 'similar to, resembling'.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'like' means 'similar to, resembling'.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'dislike' uses the prefix 'dis-' meaning 'not' or 'opposite of'.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morpheme 'like'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'Childlike' means having innocent or simple qualities similar to a child.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'lifelike' contains the morpheme 'like' meaning resembling or similar to.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'Likewise' means the opposite of what someone else has done.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 to, resembling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gelic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-minded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way; doing something similar to what someone else did.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 like something or someone.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so real it seems to be alive.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qualities so impressive they seem like a god's.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simple, innocent qualities of a child.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and eager for battle or fighting.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likely to happen; something you wouldn't expect.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sculptor carved such a lifelike statue of a horse that visitors thought it was real.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 said she loved the movie, and her brother felt likewise.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puppy looked at the world with childlike wonder, curious about everything.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tribe painted their shields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lifelike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animals to frighten their enemies.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or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or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or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alive, living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alive, living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alive, living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spiders, Maya drew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lifelike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spider with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childlike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pleasing,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pleasing,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pleasing,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alive, living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alive, living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alive, living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similar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'like' = similar to, resembling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-minded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likewise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lifelike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childlike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godlike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dislike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'like' — 3-Day Teaching Deck</dc:title>
  <dc:subject>PptxGenJS Presentation</dc:subject>
  <dc:creator>Word Labs</dc:creator>
  <cp:lastModifiedBy>Word Labs</cp:lastModifiedBy>
  <cp:revision>1</cp:revision>
  <dcterms:created xsi:type="dcterms:W3CDTF">2026-03-25T03:37:14Z</dcterms:created>
  <dcterms:modified xsi:type="dcterms:W3CDTF">2026-03-25T03:37:14Z</dcterms:modified>
</cp:coreProperties>
</file>