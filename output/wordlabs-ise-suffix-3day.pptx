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'specialise' really means 'to focus on and become an expert in one particular area'.
'memorise' really means 'to learn something so well that you remember it exactly'.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 didn't realise how many shops advertise on the side of buses.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Try to visualise the old library before you criticise the council's plan to modernise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'-ise'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make; to become"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'-ise' — to make; to become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'-ise' means 'to make; to become'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'-ise'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'-ise'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'-ise'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'-ise' means 'to make; to become'. In 'specialise', it is added to 'special'.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'memorise', the base is 'memory' (what you remember).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'synchronise', 'syn-' means 'together; with; same'.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'-ise' means 'to make; to become'.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'summarise' means 'to give the main points in a short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'specialise' means 'to learn something so well that you remember it exactly'.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'synchronise' means 'to make things happen or operate at the same time'.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'memorise' means 'to focus on and become an expert in one particular area'.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'-ise' means 'to make; to become'.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'summarise' means 'to give the main points in a short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'specialise' means 'to learn something so well that you remember it exactly'.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'synchronise' means 'to make things happen or operate at the same time'.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'memorise' means 'to focus on and become an expert in one particular area'.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'-ise'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make; to become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'-ise'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things happen or operate at the same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learn something so well that you remember it exactly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give someone energy and enthusiasm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focus on and become an expert in one particular area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give the main points in a short way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learn something so well that you remember it exactly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the main points in a short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focus on and become an expert in one particular area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give someone energy and enthusiasm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make things happen or operate at the same time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'-ise'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'-ise'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memorise my lines for the play.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story in three sentences.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often specialise in one area of medicine.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realise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many shops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advertise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side of buses.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true; existing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true; existing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true; existing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old library before you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criticise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council's plan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modernise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judges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judges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judges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new; of the present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new; of the present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new; of the present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seeing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seeing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seeing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'-ise' = to make; to become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advertise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criticise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'-ise'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