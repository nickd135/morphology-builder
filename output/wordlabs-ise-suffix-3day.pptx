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make; to become"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'-ise' — to make; to become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'-ise' means 'to make; to become'.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'-ise' means 'to make; to become'.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'advertise', the root is the part before the suffix '-ise'.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'advertised'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'advertise' means 'to travel somewhere by aeroplane'.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'ise' means 'to make; to become'.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'advertised' means 'told people about a product or event in the past, to make them want it'.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'advertised' means 'climbed to the top of something tall'.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'advertise' means 'to tell people about a product or event to make them want to buy it or go to it'.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make; to become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706624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2706624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8503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032504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4032504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056632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5468112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68112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people about a product or event in the past, to make them want it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people about a product or event to make them want to buy it or go to 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people about a product or event to make them want it (used with he, she or it)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focus on and become an expert in one particular area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or activity of telling people about products to persuade them to buy them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company that pays to promote a product or service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bakery will advertise its new cakes on social media.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advertised its winter sale in the local paper.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advertiser paid the magazine to print a full-page picture of the new phone.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a funny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advertisement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cereal on television this morning. When the props went missing, the actors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lines.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comedian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joke about the broken microphone. The band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improvising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 melodies during the concert. The dancers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synchronise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movements perfectly.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make; to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advertised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advertiser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'-ise' — 3-Day Teaching Deck</dc:title>
  <dc:subject>PptxGenJS Presentation</dc:subject>
  <dc:creator>Word Labs</dc:creator>
  <cp:lastModifiedBy>Word Labs</cp:lastModifiedBy>
  <cp:revision>1</cp:revision>
  <dcterms:created xsi:type="dcterms:W3CDTF">2026-07-07T10:22:45Z</dcterms:created>
  <dcterms:modified xsi:type="dcterms:W3CDTF">2026-07-07T10:22:45Z</dcterms:modified>
</cp:coreProperties>
</file>