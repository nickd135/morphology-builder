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or become"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-izein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'-ise' — to make or become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'-ise' means 'to make or become'.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'-ise' means 'to make or become'.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'organise', the root is the part before the suffix '-ise'.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'realise'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'-ise' can turn a noun or adjective into a verb.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'-ise'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'organise' contains the suffix '-ise'.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'-ise' to a base word makes it an action word (verb).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'-ise' always comes at the beginning of a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or become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-izein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sorry to someone because you did something wrong.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things neatly so they are easy to find or use.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who someone is or what something is because you have seen it before.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very frightened by threatening or hurting them.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people about something, like a product, to make them want to buy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a short version of the main points of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suddenly understand or become aware of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organise your books into alphabetical order before the lesson begins?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did not realise that the excursion was on a Friday this term.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summarise what happened in the story using just three sentences.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project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advertise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to the rest of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instrument, tool, body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instrument, tool, body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instrument, tool, body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/ize/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/ize/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summarise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chapter, try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memorise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key words,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apologise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partner for going first!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total, overview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total, overview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total, overview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/ize/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/ize/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reason,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reason,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reason, speech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/ize/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'-ise' — 3-Day Teaching Deck</dc:title>
  <dc:subject>PptxGenJS Presentation</dc:subject>
  <dc:creator>Word Labs</dc:creator>
  <cp:lastModifiedBy>Word Labs</cp:lastModifiedBy>
  <cp:revision>1</cp:revision>
  <dcterms:created xsi:type="dcterms:W3CDTF">2026-04-03T03:22:10Z</dcterms:created>
  <dcterms:modified xsi:type="dcterms:W3CDTF">2026-04-03T03:22:10Z</dcterms:modified>
</cp:coreProperties>
</file>