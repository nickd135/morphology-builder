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'-ise'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make or become"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-izein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'-ise' — to make or become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'-ise' means 'to make or become'.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'-ise'.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'-ise'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'-ise'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'-ise' means 'to make or become'.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'organise', the root is the part before the suffix '-ise'.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'recognise'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'organise' contains the suffix '-ise'.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'-ise' comes from Greek and means to make or become.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'-ise' always goes at the beginning of a word.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'-ise' can turn a noun or adjective into a verb.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Adding '-ise' to a base word always doubles the final consonant.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'-ise'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make or become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-izein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recognise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realise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apologise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summarise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memorise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'-ise'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'-ise'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summar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recogn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apolog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learn something so well that you can remember it perfectly.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recognise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things in a neat and orderly way.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realise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sorry for something you have done wrong.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apologise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a short version of something, covering only the main points.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summarise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tell lots of people about something, like a product or event, to get their attention.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understand or become aware of something.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memorise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 who someone is or what something is because you have seen it before.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'-ise'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'-ise'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summarise what happened in the story using just three sentences?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organise our desks before the visitors arrive at school.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important to apologise when you have hurt someone's feelings.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memorise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speech and then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advertise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school play.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memorise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memorise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memorise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memory, mindful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memorise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memory, mindful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memorise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memory, mindful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tise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tise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should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organise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our notes,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summarise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key ideas, and then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realise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how much we have learned.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summarise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realise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tool, instrument, system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tool, instrument, system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tool, instrument, system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summarise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summarise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sum, main points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summarise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sum, main points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summarise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sum, main points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actual, true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actual, true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actual, true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'-ise'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'-ise' = to make or become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'-ise'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summar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recogn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apolog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recognise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realise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apologise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summarise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advertise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memorise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practise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'-ise' — 3-Day Teaching Deck</dc:title>
  <dc:subject>PptxGenJS Presentation</dc:subject>
  <dc:creator>Word Labs</dc:creator>
  <cp:lastModifiedBy>Word Labs</cp:lastModifiedBy>
  <cp:revision>1</cp:revision>
  <dcterms:created xsi:type="dcterms:W3CDTF">2026-04-10T01:14:02Z</dcterms:created>
  <dcterms:modified xsi:type="dcterms:W3CDTF">2026-04-10T01:14:02Z</dcterms:modified>
</cp:coreProperties>
</file>