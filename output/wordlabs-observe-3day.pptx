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'observe'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watch or notice carefully"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observare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'observe' — to watch or notice carefully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'observe' means 'to watch or notice carefully'.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'observe'.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'observe'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'observe'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'observe' means 'to watch or notice carefully'.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'observe'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'observe'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'observe' comes from Latin and means to watch or notice carefully.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'observer' means to completely ignore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'-ation' in 'observation' means 'the person who'.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prefix 'un' to 'observant' makes a word meaning not noticing things well.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observatory is a place where people carefully watch and study the stars.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'observe'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watch or notice carefully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observare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'observe'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807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922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922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building with telescopes used to study the sky and stars.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watching and paying careful attention to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 notice things; good at paying attention to detail.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something carefully and pay close attention to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seen or noticed.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watching something closely to learn about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watches and notices things carefully.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'observe'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'observe'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a magnifying glass to observe the tiny insects crawling across the leaf.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careful observation, the students were able to record exactly how the plant had changed over the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observer notices small details that other people might easily miss.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an important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way the clouds were forming.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letter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letter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letter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recorded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detail in her notebook, showing excellent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skills.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quality; being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quality; being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quality; being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of the kind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of the kind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carefully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of the kind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'observe' = to watch or notice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'observe'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unobservant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'observe' — 3-Day Teaching Deck</dc:title>
  <dc:subject>PptxGenJS Presentation</dc:subject>
  <dc:creator>Word Labs</dc:creator>
  <cp:lastModifiedBy>Word Labs</cp:lastModifiedBy>
  <cp:revision>1</cp:revision>
  <dcterms:created xsi:type="dcterms:W3CDTF">2026-04-09T22:05:40Z</dcterms:created>
  <dcterms:modified xsi:type="dcterms:W3CDTF">2026-04-09T22:05:40Z</dcterms:modified>
</cp:coreProperties>
</file>