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'observe'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watch or notice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observare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'observe' — to watch or notice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'observe' means 'to watch or notice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'observe'.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'observe'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'observe'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'observe' means 'to watch or notice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'observe'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'observe'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'observe' comes from Latin and means to watch carefully.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'observatory' is a place where you go to cook food.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Someone who is 'observant' is good at noticing details around them.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'observation' contains the root 'observe'.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'unobserved' means someone was definitely seen by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'observe'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watch or notice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observare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'observe'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carefully or noticed something in the past.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building with telescopes used to watch the stars and sky.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following or keeping a rule, custom, or tradition.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something carefully and pay close attention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noticing things around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watching something carefully and noticing details.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and notices what is happening.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'observe'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'observe'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made a careful observation of the insects living under the log.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visited the observatory on the hill to look at the planets through a telescope.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very observant and noticed the tiny spider hiding in the corner of the window.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science lesson, we made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plants, and our teacher said we were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wrote down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notebook, noting that the bird had gone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rest of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done to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done to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done to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'observe' — 3-Day Teaching Deck</dc:title>
  <dc:subject>PptxGenJS Presentation</dc:subject>
  <dc:creator>Word Labs</dc:creator>
  <cp:lastModifiedBy>Word Labs</cp:lastModifiedBy>
  <cp:revision>1</cp:revision>
  <dcterms:created xsi:type="dcterms:W3CDTF">2026-03-25T03:17:49Z</dcterms:created>
  <dcterms:modified xsi:type="dcterms:W3CDTF">2026-03-25T03:17:49Z</dcterms:modified>
</cp:coreProperties>
</file>