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8 word families with 'observe' suit Years 3–7, so Day 3 has 1 dictation word instead of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'observe' really means 'watch carefully'.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Lily is very observant. As the weather observer for our class, she records the clouds every 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science observation showed that the seeds sprouted faster in the sun.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'observe'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"watch carefully"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8 word families with 'observe' suit Years 3–7, so Day 3 has 1 dictation word instead of 3.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'observe' — watch carefully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'observe' means 'watch carefully'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'observe'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'observe'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'observe'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'observe' means 'watch carefully'. You can find it in 'unobserved'.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'unobserved',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'observable', '-able' means 'able to'.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'observe' means 'watch carefully'.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'observatory' means 'a building with powerful telescopes used for studying the sky'.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'unobserved' means 'not noticed or watched by anyone'.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'observable' means 'able to be seen or noticed'.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'unobservant' means 'not noticing things that are around you'.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'observe'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'observe' means 'watch carefully'.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'observatory' means 'a building with powerful telescopes used for studying the sky'.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'unobserved' means 'not noticed or watched by anyone'.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'observable' means 'able to be seen or noticed'.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'unobservant' means 'not noticing things that are around you'.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'observe'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'observe'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watch carefully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unobserved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observable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observatory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unobservant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'observe'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3236976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-atory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3236976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5760" y="3776472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463040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1463040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2231136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523744" y="3776472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523744" y="3776472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3840480" y="3776472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133088" y="3776472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133088" y="3776472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946904" y="3776472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5358384" y="3776472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358384" y="377647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unobserved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365760" y="42336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not noticing things that are around you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unobserved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watch something carefully and closely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noticed or watched by anyone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able to be seen or noticed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unobservant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building with powerful telescopes used for studying the sky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watch something carefully and closely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unobserved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noticed or watched by anyone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able to be seen or noticed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observatory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a building with powerful telescopes used for studying the sky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unobservant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not noticing things that are around you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'observe'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'observe'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observe the behaviour of animals in the wild.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cat slipped through the gate unobserved.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change in colour was clearly observable under the microscope.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marks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Lily is very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observant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As the weather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our class, she records the clouds every day.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87452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87452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452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091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7091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7091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carefully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carefully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observer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carefully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254649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254649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293146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93146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331643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31643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370141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70141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408638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8638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447135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447135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carefully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carefully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-ant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carefully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doing; having the quality of; one who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vant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238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0238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315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8315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4470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470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2547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2547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8701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8701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6779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6779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science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showed that the seeds sprouted faster in the sun.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carefully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carefully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1" name="Text 39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6537960" y="1325880"/>
            <a:ext cx="2240280" cy="731520"/>
          </a:xfrm>
          <a:prstGeom prst="rect">
            <a:avLst>
              <a:gd name="adj" fmla="val 10000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325880"/>
            <a:ext cx="214884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Spelling: drop the final 'e' before -ation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carefully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513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513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77363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677363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403397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03397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129430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29430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855464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55464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5814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814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07531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07531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33565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33565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7759598" y="4187952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759598" y="4187952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'observe'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'observe' = watch carefully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11096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240280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569464"/>
            <a:ext cx="2194560" cy="29260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898648"/>
            <a:ext cx="2194560" cy="292608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97880" y="191109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97880" y="2240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-able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97880" y="2569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-atory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97880" y="28986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365760" y="33192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365760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observer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542032" y="3685032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42032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'observe'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