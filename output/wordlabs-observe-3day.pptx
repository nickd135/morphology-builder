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'observe'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"watch carefully"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'observe' — watch carefully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watch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'observe' means 'watch carefully'.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'observe'.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'observe'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'observe'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watch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'observe' means 'watch carefully'.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'observe'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'observe'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watch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'observe' means 'to watch something carefully and closely'.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'observe' means 'to shout loudly at someone nearby'.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'observed' means 'shouted loudly at someone nearby'.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'observed' means 'watched something carefully in the past'.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'observe' means 'watch carefully'.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'observe'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watch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 carefully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observers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'observe'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watch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6360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6360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34456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45936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45936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watch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watched something carefully in the past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watches something carefully right now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watching something carefully right now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something carefully and closely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observers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 watch something happen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watches something happen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'observe'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watch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'observe'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Scientists observe the behaviour of animals in the wild.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observed how the students solved the tricky puzzle.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an observer, she wrote down everything the birds did.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watch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watch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in colour was clearly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observable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under the microscope. The cat slipped through the gate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unobserved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unobserved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watch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watch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carefully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watch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carefully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watch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carefully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watch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unobserved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watch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unobserved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carefully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watch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unobserved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carefully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watch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unobserved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carefully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watch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watch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Scientists made careful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volcano's activity. We visited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observatory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look at the stars through a huge telescope. The scientist wrote down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the changing weather.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observatory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observations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watch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watch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carefully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watch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carefully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watch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carefully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watch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watch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carefully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of; 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watch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carefully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of; 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watch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carefully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of; 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watch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watch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carefully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watch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carefully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watch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carefully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watch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watch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observers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'observe' — 3-Day Teaching Deck</dc:title>
  <dc:subject>PptxGenJS Presentation</dc:subject>
  <dc:creator>Word Labs</dc:creator>
  <cp:lastModifiedBy>Word Labs</cp:lastModifiedBy>
  <cp:revision>1</cp:revision>
  <dcterms:created xsi:type="dcterms:W3CDTF">2026-07-07T10:22:36Z</dcterms:created>
  <dcterms:modified xsi:type="dcterms:W3CDTF">2026-07-07T10:22:36Z</dcterms:modified>
</cp:coreProperties>
</file>