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'field' has very few longer words built from it, so this deck practises adding the suffixes -s and -ing to the base (Years 3–4). Only 4 words with 'field' suit Years 3–7, so there is no Day 3 dictation. Day 3 is the word matrix lesson only. Day 2 has 1 dictation word instead of 2. Day 1 shows 3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-ed really means 'it has already happened'.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Our cricket team practised fielding at lunchtime.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'field'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 open area of land"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'field' has very few longer words built from it, so this deck practises adding the suffixes -s and -ing to the base (Years 3–4). Only 4 words with 'field' suit Years 3–7, so there is no Day 3 dictation. Day 3 is the word matrix lesson only. Day 2 has 1 dictation word instead of 2. Day 1 shows 3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'field' — an open area of land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'field'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'field' = an open area of land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to add the suffixes -s and -ing to the base 'field' and spell the new words correctly.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each suffix tells us (for example, -s means more than one, or someone does it now).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find the base 'field' inside each longer word.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'field'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'field'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'field' = an open area of land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'field' means 'an open area of land'. You can find it in 'fields'.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'midfield', 'mid-' means 'middle'.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'fields', '-s' means 'plural or present tense'.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'field'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'field' = an open area of land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'fields', the suffix '-s'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'fielding', the suffix '-ing'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The suffix '-s' tells us more than one, or someone does it now.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suffix '-ed' tells us it is happening now.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'field'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'field' = an open area of land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'fields', the suffix '-s'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'fielding', the suffix '-ing'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The suffix '-s' tells us more than one, or someone does it now.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suffix '-ed' tells us it is happening now.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'field'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'field'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'field' = an open area of land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'field'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open area of land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field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fields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midfield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'field'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'field'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'field' = an open area of land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field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" y="2569464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463040" y="2569464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463040" y="256946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field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505456" y="256946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798064" y="2569464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798064" y="2569464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611880" y="256946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4023360" y="2569464"/>
            <a:ext cx="146304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23360" y="256946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fields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'field'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'field'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'field' = an open area of land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field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more than one open area of land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fields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the central area of a sports pitch, between the two goals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midfield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an open area of land, often used for farming or sport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'field'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'field'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'field' = an open area of land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field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an open area of land, often used for farming or sport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fields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more than one open area of land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midfield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the central area of a sports pitch, between the two goals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'field'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'field'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'field' = an open area of land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'field'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cows grazed peacefully in the field.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farmer owns several fields of wheat.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'field'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'field' = an open area of land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'field'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'field' = an open area of land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cricket team practised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fielding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lunchtime.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fielding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'field'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'field' = an open area of land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fielding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'field'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'field' = an open area of land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fielding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field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 area of land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'field'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'field' = an open area of land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fielding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field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 area of land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field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'field'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'field' = an open area of land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fielding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field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 area of land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field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'field'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'field' = an open area of land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'field'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'field' = an open area of land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field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" y="24414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2807208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fielding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'field' — Teaching Deck</dc:title>
  <dc:subject>PptxGenJS Presentation</dc:subject>
  <dc:creator>Word Labs</dc:creator>
  <cp:lastModifiedBy>Word Labs</cp:lastModifiedBy>
  <cp:revision>1</cp:revision>
  <dcterms:created xsi:type="dcterms:W3CDTF">2026-10-22T10:14:35Z</dcterms:created>
  <dcterms:modified xsi:type="dcterms:W3CDTF">2026-10-22T10:14:35Z</dcterms:modified>
</cp:coreProperties>
</file>