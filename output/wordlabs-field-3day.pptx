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'field'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 land, area of activity"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feld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'field' — open land, area of activity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'field' means 'open land, area of activity'.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'field'.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'field'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'field'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'field' means 'open land, area of activity'.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'field'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'field'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'field' comes from the Latin word for water.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An airfield is an open area where aeroplanes can land.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cornfield is a building where corn is stored after harvest.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Fieldwork means doing research or study out in the real world.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fielder is a player who stands in the field during a game.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'field'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land, area of activity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feld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outfield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minefield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cornfield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oilfield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airfield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fieldwork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'field'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-work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outfield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outfield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 part of a playing area, especially in cricket or baseball, far from the centre.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piece of land where corn or wheat is grown.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minefield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full of hidden dangers, or a place where explosive mines are buried underground.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cornfield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land or sea where oil is found underground and pumped out.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oilfield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or research done outside in the real world, not in a classroom or lab.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airfield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open area where small aeroplanes can land and take off.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fieldwork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player who stands in the field and tries to catch or stop the ball.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'field'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'field'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fielder ran quickly to catch the ball before it hit the ground.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went on a fieldwork trip to study the plants growing near the river.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airfield had long grass growing across its runway because no planes had landed there for years.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fielder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sprinted across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outfield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take an amazing catch.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outfield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 or area of play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 or area of play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 or area of play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 or area of play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 or area of play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 or area of play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fieldwork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students visited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cornfield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then explored a muddy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minefield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puddles!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fieldwork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cornfield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minefield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 or area of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or labour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 or area of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or labour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 or area of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or labour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 of grain crop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 or area of activity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 of grain crop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 or area of activity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 of grain crop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 or area of activity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minefield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minefield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underground source or hidden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 or area of activity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minefield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underground source or hidden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 or area of activity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minefield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underground source or hidden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 or area of activity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open land, area of activity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-work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outfield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minefield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cornfield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oilfield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airfield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fieldwork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'field' — 3-Day Teaching Deck</dc:title>
  <dc:subject>PptxGenJS Presentation</dc:subject>
  <dc:creator>Word Labs</dc:creator>
  <cp:lastModifiedBy>Word Labs</cp:lastModifiedBy>
  <cp:revision>1</cp:revision>
  <dcterms:created xsi:type="dcterms:W3CDTF">2026-07-03T09:12:09Z</dcterms:created>
  <dcterms:modified xsi:type="dcterms:W3CDTF">2026-07-03T09:12:09Z</dcterms:modified>
</cp:coreProperties>
</file>