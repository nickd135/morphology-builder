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'field'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open area of land"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'field' — an open area of land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'field' means 'an open area of land'.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'field'.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'field'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'field'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'field' means 'an open area of land'.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'field'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'field'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'fields' means 'several tall buildings'.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'field' means 'an open area of land'.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'field' means 'a tall building in a city'.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'field' means 'an open area of land, often used for farming or sport'.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'fields' means 'more than one open area of land'.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'field'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open area of land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'field'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508760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508760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87168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834640" y="28072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834640" y="28072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251960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599432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99432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23560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035040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0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'field'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'field'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cows grazed peacefully in the field.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owns several fields of wheat.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fielding brilliantly, catching every ball hit his 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cows grazed peacefully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owns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wheat.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fielding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brilliantly, catching every ball hit his way.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controlled the ball well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passing it forward.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'field' = an open area of land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'field'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'field'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