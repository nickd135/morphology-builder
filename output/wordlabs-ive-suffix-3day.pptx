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'impressive' really means 'causing admiration because of skill, size, or quality'.
'attractive' really means 'pleasing to look at, or interesting and appealing'.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Dad says he is not overprotective, but he won't let me hold his expensive camera at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For three successive years, our school has won the science fair. This year's innovative entry was a solar-powered model locomotive.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'-ive'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"having quality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'-ive' — having quality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'-ive' means 'having quality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'-ive'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'-ive'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'-ive'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'-ive' means 'having quality of'. In 'active', it is added to 'act'.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'active', the base is 'act' (do).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'impressive', 'im-' means 'in; into'.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'-ive' means 'having quality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'descriptive' means 'giving a detailed description of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'impressive' means 'moving around a lot and full of energy, or currently in operation'.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'productive' means 'getting a lot done or producing good results'.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'attractive' means 'having original ideas and imagination'.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'-ive' means 'having quality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'descriptive' means 'giving a detailed description of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'impressive' means 'moving around a lot and full of energy, or currently in operation'.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'productive' means 'getting a lot done or producing good results'.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'attractive' means 'having original ideas and imagination'.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'-ive'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having quality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'-ive'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56616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58768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858768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22122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2122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pleasing to look at, or interesting and appealing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giving a detailed description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original ideas and imagination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member of your family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getting a lot done or producing good results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causing admiration because of skill, size, or quality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moving around a lot and full of energy, or currently in operation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moving around a lot and full of energy, or currently in operation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having original ideas and imagination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member of your family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attractive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pleasing to look at, or interesting and appealing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causing admiration because of skill, size, or quality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getting a lot done or producing good results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descriptive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giving a detailed description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'-ive'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'-ive'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dog is very active and loves running in the park.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wrote a creative story about a dragon who loved to bake.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aunt is a relative who lives interstate.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says he is not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overprotective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he won't let me hold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camera at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three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successive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years, our school has won the science fair. This year's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innovative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entry was a solar-powered model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locomotive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sub- becomes suc- before 'c'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under; below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go; yield; give 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'-ive'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'-ive' = having quality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inactive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protective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innovative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locomotive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'-ive'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