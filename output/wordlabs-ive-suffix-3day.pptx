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"tending to, having quality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-ivus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'-ive' — tending to, having quality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'-ive' means 'tending to, having quality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'-ive' means 'tending to, having quality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'active', the root is the part before the suffix '-ive'.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'creative'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'active' contains the suffix '-ive'.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'-ive' can turn a verb or noun into an adjective.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'-ive' always means 'not' or 'without'.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Every word ending in the letters 'ive' contains the suffix '-ive'.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'-ive' comes from Latin.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tending to, having quality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-ivus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'-ive'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finds clues to solve mysteries or crimes.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moving, doing things, or full of energy.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well and gets the result you want.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forward or making improvements step by step.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words that paint a clear picture of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large or huge in size.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at making new things or coming up with ideas.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very creative when they designed their posters for the science fair.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medicine was effective at helping people feel better quickly.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active lifestyle, including sport and play, is great for your health.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detective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attentive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searching for clues at the scene.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discover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discover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discover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hold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hold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hold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massive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storm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local community showed a 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response.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body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body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body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891688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or guard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or guard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or guard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'-ive'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tending to,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'-ive'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'-ive' — 3-Day Teaching Deck</dc:title>
  <dc:subject>PptxGenJS Presentation</dc:subject>
  <dc:creator>Word Labs</dc:creator>
  <cp:lastModifiedBy>Word Labs</cp:lastModifiedBy>
  <cp:revision>1</cp:revision>
  <dcterms:created xsi:type="dcterms:W3CDTF">2026-04-10T01:10:38Z</dcterms:created>
  <dcterms:modified xsi:type="dcterms:W3CDTF">2026-04-10T01:10:38Z</dcterms:modified>
</cp:coreProperties>
</file>