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"having quality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'-ive' — having quality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'-ive' means 'having quality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'-ive' means 'having quality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'active', the root is the part before the suffix '-ive'.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'activate'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'active' means 'moving around a lot and full of energy, or currently in operation'.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'ive' means 'having quality of'.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'active' means 'completely still and unmoving'.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'activate' means 'to make something completely silent'.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'activate' means 'to make something start working'.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having quality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activate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inactive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'-ive'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55701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3904488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904488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92861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34009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4009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active or not currently working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around a lot and full of energy, or currently in operation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campaigns strongly for social or political change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people do, especially for pleasure, exercise, or a purpose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original ideas and imagination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an energetic or engaged way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inactive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start working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dog is very active and loves running in the park.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the button to activate the alarm system.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actively encouraged every student to join 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won five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successive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matches. The school introduced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 to teaching maths.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under;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go; yield; give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reflexively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pulled her hand away from the hot stove. He hopes to study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automotive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engineering and design new cars. The gallery held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exhibition of the artist's early work.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automotive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retrospective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reflexively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flex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automotive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automotive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automotive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automotive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backwards; behind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backwards; behind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backwards; behind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watch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'-ive'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'-ive' = having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'-ive'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collect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activate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actively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activist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inactive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'-ive'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