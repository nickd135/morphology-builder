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"tending to, having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'-ive' — tending to, having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'-ive' means 'tending to, having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'-ive' means 'tending to, having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'active', the root is the part before the suffix '-ive'.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'creative'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'-ive' can turn a verb or base word into an adjective.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'-ive' always means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'active' contains the suffix '-ive'.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'-ive' often describe a quality or tendency.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tending to, having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something or someone safe from harm or danger.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energy and always doing things; not sitting still.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works well and gets the job done.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Easily affected by feelings, or quick to notice things around you.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large or heavy in size.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is pleasing to look at or interesting to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making up new ideas or producing art, stories, or inventions.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very creative during the art lesson.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stay active and exercise every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protective case kept her tablet safe when it was dropped.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inventive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solving the tricky mystery.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made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effective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poster about recycling.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produce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produce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produce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23944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thoroughly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thoroughly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thoroughly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'-ive' — 3-Day Teaching Deck</dc:title>
  <dc:subject>PptxGenJS Presentation</dc:subject>
  <dc:creator>Word Labs</dc:creator>
  <cp:lastModifiedBy>Word Labs</cp:lastModifiedBy>
  <cp:revision>1</cp:revision>
  <dcterms:created xsi:type="dcterms:W3CDTF">2026-03-26T07:44:45Z</dcterms:created>
  <dcterms:modified xsi:type="dcterms:W3CDTF">2026-03-26T07:44:45Z</dcterms:modified>
</cp:coreProperties>
</file>