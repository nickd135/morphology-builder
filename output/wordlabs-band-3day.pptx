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</p:sldIdLst>
  <p:notesMasterIdLst>
    <p:notesMasterId r:id="rId3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notesMaster" Target="notesMasters/notesMaster1.xml"/><Relationship Id="rId32" Type="http://schemas.openxmlformats.org/officeDocument/2006/relationships/presProps" Target="presProps.xml"/><Relationship Id="rId33" Type="http://schemas.openxmlformats.org/officeDocument/2006/relationships/viewProps" Target="viewProps.xml"/><Relationship Id="rId34" Type="http://schemas.openxmlformats.org/officeDocument/2006/relationships/theme" Target="theme/theme1.xml"/><Relationship Id="rId3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'band'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"a group; a strip of material"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Core English root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'band' — a group; a strip of material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'band'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'band' = a group; a strip of material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'band' means 'a group; a strip of material'.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'band'.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'band'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'band'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'band'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'band' = a group; a strip of material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'band' means 'a group; a strip of material'.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'band'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'band'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'band'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'band' = a group; a strip of material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'band' means 'a group of musicians, or a thin strip of material'.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'band' means 'a large body of water'.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'band' means 'a group; a strip of material'.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'bands' means 'large bodies of water'.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'bands' means 'groups of musicians, or thin strips of material'.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'band'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'band'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'band' = a group; a strip of material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'band'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 group; a strip of material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Core English root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'band'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'band'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'band' = a group; a strip of material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'band'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contra-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band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365760" y="23500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1508760" y="2350008"/>
            <a:ext cx="1389888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1508760" y="2350008"/>
            <a:ext cx="13898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contra-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2926080" y="23500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3273552" y="2350008"/>
            <a:ext cx="1243584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273552" y="2350008"/>
            <a:ext cx="12435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'band'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4544568" y="23500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4892040" y="2350008"/>
            <a:ext cx="82296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4892040" y="23500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5788152" y="23500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33" name="Shape 31"/>
          <p:cNvSpPr/>
          <p:nvPr/>
        </p:nvSpPr>
        <p:spPr>
          <a:xfrm>
            <a:off x="6199632" y="23500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199632" y="23500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band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'band'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'band'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'band' = a group; a strip of material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'band'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'band'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'band' = a group; a strip of material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'band'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band played their new song at the school concert.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Several bands performed at the music festival over the weekend.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Customs officers found contraband hidden inside the suitcase.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'band'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'band' = a group; a strip of material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'band'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'band' = a group; a strip of material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'band'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'band' = a group; a strip of material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'band'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'band' = a group; a strip of material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band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played their new song at the school concert. Several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bands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performed at the music festival over the weekend. Customs officers found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contraband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hidden inside the suitcase.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band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bands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contraband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'band'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'band' = a group; a strip of material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band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'band'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'band' = a group; a strip of material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band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band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group; a strip of material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2" name="Text 20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6" name="Text 2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'band'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'band' = a group; a strip of material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band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band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group; a strip of material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band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7" name="Text 25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'band'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'band' = a group; a strip of material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band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band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group; a strip of material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band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67004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267004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4123944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123944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5577840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577840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703173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703173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'band'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'band' = a group; a strip of material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bands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'band'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'band' = a group; a strip of material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bands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band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group; a strip of material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'band'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'band' = a group; a strip of material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bands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band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group; a strip of material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bands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0" name="Text 28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'band'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'band' = a group; a strip of material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bands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band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group; a strip of material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bands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24277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4277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72740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72740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'band'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'band' = a group; a strip of material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contraband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'band'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'band' = a group; a strip of material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contraband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contra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against; opposite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band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group; a strip of material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'band'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'band' = a group; a strip of material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contraband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contra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against; opposite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band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group; a strip of material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band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'band'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'band' = a group; a strip of material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contraband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contra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against; opposite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band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group; a strip of material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band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1951828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951828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260520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60520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25858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25858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391196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91196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4565350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4565350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5218730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5218730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587211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587211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652549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52549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717887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717887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7832252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7832252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'band'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'band' = a group; a strip of material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'band'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'band'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'band' = a group; a strip of material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'band'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contra-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band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29</Slides>
  <Notes>29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3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'band' — 3-Day Teaching Deck</dc:title>
  <dc:subject>PptxGenJS Presentation</dc:subject>
  <dc:creator>Word Labs</dc:creator>
  <cp:lastModifiedBy>Word Labs</cp:lastModifiedBy>
  <cp:revision>1</cp:revision>
  <dcterms:created xsi:type="dcterms:W3CDTF">2026-07-07T10:22:42Z</dcterms:created>
  <dcterms:modified xsi:type="dcterms:W3CDTF">2026-07-07T10:22:42Z</dcterms:modified>
</cp:coreProperties>
</file>