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'band'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'armband' really means 'a band worn around the upper arm'.
'disband' really means 'to break up a group so it no longer exists'.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waistband on my new shorts is too tight.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'band'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group; a strip of material"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'band'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'band' — a group; a strip of material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'band' means 'a group; a strip of material' and how it joins other words to make compound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'band'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compound words with 'band' and split them back into the two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'band'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'band' means 'a group; a strip of material'. You can find it in 'headband'.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Compound word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compound word is made by joining two words together. 'headband' joins 'head' and 'band'.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'band' means 'a group; a strip of material'.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'headband' means 'a strip of material worn around the head'.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'armband' means 'to break up a group so it no longer exists'.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'wristband' means 'a band worn around the wrist'.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'disband' means 'a band worn around the upper arm'.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'band' means 'a group; a strip of material'.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'headband' means 'a strip of material worn around the head'.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'armband' means 'to break up a group so it no longer exists'.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'wristband' means 'a band worn around the wrist'.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'disband' means 'a band worn around the upper arm'.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'band'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group; a strip of material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headband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armband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wristband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disband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'band'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armband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band worn around the upper arm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headband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break up a group so it no longer exists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armband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strip of material worn around the head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wristband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group of musicians, or a thin strip of material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disband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band worn around the wrist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group of musicians, or a thin strip of material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headband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strip of material worn around the head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armband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band worn around the upper arm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wristband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band worn around the wrist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disband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break up a group so it no longer exists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'band'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'band'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played their new song at the school concert.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 wore a striped headband to keep her hair back.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captain wore an armband during the match.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waistband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my new shorts is too tight.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waistband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middle part of the body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group; a strip of material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middle part of the body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group; a strip of material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waistband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middle part of the body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group; a strip of material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'band'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'band' = a group; a strip of material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waistband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'band'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