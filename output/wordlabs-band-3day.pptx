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'band'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"strip, tie, or group"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banda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'band' — strip, tie, or group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'band' means 'strip, tie, or group'.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'band'.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'band'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'band'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'band' means 'strip, tie, or group'.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'band'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'band'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'band' comes from the ancient Greek word for music.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'headband' contains the root 'band' meaning a strip or tie.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bandage is a strip of cloth used to wrap around a wound.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'band' can only be used at the beginning of a word, never at the end.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'disbanded' means a group has split up and gone their separate ways.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'band'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strip, tie, or group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banda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abandon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headband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armband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bandwidth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disbanded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'band'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waist-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broad-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of cloth wrapped around a wound to protect it and help it heal.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abandon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stretchy strip worn around your head to keep hair out of your face.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headband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information that can be sent through an internet connection at one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armband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Outlaws or robbers who attack and steal from people, often in a group.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bandwidth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worn around your upper arm, often as a badge or swimming float.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group of people broke up and stopped working or playing together.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disbanded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something or someone behind completely and not return.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'band'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'band'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band practised their song every afternoon before the big concert on Friday.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wrapped a bandage around her sore wrist after she fell off her bike at the park.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at school uses broadband so that all students can stream videos at the same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applied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bandage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carefully, while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disbanded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packed up their equipment.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disbanded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disbanded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disbanded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disbanded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disbanded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headband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parade, where the marching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played; afterwards,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armbands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given to all the swimmers.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headband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armbands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or strip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or strip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or strip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armbands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armbands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limb of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armbands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limb of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armbands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limb of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strip, tie, or group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waist-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broad-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abandon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headband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armband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bandwidth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disbanded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broadband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'band' — 3-Day Teaching Deck</dc:title>
  <dc:subject>PptxGenJS Presentation</dc:subject>
  <dc:creator>Word Labs</dc:creator>
  <cp:lastModifiedBy>Word Labs</cp:lastModifiedBy>
  <cp:revision>1</cp:revision>
  <dcterms:created xsi:type="dcterms:W3CDTF">2026-07-03T09:26:03Z</dcterms:created>
  <dcterms:modified xsi:type="dcterms:W3CDTF">2026-07-03T09:26:03Z</dcterms:modified>
</cp:coreProperties>
</file>