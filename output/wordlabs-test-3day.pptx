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'test'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'test' really means 'to check or try out'.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did a pretest before starting our new maths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'test'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check or try out"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'test'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'test' — to check or try 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'test' means 'to check or try out'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'test'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'test'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'test'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'test' means 'to check or try out'. You can find it in 'tester'.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'retest',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'tester', '-er'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'test' means 'to check or try out'.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'retest' means 'to test something or someone again'.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'tester' means 'a person or device that checks or tries something 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'test'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'test' means 'to check or try out'.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'retest' means 'to test something or someone again'.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'tester' means 'a person or device that checks or tries something 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'test'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'test'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check or try out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'test'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6090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6090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88620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test something or someone again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set of questions or activities used to check someone's knowledge or a thing's quality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device that checks or tries something out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set of questions or activities used to check someone's knowledge or a thing's quality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or device that checks or tries something 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test something or someone again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'test'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'test'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spelling test on Friday.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tester tried out ten different pens before choosing the best one.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will retest the sample to confirm the results.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pretest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starting our new maths unit.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or try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or try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or try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'test' = to check or try out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'test'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