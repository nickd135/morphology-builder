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try, examine, witness"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testis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'test' — to try, examine, witness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'test' means 'to try, examine, witness'.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'test' means 'to try, examine, witness'.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'test' comes from Latin and relates to witnessing or trying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'detest' means to enjoy something very much.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contestant is a person who takes part in a contest.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'protest' contains the root 'test'.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'de-' in 'detest'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try, examine, witness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testis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questions or tasks used to find out what someone knows or can do.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that you strongly disagree with something, often by speaking out or marching.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checking or examining something to see how well it works.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show that something is true or real.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dislike something very strongly; to hate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shows clear proof or evidence that something is true.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competition where people try to win by being the best at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ran a series of tests to find out which material was the strongest.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decided to protest against the new school rule by writing a letter to the principal.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three competitions in a row is a true testament to how hard she has trained.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contestant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nervous, but her performance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testament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months of hard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means of an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means of an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means of an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her results were real, which was a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honesty.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try, witness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'test' = to try, examine, witness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attest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testament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'test' — 3-Day Teaching Deck</dc:title>
  <dc:subject>PptxGenJS Presentation</dc:subject>
  <dc:creator>Word Labs</dc:creator>
  <cp:lastModifiedBy>Word Labs</cp:lastModifiedBy>
  <cp:revision>1</cp:revision>
  <dcterms:created xsi:type="dcterms:W3CDTF">2026-04-03T03:28:00Z</dcterms:created>
  <dcterms:modified xsi:type="dcterms:W3CDTF">2026-04-03T03:28:00Z</dcterms:modified>
</cp:coreProperties>
</file>