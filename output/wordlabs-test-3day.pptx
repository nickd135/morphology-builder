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'test'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try, examine, witness"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testis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'test' — to try, examine, witness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'test' = to try, examine, witness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'test' means 'to try, examine, witness'.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'test'.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'test'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'test'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'test' = to try, examine, witness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'test' means 'to try, examine, witness'.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'test'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'test'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'test' = to try, examine, witness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'test' is found in the word 'festival'.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'detest' means to love something deeply.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 contestant is someone who takes part in a competition.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prefix 'pro' can combine with 'test' to make the word 'protest'.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'test' comes from a Latin word.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'test'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'test' = to try, examine, witness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'test'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try, examine, witness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testis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contest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protest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attest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testing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tested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contestant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'test'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'test' = to try, examine, witness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'test'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-ify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'test'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0565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53128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53128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4924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6072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6072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contest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'test'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'test' = to try, examine, witness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contest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competition where people try to win against each other.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protest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say or show that something is true or real.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attest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tool that checks whether something works properly.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testing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Checking or trying something out to see if it works or what it is like.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tested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has already been checked or examined.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tester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takes part in a competition or quiz.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contestant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people show they strongly disagree with something by speaking out or marching.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'test'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'test' = to try, examine, witness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'test'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students had to contest the answer they believed was wrong in the science quiz.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 group gathered outside the town hall to protest against the new road being built through the park.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tester carefully checked every part of the machine before it was sent to the shop.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'test' = to try, examine, witness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'test' = to try, examine, witness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contestant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detest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giving up, so she kept trying until she won the contest.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contestant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detest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'test' = to try, examine, witness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contestant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'test' = to try, examine, witness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contestant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try, examine, witness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'test' = to try, examine, witness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contestant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try, examine, witness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'test' = to try, examine, witness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contestant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try, examine, witness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1951828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'test' = to try, examine, witness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'test' = to try, examine, witness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 from, against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try, examine, witness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'test' = to try, examine, witness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 from, against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try, examine, witness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'test' = to try, examine, witness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 from, against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try, examine, witness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'test' = to try, examine, witness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'test' = to try, examine, witness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protesting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result,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tester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confirmed that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contest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had been conducted fairly.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protesting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tester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contest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'test' = to try, examine, witness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protesting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'test' = to try, examine, witness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protesting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forward, in favour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try, examine, witness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'test' = to try, examine, witness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protesting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forward, in favour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try, examine, witness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'test' = to try, examine, witness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protesting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forward, in favour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try, examine, witness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'test' = to try, examine, witness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'test' = to try, examine, witness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try, examine, witness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'test' = to try, examine, witness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try, examine, witness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'test' = to try, examine, witness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try, examine, witness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'test' = to try, examine, witness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'test' = to try, examine, witness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try, examine, witness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'test' = to try, examine, witness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try, examine, witness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'test' = to try, examine, witness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try, examine, witness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12483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'test' = to try, examine, witness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'test'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'test' = to try, examine, witness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'test'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-ify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contest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protest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attest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testing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tested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tester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contestant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detest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'test' — 3-Day Teaching Deck</dc:title>
  <dc:subject>PptxGenJS Presentation</dc:subject>
  <dc:creator>Word Labs</dc:creator>
  <cp:lastModifiedBy>Word Labs</cp:lastModifiedBy>
  <cp:revision>1</cp:revision>
  <dcterms:created xsi:type="dcterms:W3CDTF">2026-04-10T00:52:46Z</dcterms:created>
  <dcterms:modified xsi:type="dcterms:W3CDTF">2026-04-10T00:52:46Z</dcterms:modified>
</cp:coreProperties>
</file>