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check or try 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'test' — to check or try 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'test' means 'to check or try 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'test' means 'to check or try 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'tests' means 'sets of questions or activities used to check knowledge, or the act of trying something 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'test' means 'to check or try 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'tests' means 'small metal tools used for cutting'.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'test' means 'a type of soup served hot'.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'test' means 'a set of questions or activities used to check someone's knowledge or a thing's quality'.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check or try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questions or activities used to check someone's knowledge or a thing's quality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something or someone again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given before something to check what is already known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or tried out to see how well something works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device that checks or tries something out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devices that check or try things 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questions or activities used to check knowledge, or the act of trying something out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spelling test on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has three tests this week: maths, spelling, and science.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will retest the sample to confirm the results.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election result was closely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both candidates. Her family attends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church every Sunday.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Protesters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outside the building holding signs. The lawyer asked the witness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testify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what she had seen. The witness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testified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she saw the car speeding through the red 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testified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check or try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check or try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retest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'test'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