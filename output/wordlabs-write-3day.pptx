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'write'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"put words on a page"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'write' — put words on a page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'write' means 'put words on a page'.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'write'.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'write'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'write'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'write' means 'put words on a page'.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'write'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'write'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'write' means 'to sing a song very loudly'.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'write' means 'to put words on paper using a pen or pencil'.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'write' means 'put words on a page'.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'writer' means 'a person who writes books, stories or articles'.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'writer' means 'a person who paints pictures for a living'.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'write'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 words on a page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'write'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08760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508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63347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980944" y="32644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980944" y="32644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398264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745736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745736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641848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053328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53328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words on paper; does the action of writing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something again, usually to make it better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writes books, stories or articles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of putting words on paper, or words that have been written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on paper using a pen or pencil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writes books or articles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'write'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'write'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write your name at the top of the page.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writer spent five years finishing her novel.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writes a letter to her grandmother every month.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he makes a mistake, 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rewrites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sentence. The museum displayed the author's early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writings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Rewriting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story took her three tries to get right. Be careful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overwrite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file before saving a backup copy. The bank is responsible for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loan for the new business.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put words on a page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'write'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