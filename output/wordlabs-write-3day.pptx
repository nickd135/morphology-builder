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'write'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form letters or words"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scribere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'write' — to form letters or words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to form letters or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'write' means 'to form letters or words'.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'write'.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'write'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'write'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to form letters or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'write' means 'to form letters or words'.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'write'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'write'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to form letters or words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 'writer' is a person who writes.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'rewrite' means to write something for the very first time.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'written' contains the root 'write'.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ghostwriter writes secretly on behalf of someone else.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'over' in 'overwrite' means beneath or below.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'write'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to form letters or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form letters or words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scribere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rewrite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written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overwrite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underwrite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handwriting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'write'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to form letters or words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-ten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ghost-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-tten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hand-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-up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6752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7900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7900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to form letters or words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activity of forming words on paper or a screen.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rewrite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has already been put into words on paper.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way a person forms letters when writing by hand.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written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agree to pay for or support something officially.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overwrite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writes stories, books, or articles.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underwrite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 over something that already exists, replacing it.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handwriting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 something again, usually to make it better.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'write'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to form letters or words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'write'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young writer spent all afternoon working on her adventure story.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asked us to rewrite our paragraphs after checking our drafts.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handwriting is important when filling in forms or writing cards.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to form letters or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to form letters or words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ghostwriter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helped the famous author, and together they produced a beautifully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written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novel.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ghostwriter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written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to form letters or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ghostwriter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to form letters or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ghostwriter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ghost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or invisible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form letters or words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to form letters or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ghostwriter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ghost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or invisible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form letters or words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ghost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to form letters or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ghostwriter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ghost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or invisible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form letters or words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ghost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gh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951330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/g/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to form letters or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written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to form letters or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written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form letters or words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'i' replaces 'i-e' pattern; 'tt' doubles before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participle suffix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to form letters or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written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form letters or words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'i' replaces 'i-e' pattern; 'tt' doubles before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participle suffix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to form letters or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written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form letters or words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'i' replaces 'i-e' pattern; 'tt' doubles before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participle suffix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to form letters or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to form letters or words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underwriter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carefully reviewed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rewrite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the ghostwriter's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handwriting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almost impossible to read!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underwriter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rewrite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handwriting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to form letters or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underwriter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to form letters or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underwriter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or supporting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form letters or words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to form letters or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underwriter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or supporting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form letters or words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to form letters or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underwriter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or supporting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form letters or words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to form letters or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rewrite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to form letters or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rewrite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form letters or words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to form letters or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rewrite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form letters or words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to form letters or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rewrite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form letters or words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to form letters or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handwriting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to form letters or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handwriting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 of the body used to write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form letters or words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to form letters or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handwriting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 of the body used to write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form letters or words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hand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to form letters or words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handwriting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 of the body used to write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form letters or words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hand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to form letters or words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'write' = to form letters or words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'write'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-ten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ghost-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-tten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hand-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-up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rewrite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written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overwrite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underwrite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handwriting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ghostwriter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'write' — 3-Day Teaching Deck</dc:title>
  <dc:subject>PptxGenJS Presentation</dc:subject>
  <dc:creator>Word Labs</dc:creator>
  <cp:lastModifiedBy>Word Labs</cp:lastModifiedBy>
  <cp:revision>1</cp:revision>
  <dcterms:created xsi:type="dcterms:W3CDTF">2026-03-25T03:29:02Z</dcterms:created>
  <dcterms:modified xsi:type="dcterms:W3CDTF">2026-03-25T03:29:02Z</dcterms:modified>
</cp:coreProperties>
</file>