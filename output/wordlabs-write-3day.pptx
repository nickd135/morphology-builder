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'write'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form letters or words"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'write' — to form letters or words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'write' means 'to form letters or words'.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'write'.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'write'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'write'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'write' means 'to form letters or words'.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'write'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'write'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'-er' in 'writer' means 'before'.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'write' comes from the Greek word for 'speak'.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'rewrite' means to write something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typewriter is a machine used for putting letters onto paper.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'handwriting' contains the root 'write'.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'write'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form letters or words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'write'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of forming words on paper or a screen.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put into words on paper.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with keys used to print letters onto paper.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over something that was already there, replacing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writes stories, books, or articles.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person forms letters when writing by hand.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something again, usually to make it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'write'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'write'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writer spent all afternoon working on her adventure story.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rewrite our paragraphs after checking our drafts.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handwriting is still an important skill, even when we use computers.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writer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introduction, because she wanted it to sound more exciting.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67004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handwriting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so neat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typewriter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copy looked almost the same; she had clearly spent time 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written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or sort; to press keys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 that does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or sort; to press keys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 that does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or sort; to press keys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change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 that does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changed, 't' doubled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or completed (past participle)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changed, 't' doubled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or completed (past participle)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changed, 't' doubled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or completed (past participle)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typewriter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'write' — 3-Day Teaching Deck</dc:title>
  <dc:subject>PptxGenJS Presentation</dc:subject>
  <dc:creator>Word Labs</dc:creator>
  <cp:lastModifiedBy>Word Labs</cp:lastModifiedBy>
  <cp:revision>1</cp:revision>
  <dcterms:created xsi:type="dcterms:W3CDTF">2026-04-09T22:17:18Z</dcterms:created>
  <dcterms:modified xsi:type="dcterms:W3CDTF">2026-04-09T22:17:18Z</dcterms:modified>
</cp:coreProperties>
</file>