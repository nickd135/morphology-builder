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4 word families with 'write'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'write' really means 'put words on a page'.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Save your story with a new name so you don't overwrite your first draft.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'write'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"put words on a page"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4 word families with 'write'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'write' — put words on a page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'write' means 'put words on a page'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'write'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'write'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'write'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'write' means 'put words on a page'. You can find it in 'writer'.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'rewrite', 're-' means 'again'.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'writer', '-er' means 'person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'write' means 'put words on a page'.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'writer' means 'a person who writes books, stories or articles'.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'rewrite' means 'to write something again, usually to make it better'.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'write'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'write' means 'put words on a page'.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'writer' means 'a person who writes books, stories or articles'.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'rewrite' means 'to write something again, usually to make it better'.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'write'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'write'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put words on a page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'write'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3113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523744" y="2569464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23744" y="2569464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1188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023360" y="2569464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5694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write something again, usually to make it better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put words on paper using a pen or pencil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person who writes books, stories or articles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put words on paper using a pen or pencil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who writes books, stories or articles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rewrite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write something again, usually to make it better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'write'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'write'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write your name at the top of the page.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writer spent five years finishing her novel.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asked him to rewrite his messy paragraph.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story with a new name so you don't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overwrite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first draft.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overwrite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overwrite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overwrite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words on a page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overwrite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words on a page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overwrite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top of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words on a page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'write'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'write' = put words on a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overwrite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'write'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