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'resign' really means 'to formally give up a job or position'.
'signage' really means 'signs collectively, especially ones giving directions or information in a public place'.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coach will assign each player a position and blow the whistle as a signal to start.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signature on the class agreement will signify that we understand the significance of each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'sign'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"mark; signal"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'sign' — mark; signal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'sign' means 'mark; signal'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'sign'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'sign'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'sign'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'sign' means 'mark; signal'. You can find it in 'design'.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'design', 'de-' means 'undo; remove; down'.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'signage', '-age' means 'result of; state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'sign' means 'mark; signal'.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'unsigned' means 'not signed; without a signature'.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'resign' means 'a plan or drawing showing how something will be made or how it looks'.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'design' means 'a plan or drawing showing how something will be made or how it looks'.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'signage' means 'to formally give up a job or position'.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'sign' means 'mark; signal'.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'unsigned' means 'not signed; without a signature'.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'resign' means 'a plan or drawing showing how something will be made or how it looks'.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'design' means 'a plan or drawing showing how something will be made or how it looks'.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'signage' means 'to formally give up a job or position'.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'sign'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mark; signal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resign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signage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unsigned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'sign'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-age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6300" y="3236976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-ify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3236976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2523744" y="3776472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523744" y="3776472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42900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72160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72160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453542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4946904" y="3776472"/>
            <a:ext cx="1700784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46904" y="3776472"/>
            <a:ext cx="17007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unsigned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signs collectively, especially ones giving directions or information in a public place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notice or symbol that gives information, or to write your name on a document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signed; without a signature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plan or drawing showing how something will be made or how it looks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unsigned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formally give up a job or position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notice or symbol that gives information, or to write your name on a document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plan or drawing showing how something will be made or how it looks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resign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formally give up a job or position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signs collectively, especially ones giving directions or information in a public place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unsigned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signed; without a signature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'sign'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'sign'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at the entrance said 'No Entry'.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 drew up a design for the new library.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decided to resign after fifteen years in the job.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each player a position and blow the whistle as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start.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as- before 's'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as- before 's'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ad- becomes as- before 's'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towards; 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7004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004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123944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23944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77840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03173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3173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gn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the class agreement will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signify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we understand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each rule.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significance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mark; signal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cance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'sign'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'sign' = mark; signal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2603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2603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2603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603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1911096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6300" y="2240280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-age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6300" y="2569464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-al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6300" y="2898648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-ify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46570" y="1581912"/>
            <a:ext cx="193167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846570" y="1911096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846570" y="2240280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46570" y="2569464"/>
            <a:ext cx="193167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46570" y="2898648"/>
            <a:ext cx="193167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designate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18304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18304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894576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94576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signature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65760" y="412394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65760" y="41239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signify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'sign'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