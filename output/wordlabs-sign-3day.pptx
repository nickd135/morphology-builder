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'sign'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"mark; signal"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'sign' — mark; signal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'sign' means 'mark; signal'.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'sign'.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'sign'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'sign'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'sign' means 'mark; signal'.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'sign'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'sign'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'signs' means 'loud noises that warn people of danger'.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'sign' means 'mark; signal'.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'sign' means 'a loud noise made by an animal'.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'signs' means 'boards or notices that give information or instructions'.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'sign' means 'a notice or symbol that gives information, or to write your name on a document'.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'sign'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mark; signal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'sign'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706624" y="4636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706624" y="4636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97764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2511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32511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22122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63270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3270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your name on something, or gave a sign or gesture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formally give up a job or position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or drawing showing how something will be made or how it looks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sound, gesture, or sign that gives information or a message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a task or job to someone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notice or symbol that gives information, or to write your name on a document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boards or notices that give information or instructions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'sign'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'sign'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at the entrance said 'No Entry'.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were road signs warning drivers to slow down.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will assign homework for the weekend.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agreement without saying a word. A red traffic light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drivers must stop.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nodded,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signifying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answer was correct. Winning the competition was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moment for the whole team.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discovery was explained by the scientist.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signifying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significance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mark; signal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nif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'sign' = mark; signal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'sign'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assign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resign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signal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'sign'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