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'sign'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"mark, symbol, indicate"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signum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'sign' — mark, symbol, indicate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indicate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'sign' means 'mark, symbol, indicate'.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'sign'.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'sign'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'sign'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indicate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'sign' means 'mark, symbol, indicate'.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'sign'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'sign'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indicate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'sign' comes from the Latin word 'signum', meaning mark or symbol.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'signal' does not contain the root 'sign'.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signature is connected to the root 'sign' because it is a personal mark or symbol.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're-' in 'resign' means to do something again or back.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'sign' comes from a Greek word meaning to write.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'sign'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indicate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mark, symbol, indicate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signum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signal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signature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assignment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resign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consign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designate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'sign'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indicate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-ature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signal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indicate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officially choose someone or something for a particular purpose.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signature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up a job or position by telling others you are leaving.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assignment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plan or drawing that shows how something will look or be made.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send or hand something over to someone else for them to keep or sell.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resign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task or piece of work that a teacher gives you to complete.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consign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sign or action used to send a message, like a traffic light changing colour.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designate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special way you write your own name to show something is from you.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'sign'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indicate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'sign'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handed out the assignment and asked students to complete it by Friday.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artist spent hours working on the design for the school mural.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flashing signal warned drivers that the road ahead was closed.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indicate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indicate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designer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used a special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signature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mark all of her artwork.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signature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indicate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indicate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away,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mark, symbol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indicate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away,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mark, symbol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indicate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away,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mark, symbol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igh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370141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/ī/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indicate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signature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indicate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signature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mark, symbol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indicate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signature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mark, symbol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indicate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signature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mark, symbol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indicate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indicate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receiving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assignment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Maya began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redesign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poster, adding a bold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signal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top.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assignment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redesign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indicate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assignment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indicate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assignment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as before 's'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mark, symbol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action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indicate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assignment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as before 's'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mark, symbol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action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indicate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assignment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as before 's'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mark, symbol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action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28315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igh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/ī/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indicate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redesign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indicate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redesign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away, from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mark, symbol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indicate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redesign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away, from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mark, symbol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indicate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redesign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away, from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mark, symbol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igh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/ī/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indicate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indicate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mark, symbol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indicate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mark, symbol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indicate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mark, symbol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indicate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indicate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-ature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signal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signature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assignment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resign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consign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designate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insignia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'sign' — 3-Day Teaching Deck</dc:title>
  <dc:subject>PptxGenJS Presentation</dc:subject>
  <dc:creator>Word Labs</dc:creator>
  <cp:lastModifiedBy>Word Labs</cp:lastModifiedBy>
  <cp:revision>1</cp:revision>
  <dcterms:created xsi:type="dcterms:W3CDTF">2026-03-25T03:54:50Z</dcterms:created>
  <dcterms:modified xsi:type="dcterms:W3CDTF">2026-03-25T03:54:50Z</dcterms:modified>
</cp:coreProperties>
</file>