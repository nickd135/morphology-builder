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'sign'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"mark, symbol, or signal"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signum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'sign' — mark, symbol, or signal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'sign' means 'mark, symbol, or signal'.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'sign'.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'sign'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'sign'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'sign' means 'mark, symbol, or signal'.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'sign'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'sign'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'sign' comes from a Latin word meaning mark or symbol.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'signal' does not contain the root 'sign'.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You can add the prefix 're' to 'sign' to make the word 'resign'.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'signature' is connected to the idea of making a personal mark.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'sign' originally came from a Greek word meaning to write.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'sign'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mark, symbol, or signal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signum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'sign'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choose or mark something for a special purpose.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quit or leave a job or position.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particular job or task to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important or has great meaning.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or drawing that shows how something will be made or look.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or movement that sends a message to someone.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way you write your own name to show something is from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'sign'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'sign'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assign each student a different topic to research for the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sign showed that we were only five kilometres from the city.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signature on the painting showed that she was proud of her artwork.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 logo for the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or causing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or causing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or causing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or having a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resigned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council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reassign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project and create a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reassign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or symbol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act of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mark, symbol, or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signature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consign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'sign' — 3-Day Teaching Deck</dc:title>
  <dc:subject>PptxGenJS Presentation</dc:subject>
  <dc:creator>Word Labs</dc:creator>
  <cp:lastModifiedBy>Word Labs</cp:lastModifiedBy>
  <cp:revision>1</cp:revision>
  <dcterms:created xsi:type="dcterms:W3CDTF">2026-04-10T00:29:26Z</dcterms:created>
  <dcterms:modified xsi:type="dcterms:W3CDTF">2026-04-10T00:29:26Z</dcterms:modified>
</cp:coreProperties>
</file>