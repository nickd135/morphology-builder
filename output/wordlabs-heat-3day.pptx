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'heat'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"warmth or high temperature"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calor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'heat' — warmth or high temperature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 or high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'heat' means 'warmth or high temperature'.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'heat'.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'heat'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'heat'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 or high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'heat' means 'warmth or high temperature'.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'heat'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'heat'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 or high temperature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're' in 'reheated' means before.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heatwave is a type of ocean wave caused by warm water.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'heat' can be found in the word 'overheated'.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Heatstroke is a condition that can happen in very hot weather.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'preheat' means to heat something before use.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'heat'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 or high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warmth or high temperature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calor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heated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overheated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reheated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preheat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heatwave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'heat'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 or high temperature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-wave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-stroke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heated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 or high temperature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food or liquid has been warmed up again after going cold.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making something warm, like the heating system in a building.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heat something like an oven before you start cooking.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overheated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has become too hot, like a car engine that gets too warm.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reheated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warm or hot, or used to describe an argument that became very intense.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preheat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long stretch of unusually hot weather that can last for days or weeks.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heatwave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machine or device used to make a room or water warm.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'heat'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 or high temperature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'heat'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to preheat the oven to 180 degrees before you put the cake inside.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playing sport in the sun all afternoon, the coach warned the students about the dangers of heatstroke.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mechanic said the car had overheated because it did not have enough water in the engine.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 or high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 or high temperature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sure you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preheat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oven, because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reheated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pizza always tastes better when it is properly warmed through.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preheat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reheated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 or high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preheat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 or high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preheat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 or high temperature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 or high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preheat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 or high temperature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 or high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preheat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 or high temperature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 or high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reheated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 or high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reheated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 or high temperature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 or high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reheated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 or high temperature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 or high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reheated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 or high temperature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 or high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 or high temperature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heatwave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overheated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swimmer drank lots of water, because her coach was worried about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heatstroke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heatwave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overheated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heatstroke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 or high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heatwave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 or high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heatwave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 or high temperature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moving swell or surge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 or high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heatwave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 or high temperature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moving swell or surge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 or high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heatwave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 or high temperature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moving swell or surge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 or high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overheated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 or high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overheated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 or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 or high temperature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 or high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overheated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 or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 or high temperature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 or high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overheated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 or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 or high temperature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 or high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heatstroke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 or high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heatstroke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 or high temperature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sudden blow or attack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 or high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heatstroke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 or high temperature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sudden blow or attack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stroke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 or high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heatstroke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 or high temperature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sudden blow or attack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stroke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 or high temperature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 or high temperature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-wave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-stroke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heated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heater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overheated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reheated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preheat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heatwave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heatstroke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'heat' — 3-Day Teaching Deck</dc:title>
  <dc:subject>PptxGenJS Presentation</dc:subject>
  <dc:creator>Word Labs</dc:creator>
  <cp:lastModifiedBy>Word Labs</cp:lastModifiedBy>
  <cp:revision>1</cp:revision>
  <dcterms:created xsi:type="dcterms:W3CDTF">2026-04-10T00:45:38Z</dcterms:created>
  <dcterms:modified xsi:type="dcterms:W3CDTF">2026-04-10T00:45:38Z</dcterms:modified>
</cp:coreProperties>
</file>