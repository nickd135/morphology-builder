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"warmth; to make warm"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'heat' — warmth; to make warm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'heat' means 'warmth; to make warm'.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'heat' means 'warmth; to make warm'.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'heat' means 'the quality of being hot; warmth'.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'heat' means 'warmth; to make warm'.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'heats' means 'makes something warm (present tense)'.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'heat' means 'a feeling of great sadness'.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'heats' means 'cuts something into pieces'.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warmth; to make warm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980944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980944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food again after it has gone cold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warm or hot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device that makes a place warm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makes a place or thing warm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hot; warmth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something warm, or a system that warms a building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something warm (present tense)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from the fire warmed the whole 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heats the sand until it is too hot to walk 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soup was heated on the stove before dinner.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leftovers is a great way to avoid wasting food.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Preheating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oven usually takes about ten minutes.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computers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overheat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they are used for too long without a break.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overheated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 began to smoke on the motorway. The old car's engine started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overheating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motorway.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warmth; to make warm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warmth; to make warm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'heat'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