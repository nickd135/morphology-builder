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'heat'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'overheat' really means 'to become too hot, or to make something become too hot'.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Mum will reheat the leftover pumpkin soup for lunch.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'heat'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"warmth; to make warm"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'heat'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'heat' — warmth; to make warm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'heat' means 'warmth; to make warm'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'heat'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'heat'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'heat'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'heat' means 'warmth; to make warm'. You can find it in 'heater'.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'preheat', 'pre-' means 'before'.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'heater',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'heat' means 'warmth; to make warm'.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'preheat' means 'to heat something, like an oven, before using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'overheat' means 'a device that makes a place or thing warm'.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'heater' means 'a device that makes a place or thing warm'.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'heat' means 'warmth; to make warm'.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'preheat' means 'to heat something, like an oven, before using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'overheat' means 'a device that makes a place or thing warm'.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'heater' means 'a device that makes a place or thing warm'.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'heat'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warmth; to make warm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'heat'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become too hot, or to make something become too hot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quality of being hot; warmth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device that makes a place or thing warm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heat something, like an oven, before using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being hot; warmth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device that makes a place or thing warm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heat something, like an oven, before using 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become too hot, or to make something become too hot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'heat'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'heat'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from the fire warmed the whole room.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turned on the heater to warm up the cold room.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 the oven to 200 degrees before baking the cake.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reheat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leftover pumpkin soup for lunch.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warmth; to make warm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warmth; to make warm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warmth; to make warm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'heat' = warmth; to make warm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'heat'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