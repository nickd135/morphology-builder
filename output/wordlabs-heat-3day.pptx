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"warmth, high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calor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'heat' — warmth, high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'heat' means 'warmth, high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'heat' means 'warmth, high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'reheat' means to make something hot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'heater' means a type of cold weather.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heatwave is a long period of very hot weather.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Heatstroke is a serious condition caused by the body overheating.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'pre' in 'preheat' means after.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warmth, high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calor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-stroke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hot again, like reheating leftovers in the microwave.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or device that makes a room or space warm.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stretch of very hot weather, usually lasting several days.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too hot, like when a car engine gets too hot and stops working.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warm or hot, or used to describe an angry argument.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serious illness caused by your body getting too hot in the sun.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warm, like a heater in your home.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preheat the oven to 180 degrees before you put the cake batter 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 warned us that the car engine might overheat on a long drive in summer.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heatwave, our teacher let us sit in the shade and drink plenty of water.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asked me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reheat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soup because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kitchen had broken down.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heatwave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 used a fan instead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preheating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room, because 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broken.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surge or stretch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surge or stretch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surge or stretch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high temperature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'heat' = warmth, high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-stroke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overheat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reheat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heatwave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heatstroke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'heat' — 3-Day Teaching Deck</dc:title>
  <dc:subject>PptxGenJS Presentation</dc:subject>
  <dc:creator>Word Labs</dc:creator>
  <cp:lastModifiedBy>Word Labs</cp:lastModifiedBy>
  <cp:revision>1</cp:revision>
  <dcterms:created xsi:type="dcterms:W3CDTF">2026-04-03T03:26:18Z</dcterms:created>
  <dcterms:modified xsi:type="dcterms:W3CDTF">2026-04-03T03:26:18Z</dcterms:modified>
</cp:coreProperties>
</file>