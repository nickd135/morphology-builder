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'structure'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"build, arrange, put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structura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'structure' — build, arrange, put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'structure' means 'build, arrange, put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'structure'.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'structure'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'structure'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'structure' means 'build, arrange, put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'structure'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'structure'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'structure' comes from Latin and means to build or arrange.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'infrastructure' has nothing to do with the root 'structure'.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'structural' problem in a building means there is an issue with the way it is built.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'restructure'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'structured' means something has no plan or organisation at all.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'structure'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build, arrange, put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structura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unstructured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'structure'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organised in a set plan; free to do as you like.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way something is built or put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apart the organisation or arrangement of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in a clear and planned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systems a place needs to work, like roads, bridges, and pipes.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organised, like the frame of a building.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unstructured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the way something is organised or arranged.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'structure'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'structure'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checked the structural design of the new bridge before construction began.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unstructured time in the library to read or draw whatever we liked.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needed to restructure the local bus timetable so more people could get to school on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voted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town's ageing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winter arrived.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 explained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strong, and any plan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upper floors would take months.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'structure' = build, arrange,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'structure'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restructure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unstructured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substructure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'structure' — 3-Day Teaching Deck</dc:title>
  <dc:subject>PptxGenJS Presentation</dc:subject>
  <dc:creator>Word Labs</dc:creator>
  <cp:lastModifiedBy>Word Labs</cp:lastModifiedBy>
  <cp:revision>1</cp:revision>
  <dcterms:created xsi:type="dcterms:W3CDTF">2026-03-25T03:26:23Z</dcterms:created>
  <dcterms:modified xsi:type="dcterms:W3CDTF">2026-03-25T03:26:23Z</dcterms:modified>
</cp:coreProperties>
</file>