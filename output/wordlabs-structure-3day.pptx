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'structure'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"arrange parts"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'structure' — arrange parts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'structure' means 'arrange parts'.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'structure'.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'structure'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'structure'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'structure' means 'arrange parts'.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'structure'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'structure'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'structural' means 'relating to the way something is built or organised'.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'structure' means 'the way parts of something are arranged and built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'structure' means 'arrange parts'.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'structural' means 'relating to the colours used in a painting'.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'structure' means 'a feeling of happiness or excitement'.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'structure'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arrange parts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'structure'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7216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508760" y="3721608"/>
            <a:ext cx="1243584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508760" y="37216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infra-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779776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127248" y="3721608"/>
            <a:ext cx="197510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127248" y="3721608"/>
            <a:ext cx="1975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29784" y="37216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77256" y="37216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477256" y="37216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373368" y="37216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784848" y="37216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84848" y="37216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the way something is built or organised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organise or arrange something in a new way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 are built, or the ways parts are arranged together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parts of something are arranged and built together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or arranged in a clear, planned way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'structure'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'structure'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bridge is an impressive structure made of iron and stone.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checked the bridge for any structural damage after the storm.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gave the class a well-structured lesson plan.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spent the afternoon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new timetable. The school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timetable so lunch came earlier.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lesson left students unsure of what to do next. The company announced a major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its staff teams. The city invested millions in new transport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unstructured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below; beneath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below; beneath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infrastructure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below; beneath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parts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'structure' = arrange parts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'structure'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structural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'structure' — 3-Day Teaching Deck</dc:title>
  <dc:subject>PptxGenJS Presentation</dc:subject>
  <dc:creator>Word Labs</dc:creator>
  <cp:lastModifiedBy>Word Labs</cp:lastModifiedBy>
  <cp:revision>1</cp:revision>
  <dcterms:created xsi:type="dcterms:W3CDTF">2026-07-07T10:22:36Z</dcterms:created>
  <dcterms:modified xsi:type="dcterms:W3CDTF">2026-07-07T10:22:36Z</dcterms:modified>
</cp:coreProperties>
</file>