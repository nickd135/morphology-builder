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'structure'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build or arrange"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structura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'structure' — to build or arrange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'structure' means 'to build or arrange'.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'structure'.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'structure'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'structure'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'structure' means 'to build or arrange'.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'structure'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'structure'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're' in 'restructure' means to do something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Infrastructure includes roads, water systems, and electricity networks.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'destruction' means to build something up stronger.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'structure' is only found in words about buildings.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'structure' comes from a Latin word meaning to build.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'structure'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build or arrange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structura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'structure'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7091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566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566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527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642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642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way something is built or organised.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 systems a place needs to work, like roads, water pipes, and electricity.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completely broken down or ruined.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building or putting something back together after it has been damaged.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building something, like a house or a bridge.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built or put together, like a building or the arrangement of ideas.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or arrange something again in a new or better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'structure'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'structure'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engineers examined the structural damage to the bridge after the storm.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restructure our paragraphs so they made more sense.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construction of the new school hall will begin next term.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bridge was carefully planned, and workers began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last Monday.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struct = build together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struct = build together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struct = build together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957933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480596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report showed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caused by the flood meant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needed urgent repairs.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or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or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or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underneath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underneath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underneath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'structure' — 3-Day Teaching Deck</dc:title>
  <dc:subject>PptxGenJS Presentation</dc:subject>
  <dc:creator>Word Labs</dc:creator>
  <cp:lastModifiedBy>Word Labs</cp:lastModifiedBy>
  <cp:revision>1</cp:revision>
  <dcterms:created xsi:type="dcterms:W3CDTF">2026-04-09T22:14:30Z</dcterms:created>
  <dcterms:modified xsi:type="dcterms:W3CDTF">2026-04-09T22:14:30Z</dcterms:modified>
</cp:coreProperties>
</file>