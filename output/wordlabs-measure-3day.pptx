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'measure'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find size or amount"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mensura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'measure' — to find size or amount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'measure' means 'to find size or amount'.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'measure'.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'measure'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'measure'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'measure' means 'to find size or amount'.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'measure'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'measure'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'measure' comes from the Latin word 'mensura'.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'immeasurable' means something that is very easy to measure.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'-ment' in 'measurement' turns the verb 'measure' into a noun.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'im-' in 'immeasurable' means 'not'.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'measureless' means there are many different measurements.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'measure'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find size or amount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mensura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immeasurable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measurable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remeasure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'measure'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344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459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459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finding out the size or amount of something right now.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be measured or noticed clearly enough to record.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immeasurable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measure something again, usually to check that the first result was correct.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large or great that it cannot be measured, like immeasurable kindness.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remeasure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Carefully thought out and controlled, like speaking in a calm, measured way.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out the size, length, or amount of something using a tool or standard.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or result you get when you measure something, like 5 centimetres.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'measure'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'measure'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used a ruler to measure the length of our desks and recorded the measurement in our books.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took a careful, measured approach when recording the temperature each day.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water in the ocean is almost immeasurable because it is so enormous.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remeasure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shelf because our first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incorrect.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remeasure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remeasure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remeasure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remeasure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remeasure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5858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measuring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tape confirmed that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immeasurable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gap was, in fact,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measurable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distance after all.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immeasurable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immeasurable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immeasurable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'm'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immeasurable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'm'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immeasurable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'm'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measurement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immeasurable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measurable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remeasure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measureless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'measure' — 3-Day Teaching Deck</dc:title>
  <dc:subject>PptxGenJS Presentation</dc:subject>
  <dc:creator>Word Labs</dc:creator>
  <cp:lastModifiedBy>Word Labs</cp:lastModifiedBy>
  <cp:revision>1</cp:revision>
  <dcterms:created xsi:type="dcterms:W3CDTF">2026-03-25T03:16:37Z</dcterms:created>
  <dcterms:modified xsi:type="dcterms:W3CDTF">2026-03-25T03:16:37Z</dcterms:modified>
</cp:coreProperties>
</file>