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'measure'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size or amount"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'measure' — find size or amount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'measure' means 'find size or amount'.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'measure'.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'measure'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'measure'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'measure' means 'find size or amount'.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'measure'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'measure'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'measure' means 'to sell goods to customers at a good price'.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'measure' means 'to find the size, amount, or extent of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'measured' means 'found the size, amount, or extent of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'measured' means 'sold goods at the market for a fair price'.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'measure' means 'find size or amount'.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'measure'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size or amount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remeasure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'measure'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706624" y="4178808"/>
            <a:ext cx="168249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706624" y="417880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4165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764024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64024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934456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345936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45936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size, amount, or extent of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out the size, length, weight, or amount of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measure something again to check it is correct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size, amount, or extent of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remeasure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size, amount, or extent of something found by measuring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size, amount, or extent of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'measure'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'measure'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measure the length of the table before we buy a cloth.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measured the temperature of the water every hour.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ruler measures exactly thirty centimetres.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checked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twice before cutting the wood. There was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improvement in her reading after weeks of practice.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explorers felt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immeasurable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relief when they finally reached camp. The medicine made her feel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immeasurably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better within days. The joy on her face was almost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unmeasurable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she won.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unmeasurable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immeasurably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unmeasurable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size or 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'measure' = find size or amount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'measure'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remeasure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'measure' — 3-Day Teaching Deck</dc:title>
  <dc:subject>PptxGenJS Presentation</dc:subject>
  <dc:creator>Word Labs</dc:creator>
  <cp:lastModifiedBy>Word Labs</cp:lastModifiedBy>
  <cp:revision>1</cp:revision>
  <dcterms:created xsi:type="dcterms:W3CDTF">2026-07-07T10:22:35Z</dcterms:created>
  <dcterms:modified xsi:type="dcterms:W3CDTF">2026-07-07T10:22:35Z</dcterms:modified>
</cp:coreProperties>
</file>