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'measure'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find size or amount"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mensura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'measure' — to find size or amount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'measure' means 'to find size or amount'.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'measure'.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'measure'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'measure'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'measure' means 'to find size or amount'.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'measure'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'measure'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suffix '-ment' to 'measure' makes the noun 'measurement'.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'immeasurable' contains the root 'measure'.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'measure' comes from a Greek word meaning to count.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'im-' in 'immeasurable'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'measurable' means something that cannot be measured at all.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'measure'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find size or amount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mensura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'measure'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limits; too vast to be measured.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measured or noticed.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measure something again to check the result.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large or great that it cannot be measured.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carefully and in a controlled way, like slow measured steps.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out the size, length, or amount of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or amount you get when you measure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'measure'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'measure'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take a careful measurement of the classroom before we can order the new carpet.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said the impact of the discovery was immeasurable — it would change everything we knew.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in a slow, measured voice so that all the students could understand her instructions.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take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table,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remeasure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to make sure you are correct?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immeasurable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kindness she showed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in her heart,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love could never be counted.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size or amount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'measure' = to find size or amount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'measure'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immeasurable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remeasure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measurements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'measure' — 3-Day Teaching Deck</dc:title>
  <dc:subject>PptxGenJS Presentation</dc:subject>
  <dc:creator>Word Labs</dc:creator>
  <cp:lastModifiedBy>Word Labs</cp:lastModifiedBy>
  <cp:revision>1</cp:revision>
  <dcterms:created xsi:type="dcterms:W3CDTF">2026-04-09T22:04:24Z</dcterms:created>
  <dcterms:modified xsi:type="dcterms:W3CDTF">2026-04-09T22:04:24Z</dcterms:modified>
</cp:coreProperties>
</file>