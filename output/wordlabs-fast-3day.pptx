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'fast'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"quick, firm, or not eating"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fæst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'fast' — quick, firm, or not eating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'fast' means 'quick, firm, or not eating'.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'fast'.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'fast'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'fast'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'fast' means 'quick, firm, or not eating'.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'fast'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'fast'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'-en' to 'fast' makes the word 'fasten', meaning to fix something firmly.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'fast' comes from ancient Greek and means 'to run'.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'Steadfast' means staying firm and loyal, using the root 'fast' meaning firm.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'fast' only ever means moving quickly and never relates to food.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'breakfast' contains the root 'fast', meaning to go without food.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'fast'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quick, firm, or not eating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fæst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'fast'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quickly, or choosing not to eat for a period of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without food for a set period of time, often for health or religious reasons.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more quickly than anyone or anything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attach something firmly so it does not come loose.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meal of the day that 'breaks' the overnight fast.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quick or speedy manner (an older, less common form of 'fast').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more quickly than something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'fast'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'fast'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athlete was the fastest runner in the whole school carnival.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big race, she made sure to fasten her shoelaces tightly.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cultures around the world practise fasting for religious or health reasons.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fastest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sprinter on the team, so the coach asked her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fasten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race bib before the event.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or moving with speed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or moving with speed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or moving with speed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fixed in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fixed in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fixed in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period,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steadfast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monk ate only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breakfast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morning, breaking his overnight fast with gratitude.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steadfast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without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(continuous action)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without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(continuous action)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without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(continuous action)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fixed in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fixed in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fixed in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end or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without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end or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without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end or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without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steadfast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'fast' — 3-Day Teaching Deck</dc:title>
  <dc:subject>PptxGenJS Presentation</dc:subject>
  <dc:creator>Word Labs</dc:creator>
  <cp:lastModifiedBy>Word Labs</cp:lastModifiedBy>
  <cp:revision>1</cp:revision>
  <dcterms:created xsi:type="dcterms:W3CDTF">2026-04-09T22:20:45Z</dcterms:created>
  <dcterms:modified xsi:type="dcterms:W3CDTF">2026-04-09T22:20:45Z</dcterms:modified>
</cp:coreProperties>
</file>