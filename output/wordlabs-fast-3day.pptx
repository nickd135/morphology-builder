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'fast'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'fast' — quick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'fast' means 'quick'.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'fast'.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'fast'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'fast'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'fast' means 'quick'.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'fast'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'fast'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'fasted' means 'went without food for a period of time'.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'fast' means 'extremely slow and gentle'.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'fast' means 'moving or happening quickly'.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'fasted' means 'ran extremely quickly in a race'.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'fast' means 'quick'.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'fast'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'fast'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08760" y="37216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508760" y="37216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79776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127248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127248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023360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434840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'fast'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'fast'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cheetah is the fastest land animal, so it can run very fast.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fasted for the whole day before the medical test.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new bike is much faster than my old one.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cheetah is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land animal, so it can run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whole day before the medical test.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new bike is much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my old one. The cheetah is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animal on land.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Ramadan means not eating between dawn and sunset.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'fast' = quick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'fast'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'fast' — 3-Day Teaching Deck</dc:title>
  <dc:subject>PptxGenJS Presentation</dc:subject>
  <dc:creator>Word Labs</dc:creator>
  <cp:lastModifiedBy>Word Labs</cp:lastModifiedBy>
  <cp:revision>1</cp:revision>
  <dcterms:created xsi:type="dcterms:W3CDTF">2026-07-07T10:24:23Z</dcterms:created>
  <dcterms:modified xsi:type="dcterms:W3CDTF">2026-07-07T10:24:23Z</dcterms:modified>
</cp:coreProperties>
</file>