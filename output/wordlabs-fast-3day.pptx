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'fast'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"quick, firm, or not eating"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fastus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'fast' — quick, firm, or not eating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'fast' means 'quick, firm, or not eating'.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'fast'.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'fast'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'fast'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'fast' means 'quick, firm, or not eating'.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'fast'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'fast'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'breakfast' contains the root 'fast', meaning to go without food.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'fast' can only mean moving quickly and never relates to food.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'Steadfast' means staying firm and committed, and contains the root 'fast'.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'-en' to 'fast' gives us 'fasten', meaning to fix or attach something firmly.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'fastest' contains a prefix that means 'most'.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'fast'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quick, firm, or not eating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fastus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'fast'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meal of the day, eaten after your overnight fast (time without eating).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 for a period of time, often for health or religious reasons.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more quickly than everyone or everything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up or attach something firmly, like a seatbelt or button.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firmly committed and not giving up, no matter what.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quick or rapid manner (used informally for emphasis).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more quickly than something else.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'fast'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'fast'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cheetah is the fastest land animal on Earth, reaching incredible speeds in just a few seconds.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morning, we break our overnight fast by eating breakfast to give our bodies energy for the 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fastened her helmet tightly before riding her bike down the steep hill.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fastened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seatbelt and ate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breakfast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the long car trip began.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tened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end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end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end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6393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steadfast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runner, who was also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fastest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the school, never stopped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fasting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a big race.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firmly in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firmly in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firmly in place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firm, fixed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swift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swift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quick, swift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(superlative)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without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'fast' = quick, firm, or not eating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'fast'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breakfast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steadfast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outfast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'fast' — 3-Day Teaching Deck</dc:title>
  <dc:subject>PptxGenJS Presentation</dc:subject>
  <dc:creator>Word Labs</dc:creator>
  <cp:lastModifiedBy>Word Labs</cp:lastModifiedBy>
  <cp:revision>1</cp:revision>
  <dcterms:created xsi:type="dcterms:W3CDTF">2026-03-25T03:32:23Z</dcterms:created>
  <dcterms:modified xsi:type="dcterms:W3CDTF">2026-03-25T03:32:23Z</dcterms:modified>
</cp:coreProperties>
</file>