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'persuade'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convince or urge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persuadere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'persuade' — to convince or urge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'persuade' means 'to convince or urge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'persuade'.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'persuade'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'persuade'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'persuade' means 'to convince or urge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'persuade'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'persuade'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'persuade'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persuader is someone who tries to convince other people.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Persuasion and persuade have completely different root words.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'persuasive' means to refuse to listen to others.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'un' to 'persuaded' means not convinced.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'persuade'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convince or urge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persuadere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'persuade'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trying to convince someone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or act of convincing someone to agree with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talk someone into doing or believing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is very good at convincing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convinced or talked into believing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good at convincing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was successfully talked into doing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'persuade'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'persuade'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persuade her teacher to let the class have extra time on the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persuasive speech about recycling convinced the whole school to take action.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persuasion, Dad finally agreed to let us get a puppy.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argument finally left the principal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unpersuaded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they tried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/id/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spoke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everyone listened, but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persuasion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takes time and patience.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pronounced /zhun/ after vowel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pronounced /zhun/ after vowel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convince or urge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'suade' becomes 'suas'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'sion' pronounced /zhun/ after vowel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'persuade' = to convince or urge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'persuade'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unpersuaded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persuasively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'persuade' — 3-Day Teaching Deck</dc:title>
  <dc:subject>PptxGenJS Presentation</dc:subject>
  <dc:creator>Word Labs</dc:creator>
  <cp:lastModifiedBy>Word Labs</cp:lastModifiedBy>
  <cp:revision>1</cp:revision>
  <dcterms:created xsi:type="dcterms:W3CDTF">2026-04-09T22:07:15Z</dcterms:created>
  <dcterms:modified xsi:type="dcterms:W3CDTF">2026-04-09T22:07:15Z</dcterms:modified>
</cp:coreProperties>
</file>