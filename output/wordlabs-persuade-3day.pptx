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'persuade'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urge or convince someone"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persuadere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'persuade' — to urge or convince someone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'persuade' means 'to urge or convince someone'.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'persuade'.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'persuade'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'persuade'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'persuade' means 'to urge or convince someone'.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'persuade'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'persuade'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'persuade' comes from a Latin root meaning to urge or convince.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'persuasive' means that someone cannot be convinced at all.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suffix '-sion' to 'persuade' gives us the noun 'persuasion'.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persuader is someone who tries to convince other people.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'un-' in 'unpersuaded' means 'again'.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'persuade'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urge or convince someone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persuadere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unpersuaded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'persuade'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82880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628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9103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9103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8064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2179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179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trying to convince someone.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convincing someone to do or believe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convince someone to do or believe something.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at convincing people to agree with you.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convinced or won over by an argument.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persuasive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tries to convince others.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unpersuaded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 convinced someone to do or think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'persuade'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'persuade'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used a persuasive speech to convince her class to adopt a school veggie garden.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older student persuaded the teacher to allow extra time for the science project.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a persuasion piece is a common task in Year 5 English.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wrote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persuasive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letter, and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persuasion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finally convinced the principal to extend lunch breaks.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urge or convince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'suade' becomes 'suas'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urge or convince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'suade' becomes 'suas'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urge or convince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'suade' becomes 'suas'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urge or convince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'suade' becomes 'suas'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'sion' makes /zhun/ sound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urge or convince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'suade' becomes 'suas'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'sion' makes /zhun/ sound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sua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urge or convince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'suade' becomes 'suas'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'sion' makes /zhun/ sound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sua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persuader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spoke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persuasively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Sam remained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unpersuaded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refused to change his mind.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persuasively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unpersuaded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urge or convince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urge or convince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urge or convince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urge or convince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'suade' becomes 'suas'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urge or convince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'suade' becomes 'suas'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urge or convince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'suade' becomes 'suas'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unpersuaded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unpersuaded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urge or convince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unpersuaded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urge or convince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unpersuaded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urge or convince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urge or convince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persuasive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unpersuaded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persuasively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'persuade' — 3-Day Teaching Deck</dc:title>
  <dc:subject>PptxGenJS Presentation</dc:subject>
  <dc:creator>Word Labs</dc:creator>
  <cp:lastModifiedBy>Word Labs</cp:lastModifiedBy>
  <cp:revision>1</cp:revision>
  <dcterms:created xsi:type="dcterms:W3CDTF">2026-03-25T03:19:20Z</dcterms:created>
  <dcterms:modified xsi:type="dcterms:W3CDTF">2026-03-25T03:19:20Z</dcterms:modified>
</cp:coreProperties>
</file>