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'persuade'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"convince"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'persuade' — convince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'persuade' means 'convince'.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'persuade'.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'persuade'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'persuade'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'persuade' means 'convince'.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'persuade'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'persuade'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'persuade' means 'to convince someone to do or believe something by giving reasons'.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'persuade' means 'convince'.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'persuade' means 'to cook food using high heat'.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'persuade'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convince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'persuade'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" y="37216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508760" y="37216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508760" y="37216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359152" y="37216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706624" y="3721608"/>
            <a:ext cx="18288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706624" y="37216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62856" y="37216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910328" y="37216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910328" y="37216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806440" y="37216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6217920" y="37216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37216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convince someone to do or believe something by giving reasons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'persuade'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'persuade'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tried to persuade my sister to share her chocolate with me.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finally persuaded his parents to let him get a pet hamster.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persuader can change someone's mind using clear reasons.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finally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persuaded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his parents to let him get a pet hamster. A good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persuader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change someone's mind using clear reasons.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suad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suad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suad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suad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calm explanation usually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persuades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people to agree with her. He spent ten minutes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persuading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his little brother to tidy his room. Despite his pleas, the judges remained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unpersuaded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unpersuaded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suades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suades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suad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suad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unpersuaded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unpersuaded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unpersuaded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suad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unpersuaded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suad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'persuade' = convince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'persuade'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persuade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'persuade' — 3-Day Teaching Deck</dc:title>
  <dc:subject>PptxGenJS Presentation</dc:subject>
  <dc:creator>Word Labs</dc:creator>
  <cp:lastModifiedBy>Word Labs</cp:lastModifiedBy>
  <cp:revision>1</cp:revision>
  <dcterms:created xsi:type="dcterms:W3CDTF">2026-07-07T10:22:36Z</dcterms:created>
  <dcterms:modified xsi:type="dcterms:W3CDTF">2026-07-07T10:22:36Z</dcterms:modified>
</cp:coreProperties>
</file>