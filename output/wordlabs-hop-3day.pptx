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'hop'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"jump on one foot"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hoppian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'hop' — jump on one foot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'hop' means 'jump on one foot'.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'hop'.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'hop'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'hop'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'hop' means 'jump on one foot'.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'hop'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'hop'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'hopping' is made by adding the suffix '-ing' to the root 'hop'.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'hop' comes from ancient Latin.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grasshopper is called that because it hops through the grass.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'hopped' tells us that hopping happened in the past.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'hopscotch' has nothing to do with hopping.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'hop'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 on one foot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hoppian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hopscotch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overhop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rehop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'hop'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 or hop too far over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or someone that hops, like a grasshopper.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hop again or repeat a hopping movement.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hopscotch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playground game where you hop through numbered squares drawn on the ground.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overhop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by jumping quickly from place to place, like a kangaroo or rabbit.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rehop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hop, or the action of hopping several times.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a hop or series of hops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'hop'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'hop'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little frog was hopping across the wet stones beside the creek.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played hopscotch in the playground during lunch, taking turns to throw the stone.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kangaroo hopped over the fence and disappeared into the bush.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grasshopper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the long grass near the oval.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grasshopper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grasshopper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grasshopper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plant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grasshopper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plant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grasshopper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plant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excited children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skipping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hopper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corner just watched quietly.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skipping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 lightly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 lightly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skipping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 lightly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'hop' = jump on one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hopscotch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overhop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rehop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hoppy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'hop' — 3-Day Teaching Deck</dc:title>
  <dc:subject>PptxGenJS Presentation</dc:subject>
  <dc:creator>Word Labs</dc:creator>
  <cp:lastModifiedBy>Word Labs</cp:lastModifiedBy>
  <cp:revision>1</cp:revision>
  <dcterms:created xsi:type="dcterms:W3CDTF">2026-03-25T03:43:27Z</dcterms:created>
  <dcterms:modified xsi:type="dcterms:W3CDTF">2026-03-25T03:43:27Z</dcterms:modified>
</cp:coreProperties>
</file>