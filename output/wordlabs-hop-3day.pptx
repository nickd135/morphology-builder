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'hop'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"jump on one foot"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hoppian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'hop' — jump on one foot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'hop' = jump on one foot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'hop' means 'jump on one foot'.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'hop'.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'hop'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'hop'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'hop' = jump on one foot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'hop' means 'jump on one foot'.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'hop'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'hop'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'hop' = jump on one foot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'hopping' is made by adding '-ing' to the root 'hop'.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A grasshopper gets part of its name from the root 'hop' because it hops.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root 'hop' comes from ancient Greek.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'Hopscotch' contains the root 'hop' meaning a short jump.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root 'hop' means to swim through water.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'hop'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'hop' = jump on one foot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 on one foot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hoppian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hopping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hopped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hopper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hopscotch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overhop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outhop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grasshopper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'hop'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'hop' = jump on one foot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-pers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-scotch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63347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980944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980944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0565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53128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53128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477256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888736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888736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hopping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'hop' = jump on one foot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hopping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jump too far or hop over something by going past it.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hopped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or someone that hops, or a container things fall through.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hopper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hop further or better than someone else.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hopscotch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playground game where you hop through numbered squares drawn on the ground.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overhop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Jumping on one foot or moving in short jumps, happening right now.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outhop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jumping insect with long back legs that hops and makes chirping sounds.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grasshopper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jumped on one foot or made short jumps in the past.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'hop'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'hop' = jump on one foot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'hop'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kangaroo was hopping across the dusty outback road when we spotted it from the car.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played hopscotch on the footpath outside school during our lunch break.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grasshopper leapt from one blade of grass to another in the warm afternoon sun.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'hop' = jump on one foot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'hop' = jump on one foot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grasshopper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hopping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along the garden path, leaping from leaf to leaf.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grasshopper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hopping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'hop' = jump on one foot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grasshopper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'hop' = jump on one foot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grasshopper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grass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of plant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jump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does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'hop' = jump on one foot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grasshopper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grass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of plant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jump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does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grass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'hop' = jump on one foot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grasshopper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grass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of plant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jump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does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grass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pp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'hop' = jump on one foot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hopping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'hop' = jump on one foot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hopping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jump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doubled consonant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consonant doubled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'hop' = jump on one foot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hopping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jump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doubled consonant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consonant doubled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ping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'hop' = jump on one foot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hopping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jump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doubled consonant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consonant doubled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ping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pp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'hop' = jump on one foot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'hop' = jump on one foot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hopped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over the puddle carefully, then watched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hopper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machine drop seeds, and finally played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hopscotch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 the dry path.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hopped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hopper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hopscotch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'hop' = jump on one foot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hopped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'hop' = jump on one foot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hopped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jump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doubled consonant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consonant doubled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happened in the past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'hop' = jump on one foot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hopped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jump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doubled consonant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consonant doubled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happened in the past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hopped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'hop' = jump on one foot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hopped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jump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doubled consonant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consonant doubled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happened in the past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hopped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67004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67004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123944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123944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5577840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77840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pp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703173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03173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7031736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/t/</a:t>
            </a:r>
            <a:endParaRPr lang="en-US" sz="7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'hop' = jump on one foot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hopper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'hop' = jump on one foot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hopper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jump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doubled consonant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consonant doubled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does something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'hop' = jump on one foot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hopper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jump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doubled consonant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consonant doubled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does something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'hop' = jump on one foot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hopper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jump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doubled consonant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consonant doubled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does something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pp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'hop' = jump on one foot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hopscotch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'hop' = jump on one foot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hopscotch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jump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scotch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scoring scratch or mark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'hop' = jump on one foot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hopscotch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jump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scotch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scoring scratch or mark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scotch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'hop' = jump on one foot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hopscotch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jump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scotch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scoring scratch or mark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scotch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575957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tch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757694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/ch/</a:t>
            </a:r>
            <a:endParaRPr lang="en-US" sz="7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'hop' = jump on one foot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'hop' = jump on one foot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-pers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-scotch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hopping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hopped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hopper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hopscotch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overhop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outhop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grasshopper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rehop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'hop' — 3-Day Teaching Deck</dc:title>
  <dc:subject>PptxGenJS Presentation</dc:subject>
  <dc:creator>Word Labs</dc:creator>
  <cp:lastModifiedBy>Word Labs</cp:lastModifiedBy>
  <cp:revision>1</cp:revision>
  <dcterms:created xsi:type="dcterms:W3CDTF">2026-04-09T22:33:24Z</dcterms:created>
  <dcterms:modified xsi:type="dcterms:W3CDTF">2026-04-09T22:33:24Z</dcterms:modified>
</cp:coreProperties>
</file>