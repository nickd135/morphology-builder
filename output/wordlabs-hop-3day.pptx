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'hop'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jump on one foot"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'hop' — to jump on one foot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'hop' means 'to jump on one foot'.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'hop'.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'hop'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'hop'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'hop' means 'to jump on one foot'.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'hop'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'hop'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'hop' means 'to walk very slowly'.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'hop' means 'to jump on one foot'.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'hopped' means 'walked very slowly, in the past'.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'hopped' means 'jumped a short distance, in the past'.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'hop' means 'to jump a short distance, usually on one foot or with both feet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'hop'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jump on one foot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Anglo-Saxon (Old English)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'hop'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508760" y="32644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508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33472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980944" y="32644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80944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77056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288536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88536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'hop'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'hop'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rabbit gave a quick hop over the fence.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frog hopped across the lily pads in the pond.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poured slowly out of the hopper into the truck.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rabbit gave a quick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hop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the fence. The frog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hopped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the lily pads in the pond.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poured slowly out of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hopper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truck. The factory had three large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hoppers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 of grain. The kangaroo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hopping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quickly across the outback.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23944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77840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3173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hoppers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who; more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hopping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jump on one foot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'hop' = to jump on one foot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'hop'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'hop' — 3-Day Teaching Deck</dc:title>
  <dc:subject>PptxGenJS Presentation</dc:subject>
  <dc:creator>Word Labs</dc:creator>
  <cp:lastModifiedBy>Word Labs</cp:lastModifiedBy>
  <cp:revision>1</cp:revision>
  <dcterms:created xsi:type="dcterms:W3CDTF">2026-07-07T10:24:24Z</dcterms:created>
  <dcterms:modified xsi:type="dcterms:W3CDTF">2026-07-07T10:24:24Z</dcterms:modified>
</cp:coreProperties>
</file>