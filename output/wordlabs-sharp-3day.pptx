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'sharp'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a fine cutting edge"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scarpus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'sharp' — having a fine cutting edge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'sharp' means 'having a fine cutting edge'.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'sharp'.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'sharp'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'sharp'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'sharp' means 'having a fine cutting edge'.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'sharp'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'sharp'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'-ly' to 'sharp' makes an adverb that describes how something is done.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'sharp' comes from a French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'sharpen' is an adjective.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'sharpen' contains the root 'sharp' and the suffix '-en'.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'sharpness' uses the suffix '-ness' to make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'sharp'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a fine cutting edge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scarpus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unsharpened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'sharp'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something that has not been made sharp yet, like an unsharpened pencil.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sharp, such as the sharpness of a knife blade.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sudden or severe way, like turning sharply around a corner.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used to make pencils or blades sharper and more pointed.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sharp of all; having the finest point or edge.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have a finer point or edge, like sharpening a pencil.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unsharpened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sharp than something else; having a keener edge or point.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'sharp'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'sharp'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used a sharpener to make sure his kitchen knives were ready before cooking the meal.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turned sharply at the corner and nearly bumped into her friend coming the other way.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sharpness of the new pencil made his drawing look neat and detailed.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noticed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student had written her letters, showing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carefully,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pencil until it was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sharpest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in the classroom.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fine cutting 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'sharp' = having a fine cutting 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'sharp'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sharpener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unsharpened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outsharp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'sharp' — 3-Day Teaching Deck</dc:title>
  <dc:subject>PptxGenJS Presentation</dc:subject>
  <dc:creator>Word Labs</dc:creator>
  <cp:lastModifiedBy>Word Labs</cp:lastModifiedBy>
  <cp:revision>1</cp:revision>
  <dcterms:created xsi:type="dcterms:W3CDTF">2026-04-10T00:47:30Z</dcterms:created>
  <dcterms:modified xsi:type="dcterms:W3CDTF">2026-04-10T00:47:30Z</dcterms:modified>
</cp:coreProperties>
</file>