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'sharp' suit Years 3–7, so Day 3 has 1 dictation word instead of 3.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'sharp' really means 'having a fine edge or point'.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new scissors are much sharper than my old ones, so I cut carefully.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pencil sharpener broke, so I borrowed one from Ella.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'sharp'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"having a fine edge or point"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'sharp' suit Years 3–7, so Day 3 has 1 dictation word instead of 3.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'sharp' — having a fine edge or point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'sharp' means 'having a fine edge or point'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'sharp'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'sharp'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'sharp'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'sharp' means 'having a fine edge or point'. You can find it in 'sharpen'.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'sharply', '-ly' means 'in a way'.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'sharpness', '-ness'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'sharp' means 'having a fine edge or point'.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'sharpen' means 'to make something have a finer edge or point'.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'sharpness' means 'the quality of having a fine edge or point, or of being clear and distinct'.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'sharply' means 'in a sudden or forceful way, or with a fine point or edge'.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'sharp'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'sharp' means 'having a fine edge or point'.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'sharpen' means 'to make something have a finer edge or point'.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'sharpness' means 'the quality of having a fine edge or point, or of being clear and distinct'.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'sharply' means 'in a sudden or forceful way, or with a fine point or edge'.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'sharp'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'sharp'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 a fine edge or point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'sharp'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1188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02336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quality of having a fine edge or point, or of being clear and distinct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a fine edge or point that can cut, or quick to notice and understand things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something have a finer edge or point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in a sudden or forceful way, or with a fine point or edge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having a fine edge or point that can cut, or quick to notice and understand things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have a finer edge or point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sudden or forceful way, or with a fine point or edge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having a fine edge or point, or of being clear and distinct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'sharp'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'sharp'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careful with that knife because it is very sharp.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sharpen my pencil before the test.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turned sharply to the left.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new scissors are much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sharper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my old ones, so I cut carefully.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fine edge or point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fine edge or point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fine edge or point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pencil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sharpener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broke, so I borrowed one from Ella.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fine edge or point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fine edge or point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fine edge or point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'sharp'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'sharp' = having a fine edge or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sharpener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'sharp'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