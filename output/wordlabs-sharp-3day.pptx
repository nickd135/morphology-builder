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'sharp'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"having a fine edge or point"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Anglo-Saxon (Old English)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'sharp' — having a fine edge or point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'sharp'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'sharp' = having a fine edge or point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'sharp' means 'having a fine edge or point'.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'sharp'.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'sharp'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'sharp'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'sharp'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'sharp' = having a fine edge or point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'sharp' means 'having a fine edge or point'.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'sharp'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'sharp'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'sharp'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'sharp' = having a fine edge or point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'sharp' means 'soft and fluffy to touch'.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'sharp' means 'having a fine edge or point'.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'sharpen' means 'to make something softer'.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'sharpen' means 'to make something have a finer edge or point'.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'sharp' means 'having a fine edge or point that can cut, or quick to notice and understand things'.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'sharp'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'sharp'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'sharp' = having a fine edge or point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'sharp'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having a fine edge or point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Anglo-Saxon (Old English)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sharpen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sharper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sharply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'sharp'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'sharp'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'sharp' = having a fine edge or point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'sharp'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-est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-ness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1508760" y="4178808"/>
            <a:ext cx="1389888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1508760" y="41788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'sharp'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292608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273552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3273552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4169664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45" name="Shape 43"/>
          <p:cNvSpPr/>
          <p:nvPr/>
        </p:nvSpPr>
        <p:spPr>
          <a:xfrm>
            <a:off x="4581144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581144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'sharp'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'sharp'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'sharp' = having a fine edge or point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something have a finer edge or point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sharpen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a finer point or edge than something else, or quicker-witted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sharper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sudden or forceful way, or with a fine point or edge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sharply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a fine edge or point that can cut, or quick to notice and understand things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'sharp'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'sharp'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'sharp' = having a fine edge or point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'sharp'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 careful, that knife is very sharp.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need to sharpen my pencil before the test.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knife is much sharper than the old one.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'sharp'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'sharp' = having a fine edge or point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'sharp'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'sharp' = having a fine edge or point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sharpest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knife in the whole kitchen. She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sharpened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all the pencils before class began.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sharpest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sharpened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'sharp'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'sharp' = having a fine edge or point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'sharp'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'sharp' = having a fine edge or point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a fine edge or point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'sharp'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'sharp' = having a fine edge or point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a fine edge or point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'sharp'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'sharp' = having a fine edge or point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a fine edge or point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'sharp'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'sharp' = having a fine edge or point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sharpened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'sharp'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'sharp' = having a fine edge or point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sharpened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a fine edge or point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of; to make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'sharp'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'sharp' = having a fine edge or point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sharpened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a fine edge or point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of; to make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ened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'sharp'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'sharp' = having a fine edge or point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sharpened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a fine edge or point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of; to make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ened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'sharp'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'sharp' = having a fine edge or point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'sharp'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'sharp' = having a fine edge or point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I borrow your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sharpener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fix my pencil point?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sharpness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the blade made it easy to cut through the rope. He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sharpening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his skates before the game.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sharpener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sharpness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sharpening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'sharp'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'sharp' = having a fine edge or point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sharpener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'sharp'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'sharp' = having a fine edge or point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sharpener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a fine edge or point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of; to make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'sharp'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'sharp' = having a fine edge or point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sharpener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a fine edge or point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of; to make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'sharp'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'sharp' = having a fine edge or point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sharpener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a fine edge or point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of; to make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'sharp'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'sharp' = having a fine edge or point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'sharp'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'sharp' = having a fine edge or point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a fine edge or point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'sharp'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'sharp' = having a fine edge or point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a fine edge or point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'sharp'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'sharp' = having a fine edge or point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a fine edge or point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'sharp'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'sharp' = having a fine edge or point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sharpening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'sharp'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'sharp' = having a fine edge or point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sharpening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a fine edge or point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of; to make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'sharp'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'sharp' = having a fine edge or point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sharpening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a fine edge or point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of; to make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'sharp'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'sharp' = having a fine edge or point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sharpening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a fine edge or point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of; to make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'sharp'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'sharp' = having a fine edge or point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'sharp'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'sharp'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'sharp' = having a fine edge or point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'sharp'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-est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-ness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sharpen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sharper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sharply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'sharp' — 3-Day Teaching Deck</dc:title>
  <dc:subject>PptxGenJS Presentation</dc:subject>
  <dc:creator>Word Labs</dc:creator>
  <cp:lastModifiedBy>Word Labs</cp:lastModifiedBy>
  <cp:revision>1</cp:revision>
  <dcterms:created xsi:type="dcterms:W3CDTF">2026-07-07T10:24:24Z</dcterms:created>
  <dcterms:modified xsi:type="dcterms:W3CDTF">2026-07-07T10:24:24Z</dcterms:modified>
</cp:coreProperties>
</file>