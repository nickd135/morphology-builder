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'sharp'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"having a fine cutting edge"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scarpus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'sharp' — having a fine cutting edge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'sharp' means 'having a fine cutting edge'.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'sharp'.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'sharp'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'sharp'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'sharp' means 'having a fine cutting edge'.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'sharp'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'sharp'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'sharpen' contains the root 'sharp' plus the suffix '-en', meaning to make sharp.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'sharpness' means the same thing as 'sharply'.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sharpener is a tool that helps make something sharp.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'-ly' to 'sharp' creates an adverb that describes how something is done.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'un-' in 'unsharp' means 'very' or 'extremely'.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'sharp'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 a fine cutting edge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scarpus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unsharp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'sharp'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used to make pencils or blades sharp again.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sharp of all, like having the sharpest eyesight in the class.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sharp or more clever than something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sharp; blurry or blunt, like an unsharp photo or an unsharp blade.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sharp or more pointed, like sharpening a pencil.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unsharp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quick, sudden, or cutting way, like turning sharply around a corner.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sharp, like the sharpness of a knife's edge.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'sharp'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'sharp'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chef carefully sharpened her knife before slicing the vegetables.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turned sharply at the corner when she heard her name being called.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sharpness of the eagle's eyesight allows it to spot prey from high in the sky.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sharpness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blade surprised us, so we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sharpened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skills at using it safely.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sharply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reminded us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sharpener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missing, but we still managed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sharpen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pencils before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or that which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or that which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or that which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unsharp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oversharp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'sharp' — 3-Day Teaching Deck</dc:title>
  <dc:subject>PptxGenJS Presentation</dc:subject>
  <dc:creator>Word Labs</dc:creator>
  <cp:lastModifiedBy>Word Labs</cp:lastModifiedBy>
  <cp:revision>1</cp:revision>
  <dcterms:created xsi:type="dcterms:W3CDTF">2026-04-03T03:22:57Z</dcterms:created>
  <dcterms:modified xsi:type="dcterms:W3CDTF">2026-04-03T03:22:57Z</dcterms:modified>
</cp:coreProperties>
</file>