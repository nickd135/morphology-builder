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'bit'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small piece; a unit of computer data"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'bit' — a small piece; a unit of computer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'bit' means 'a small piece; a unit of computer data'.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'bit'.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'bit'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'bit'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'bit' means 'a small piece; a unit of computer data'.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'bit'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'bit'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'bits' means 'large machines used in factories'.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'bit' means 'a large heavy object used for lifting machinery'.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'bit' means 'a small piece or amount of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'bit' means 'a small piece; a unit of computer data'.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'bits' means 'small pieces or amounts of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'bit'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small piece; a unit of computer data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'bit'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508760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5915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06624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06624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31336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78808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78808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74920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86400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'bit'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'bit'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ate a bit of cake before dinner.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were bits of paper scattered across the floor.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will debit ten dollars from her account for the 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ate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cake before dinner. There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paper scattered across the floor.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 dollars from her account for the book. The black coffee tasted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bitter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any sugar. The internet speed was measured at ten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megabit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per second.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megabit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large;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piece; a unit of computer data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'bit' = a small piece; a unit of computer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'bit'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