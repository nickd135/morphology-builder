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'phone'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"sound, voice"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phōnē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'phone' — sound, voice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'phone' means 'sound, voice'.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'phone'.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'phone'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'phone'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'phone' means 'sound, voice'.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'phone'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'phone'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'phone' comes from Greek and relates to sound or voice.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xylophone is a musical instrument that produces sound.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prefix 'tele' in telephone means far away.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Phonics has nothing to do with sounds or letters.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 microphone is used to make sounds quieter.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'phone'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sound, voice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phōnē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saxophone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'phone'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-etic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-ology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-eme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77977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127248" y="41788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127248" y="41788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44568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892040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92040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916168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327648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pair of small speakers you wear over your ears to listen to music or audio privately.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musical instrument made of wooden bars that you hit with small mallets to make musical notes.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that lets you talk to someone far away by sending your voice through wires or signals.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saxophone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of learning to read by matching letters to the sounds they make.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cone-shaped device you speak into to make your voice much louder outdoors.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musical instrument you blow into that makes a rich, jazzy sound.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picks up sounds and makes them louder so more people can hear.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'phone'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'phone'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spoke into the microphone so the whole audience could hear her clearly.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learned about phonics in class today, matching letters to the sounds they make.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used a megaphone to call the students in from the oval.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picked up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telephone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other end was broken.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5475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/f/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77363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03397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03397" y="45720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294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94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5464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5464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814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814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81498" y="45720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/f/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307531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7531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33565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33565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595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595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concert,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xylophone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player used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megaphone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introduce herself, while everyone wore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headphones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protect their ears.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2387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/z/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5475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/f/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great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5475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/f/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the body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the body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the body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voice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4703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/f/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'phone' = sound, voice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'phone'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-etic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-ology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-eme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headphones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saxophone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xylophone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phonics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megaphone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'phone' — 3-Day Teaching Deck</dc:title>
  <dc:subject>PptxGenJS Presentation</dc:subject>
  <dc:creator>Word Labs</dc:creator>
  <cp:lastModifiedBy>Word Labs</cp:lastModifiedBy>
  <cp:revision>1</cp:revision>
  <dcterms:created xsi:type="dcterms:W3CDTF">2026-07-03T09:16:33Z</dcterms:created>
  <dcterms:modified xsi:type="dcterms:W3CDTF">2026-07-03T09:16:33Z</dcterms:modified>
</cp:coreProperties>
</file>