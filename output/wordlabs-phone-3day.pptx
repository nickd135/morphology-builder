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'phone'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"sound; a device for talking to someone"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'phone' — sound; a device for talking to someone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'phone' means 'sound; a device for talking to someone'.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'phone'.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'phone'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'phone'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'phone' means 'sound; a device for talking to someone'.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'phone'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'phone'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'phones' means 'devices used to talk to people far away (plural of phone)'.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'phone' means 'a device used to talk to someone who is far away'.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'phone' means 'a type of musical instrument played by blowing'.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'phones' means 'small boats used for fishing'.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'phone' means 'sound; a device for talking to someone'.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'phone'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sound; a device for talking to someone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phonics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'phone'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method of teaching reading by linking sounds to letters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contacted someone by telephone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phonics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used to talk to someone who is far away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used to talk with people who are far away, or contacts someone this way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contacting someone using a telephone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used to talk to someone else who is far away, by sending sound through wires or signals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used to talk to people far away (plural of phone)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'phone'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'phone'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called my mum on the phone to say I'd be late.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students put their phones away before the test started.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phonics lessons, we learn how letters make different sounds.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singer spoke clearly into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microphone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everyone could hear her. The band set up three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microphones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stage before the concert.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her linguistics degree, she studied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phonology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French. The old recording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monophonic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it played from just one speaker. The choir sang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polyphonic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piece with several melodies at once.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phonology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monophonic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polyphonic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monophonic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monophonic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monophonic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monophonic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polyphonic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polyphonic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many;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polyphonic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many;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polyphonic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many;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'phone' = sound; a device for talking to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phonics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'phone' — 3-Day Teaching Deck</dc:title>
  <dc:subject>PptxGenJS Presentation</dc:subject>
  <dc:creator>Word Labs</dc:creator>
  <cp:lastModifiedBy>Word Labs</cp:lastModifiedBy>
  <cp:revision>1</cp:revision>
  <dcterms:created xsi:type="dcterms:W3CDTF">2026-07-07T10:22:42Z</dcterms:created>
  <dcterms:modified xsi:type="dcterms:W3CDTF">2026-07-07T10:22:42Z</dcterms:modified>
</cp:coreProperties>
</file>