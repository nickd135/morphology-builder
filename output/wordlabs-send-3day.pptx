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cause to go to a place; to post"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'send' — to cause to go to a place; to post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'send' means 'to cause to go to a place; to post'.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'send' means 'to cause to go to a place; to post'.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'sends' means 'receives something from someone'.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'send' means 'to cause to go to a place; to post'.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'send' means 'to cook food in a hot oven'.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'sends' means 'causes something to go to another place'.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'send' means 'to cause something to go or be delivered somewhere'.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cause to go to a place; to post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508760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508760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79776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127248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127248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4434840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4840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send you an email as soon as I get home.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Friday, Mum sends a letter to Grandma.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sender's name was printed on the parcel label.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an email as soon as I get home. Every Friday, Mum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letter to Grandma.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name was printed on the parcel label. 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write a return address on the envelope.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email to her cousin in London.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 to a place; to post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 to a place; to post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'send'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