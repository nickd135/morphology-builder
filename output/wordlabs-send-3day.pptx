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'send'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cause to go"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mittere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'send' — to cause to go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'send' = to cause to go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'send' means 'to cause to go'.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'send'.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'send'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'send'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'send' = to cause to go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'send' means 'to cause to go'.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'send'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'send'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'send' = to cause to go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'sending' has no suffix added to the root 'send'.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Adding the prefix 're' to 'send' makes the word 'resend', meaning to send again.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root 'send' means 'to cause something to go' somewhere.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root 'send' comes from a Greek word meaning 'to write'.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'sender' contains the root 'send'.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'send'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'send' = to cause to go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'send'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cause to go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mittere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sender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sending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resend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sends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sendoff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outsend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downsend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'send'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'send' = to cause to go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'send'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down-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-off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-back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'send'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97764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325112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325112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22122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63270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63270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sender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'send'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'send' = to cause to go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sender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is sent downward or delivered below.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sending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gathering of people to say goodbye to someone who is leaving.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resend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someone causes something to go to another place right now.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sends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send out more than someone else.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sendoff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send something again, usually because it did not arrive the first time.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outsend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thing that sends something, like a letter or message.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downsend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of making something go to another place or person.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'send'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'send' = to cause to go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'send'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Please resend the email because it did not arrive in my inbox.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whole class gave their teacher a wonderful sendoff at the end of the year.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sender of the parcel forgot to write their return address on the box.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'send' = to cause to go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'send' = to cause to go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sender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wrote her name clearly, so we could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resend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parcel if it got lost.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sender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resend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'send' = to cause to go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sender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'send' = to cause to go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sender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cause to go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'send' = to cause to go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sender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cause to go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'send' = to cause to go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sender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cause to go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does something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'send' = to cause to go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resend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'send' = to cause to go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resend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cause to go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'send' = to cause to go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resend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cause to go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'send' = to cause to go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resend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cause to go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'send' = to cause to go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'send' = to cause to go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sending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parcel twice, we gave him a big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sendoff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and everyone cheered!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sending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sendoff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sends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'send' = to cause to go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'send' = to cause to go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cause to go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'send' = to cause to go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cause to go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'send' = to cause to go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cause to go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'send' = to cause to go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sendoff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'send' = to cause to go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sendoff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cause to go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off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away, departure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'send' = to cause to go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sendoff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cause to go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off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away, departure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off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'send' = to cause to go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sendoff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cause to go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off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away, departure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off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ff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'send' = to cause to go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sends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'send' = to cause to go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sends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cause to go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third person singular present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'send' = to cause to go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sends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cause to go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third person singular present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sends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'send' = to cause to go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sends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cause to go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third person singular present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sends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'send' = to cause to go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'send'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'send' = to cause to go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'send'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down-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-off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-back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sender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sending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resend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sends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sendoff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outsend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downsend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resending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'send' — 3-Day Teaching Deck</dc:title>
  <dc:subject>PptxGenJS Presentation</dc:subject>
  <dc:creator>Word Labs</dc:creator>
  <cp:lastModifiedBy>Word Labs</cp:lastModifiedBy>
  <cp:revision>1</cp:revision>
  <dcterms:created xsi:type="dcterms:W3CDTF">2026-04-09T22:28:59Z</dcterms:created>
  <dcterms:modified xsi:type="dcterms:W3CDTF">2026-04-09T22:28:59Z</dcterms:modified>
</cp:coreProperties>
</file>