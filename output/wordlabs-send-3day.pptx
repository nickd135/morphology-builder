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'send' has very few longer words built from it, so this deck practises adding the suffixes -s, -er and -ing to the base (Years 3–4). Only 5 words with 'send'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two senders forgot to put a stamp on their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'send'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cause to go to a place; to post"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'send' has very few longer words built from it, so this deck practises adding the suffixes -s, -er and -ing to the base (Years 3–4). Only 5 words with 'send'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'send' — to cause to go to a place; to post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 and -ing to the base 'send'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'send'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'send' means 'to cause to go to a place; to post'. You can find it in 'sends'.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'sender', '-er' means 'person or 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'sends',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'sends',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'sender',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'sending',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'senders',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'sends',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'sender',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'sending',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'senders',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'send'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cause to go to a place; to post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causes something to go to another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cause something to go or be delivered somewhere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causing something to go somewhere, such as a letter or message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or thing that sends something, such as a letter or message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cause something to go or be delivered somewhere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causes something to go to another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thing that sends something, such as a letter or message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causing something to go somewhere, such as a letter or message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'send'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send you an email as soon as I get home.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Friday, Mum sends a letter to Grandma.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sender's name was printed on the parcel label.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senders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forgot to put a stamp on their letters.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cause to go to a place; to post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cause to go to a place; to post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cause to go to a place; to post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'send' = to cause to go to a place; to 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'send'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