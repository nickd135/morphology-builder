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cause to go"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'send' — to cause to go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'send' means 'to cause to go'.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'send' means 'to cause to go'.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'sender' contains the root 'send' and means a person who sends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'send'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're-' before 'send' makes the word 'resend', meaning to send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'sending' is formed by adding the suffix '-ing' to the root 'send'.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'send' means to receive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cause to go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downsend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-back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something to the wrong place or person by mistake.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makes something go to another person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out more than someone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something downward or to a lower level.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something again, often because it did not arrive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downsend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sends something, like a letter or package.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something go to another place or person.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each student to resend their completed homework to the correct email address.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sender of the mysterious parcel had not written their name on the outside of the box.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was busy sending birthday cards to all of her friends before the weekend.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checked the address before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important letter.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parcel,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again would cause a big problem!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missending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-back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downsend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'send' — 3-Day Teaching Deck</dc:title>
  <dc:subject>PptxGenJS Presentation</dc:subject>
  <dc:creator>Word Labs</dc:creator>
  <cp:lastModifiedBy>Word Labs</cp:lastModifiedBy>
  <cp:revision>1</cp:revision>
  <dcterms:created xsi:type="dcterms:W3CDTF">2026-03-25T03:39:25Z</dcterms:created>
  <dcterms:modified xsi:type="dcterms:W3CDTF">2026-03-25T03:39:25Z</dcterms:modified>
</cp:coreProperties>
</file>