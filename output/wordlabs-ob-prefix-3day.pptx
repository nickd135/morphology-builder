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'ob-'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"against; in the way of; towards"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'ob-' — against; in the way of; towards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'ob-' means 'against; in the way of; towards'.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'ob-'.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'ob-'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'ob-'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'ob-' means 'against; in the way of; towards'.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'offer', the root is the part after the prefix 'ob-'.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'offer' means 'to give someone the chance to have or do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'offer' means 'to hide something from everyone else'.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'object' means 'a thing that can be seen and touched'.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'object' means 'a feeling of strong emotion'.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'ob' means 'against; in the way of; towards'.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'ob-'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against; in the way of; towards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occurs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'ob-'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'ob-'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403250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03250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0566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54681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4681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someone the chance to have or do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someone the chance to have or do something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occurs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gave someone the chance to have or do something, in the past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the chance to have or do something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thing that can be seen and touched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happens or takes place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thing that can be seen and touched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'ob-'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'ob-'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will offer her friend a slice of chocolate cake.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picked up the object and examined it closely.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solar eclipse occurs when the moon passes in front of the sun.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festival had many food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offerings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visitors to try. The committee raised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objections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new plan.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offerings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offerings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carry;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listed the learning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board. The book described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oppression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faced by the workers. His rude comments were considered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objectionable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whole class.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oppression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press; 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press; 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press; push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objectionable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in the way of;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'ob-'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'ob-' = against; in the way of; towards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'ob-'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occurs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offered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'ob-'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