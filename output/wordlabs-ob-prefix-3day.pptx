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'ob-'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"toward, against, in the way"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ob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'ob-' — toward, against, in the way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'ob-' means 'toward, against, in the way'.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'ob-'.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'ob-'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'ob-'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'ob-' means 'toward, against, in the way'.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'observe', the root is the part after the prefix 'ob-'.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'ob-' always stays spelled exactly as 'ob-' in every word.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'ob-' can mean 'against' or 'in the way'.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'obstruct' contains the prefix 'ob-'.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'ob-' comes from Ancient Greek.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'observe' starts with the prefix 'ob-'.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'ob-'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toward, against, in the way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ob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obtain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obstacle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'ob-'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'ob-'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what you are told; following rules or instructions willingly.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block a path or stop something from moving through.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obtain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in the way and makes it hard to get past.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something carefully and pay close attention to it.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see or understand; very clear and plain.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obstacle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or receive something that you wanted or needed.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you disagree with something or are against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'ob-'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'ob-'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used a telescope to observe the stars in the night sky.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fallen tree was an obstacle on the path through the bush.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tried to obtain a library card so she could borrow more books.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experiment carefully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obtain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results.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obtain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watch,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watch,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watch,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obtain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obtain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hold,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obtain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hold,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obtain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hold,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obvious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obstruction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it difficult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object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new plan.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way, road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way, road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toward, 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way, road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in the 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pile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in the 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pile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in the 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pile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'ob-'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toward, against, in the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'ob-'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obtain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obvious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obstacle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obedient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occasion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'ob-' — 3-Day Teaching Deck</dc:title>
  <dc:subject>PptxGenJS Presentation</dc:subject>
  <dc:creator>Word Labs</dc:creator>
  <cp:lastModifiedBy>Word Labs</cp:lastModifiedBy>
  <cp:revision>1</cp:revision>
  <dcterms:created xsi:type="dcterms:W3CDTF">2026-04-10T01:02:05Z</dcterms:created>
  <dcterms:modified xsi:type="dcterms:W3CDTF">2026-04-10T01:02:05Z</dcterms:modified>
</cp:coreProperties>
</file>