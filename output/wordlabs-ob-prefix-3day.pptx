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'omission' really means 'something that has been left out'.
'occurs' really means 'happens or takes place'.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Some neighbours oppose the new skate park, so we will offer to help keep it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Fallen branches obstruct the bush track, so the rangers will obtain permission to clear them, and nobody has any objection.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'ob-'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"against; in the way of; towards"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'ob-' — against; in the way of; towards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'ob-' means 'against; in the way of; towards'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'ob-'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'ob-'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'ob-'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'ob-' means 'against; in the way of; towards'. You can see it at the start of 'omission'.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'occurs', the base is 'cur' (run; go).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'opponent', '-ent' means 'doing; having the quality of; one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'ob-' means 'against; in the way of; towards'.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'opponent' means 'a person you play or compete against'.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'omission' means 'to leave something out on purpose or by mistake'.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'omit' means 'to leave something out on purpose or by mistake'.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'occurs' means 'a thing that can be seen and touched'.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'ob-' means 'against; in the way of; towards'.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'opponent' means 'a person you play or compete against'.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'omission' means 'to leave something out on purpose or by mistake'.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'omit' means 'to leave something out on purpose or by mistake'.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'occurs' means 'a thing that can be seen and touched'.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'ob-'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against; in the way of; towards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opponent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omission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'ob-'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918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58444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58444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94690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4690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opponent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op- before 'p'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opponent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that has been left 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happens or takes place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leave something out on purpose or by mistake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you play or compete against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thing that can be seen and touched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opponent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you play or compete against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leave something out on purpose or by mistake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thing that can be seen and touched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happens or takes place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omission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something that has been left out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'ob-'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'ob-'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omit the units when you write your answer.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picked up the object and examined it closely.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solar eclipse occurs when the moon passes in front of the sun.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neighbours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oppose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new skate park, so we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help keep it clean.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op-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put; place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op-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put; place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op-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put; place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 branches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obstruct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bush track, so the rangers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obtain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permission to clear them, and nobody has any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objection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obtain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obstruct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obtain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obtain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obtain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obtain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obstruct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obstruct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build; pile 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obstruct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build; pile 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obstruct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build; pile 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'ob-' = against; in the way of; towards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'ob-'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