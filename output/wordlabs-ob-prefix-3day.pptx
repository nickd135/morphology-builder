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"toward, against, in the 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ob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'ob-' — toward, against, in the 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'ob-' means 'toward, against, in the 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'ob-'.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'ob-'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'ob-'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'ob-' means 'toward, against, in the 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'observe', the root is the part after the prefix 'ob-'.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'ob-'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'ob-' means 'before' or 'earlier'.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'obstruct' uses the prefix 'ob-' to mean something is blocking the 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'ob-' can mean 'against' or 'in the way'.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'obtain' means to throw something away.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'ob-'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toward, against, in the 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'ob-'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in the way and makes it hard to get past.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or find something that you need or want.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very easy to see or understand.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something carefully and pay close attention to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follow the rules or do what someone tells you to do.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block a path or stop something from moving through.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that you disagree with something or are against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'ob-'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'ob-'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to observe the tadpoles carefully in science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fallen tree was starting to obstruct the path through the bush.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obvious that the puppy had chewed through the garden hose.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closely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obtain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results she needed.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watch,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watch,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watch,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obvious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obstacle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runners on the track.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way, path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way, path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way, path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build, pile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build, pile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build, pile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'ob-' — 3-Day Teaching Deck</dc:title>
  <dc:subject>PptxGenJS Presentation</dc:subject>
  <dc:creator>Word Labs</dc:creator>
  <cp:lastModifiedBy>Word Labs</cp:lastModifiedBy>
  <cp:revision>1</cp:revision>
  <dcterms:created xsi:type="dcterms:W3CDTF">2026-03-26T07:38:06Z</dcterms:created>
  <dcterms:modified xsi:type="dcterms:W3CDTF">2026-03-26T07:38:06Z</dcterms:modified>
</cp:coreProperties>
</file>