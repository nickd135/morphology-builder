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'mal-' — bad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'mal-' means 'bad'.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'mal-'.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'mal-'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'mal-'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'mal-' means 'bad'.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'mal', the root is the part after the prefix 'mal-'.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'maltreat' means 'to praise someone generously'.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'malformed' means 'shaped or formed incorrectly or abnormally'.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'malformed' means 'coloured brightly and cheerfully'.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'mal' means 'bad'.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'maltreat' means 'to treat someone or something cruelly or badly'.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'mal-'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'mal-'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81304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16052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6052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5663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46811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6811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'mal-'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'mal-'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against the law to maltreat an animal.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malformed branch grew in a strange, twisted shape.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stopped moving due to a sudden malfunction.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against the law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maltreat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animal.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deal with; a special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branch grew in a strange, twisted shape. The robot stopped moving due to a sudden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malfunction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Malnutrition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cause serious health problems in children.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purpose; a working system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purpose; a working system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malfunction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purpose; a working system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food a body needs to stay healthy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food a body needs to stay healthy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food a body needs to stay healthy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'mal-' = bad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'mal-'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'mal-'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