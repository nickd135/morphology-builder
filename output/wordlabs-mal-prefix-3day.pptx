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"bad, badly, wrong"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'mal-' — bad, badly, wrong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'mal-' means 'bad, badly, wrong'.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'mal-'.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'mal-'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'mal-'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'mal-' means 'bad, badly, wrong'.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'malfunction', the root is the part after the prefix 'mal-'.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'mal-' means bad or wrong.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'malfunction' means something is working perfectly.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'mal-' comes from the Latin word 'malus'.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malnourished person has not been getting enough healthy food.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'mal-' means good or well.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'mal-'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bad, badly, wrong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malodorous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malicious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'mal-'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to hurt or cause harm to someone on purpose.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grown or been made in the wrong shape or in a faulty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very bad or unpleasant smell.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where someone is very unhealthy because they are not eating enough good food.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malodorous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professional, like a doctor or lawyer, does their job wrongly or dishonestly.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stops working properly or works in the wrong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malicious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treat a person or animal badly or cruelly.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'mal-'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'mal-'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vending machine had a malfunction and would not give out any snacks.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wrong to maltreat animals, and people who do so can get in serious trouble.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was worried that the child was malnourished and needed a better diet.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discovered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malfunction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machine caused by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malpractice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factory.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perform,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perform,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perform,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/sh/+/u/n/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doing, carrying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doing, carrying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doing, carrying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vet explained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malnourished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leg, and its previous owner had been charged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maltreatment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malnourished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malnourished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malnourished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nourish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feed, provide for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malnourished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nourish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feed, provide for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malnourished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nourish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feed, provide for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handle,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handle,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handle,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malodorous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malicious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malnourished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'mal-' — 3-Day Teaching Deck</dc:title>
  <dc:subject>PptxGenJS Presentation</dc:subject>
  <dc:creator>Word Labs</dc:creator>
  <cp:lastModifiedBy>Word Labs</cp:lastModifiedBy>
  <cp:revision>1</cp:revision>
  <dcterms:created xsi:type="dcterms:W3CDTF">2026-03-26T07:36:07Z</dcterms:created>
  <dcterms:modified xsi:type="dcterms:W3CDTF">2026-03-26T07:36:07Z</dcterms:modified>
</cp:coreProperties>
</file>