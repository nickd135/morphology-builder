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'mal-'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'malnourished' really means 'weak and unwell from not eating enough healthy food'.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malfunction in the scoreboard meant nobody knew who had won the netball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'mal-'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'mal-'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'mal-' — bad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'mal-' means 'bad'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'mal-'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'mal-'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'mal-'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'mal-' means 'bad'. In 'malnutrition', it is added to 'nutrition'.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'malnutrition', the base is 'nutrition' (the food a body needs to stay healthy).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'malnourished', '-ed' means 'having'.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'mal-' means 'bad'.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'malnutrition' means 'a condition caused by not eating enough of the right nutrients'.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'malnourished' means 'harmful software that damages a computer or steals information'.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'malware' means 'harmful software that damages a computer or steals information'.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'mal-' means 'bad'.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'malnutrition' means 'a condition caused by not eating enough of the right nutrients'.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'malnourished' means 'harmful software that damages a computer or steals information'.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'malware' means 'harmful software that damages a computer or steals information'.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'mal-'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malware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malnourished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'mal-'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nourish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nourish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7764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27024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27024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8406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95544" y="2971800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95544" y="297180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malnourished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weak and unwell from not eating enough healthy food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malware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condition caused by not eating enough of the right nutrients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malnourished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harmful software that damages a computer or steals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condition caused by not eating enough of the right nutrients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malware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harmful software that damages a computer or steals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malnourished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weak and unwell from not eating enough healthy food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'mal-'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'mal-'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can cause serious health problems in children.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strange links that might contain malware.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rescued kitten was malnourished and very thin.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malfunction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scoreboard meant nobody knew who had won the netball game.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malfunction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malfunction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malfunction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purpose; a working system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malfunction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purpose; a working system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malfunction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purpose; a working system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'mal-'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'mal-' = bad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nourish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malfunction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'mal-'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