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"bad, badly, wrong"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malus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'mal-' — bad, badly, wrong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'mal-' means 'bad, badly, wrong'.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'mal-'.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'mal-'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'mal-'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'mal-' means 'bad, badly, wrong'.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'malfunction', the root is the part after the prefix 'mal-'.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Malnutrition describes a serious problem with a person's diet and health.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'mal-' can mean wrong or badly done.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'mal-' comes from a Latin word meaning bad or evil.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malfunction means something is working perfectly well.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Malicious means someone is being kind and generous to others.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'mal-'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bad, badly, wrong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malus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malodorous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malicious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'mal-'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to hurt or cause harm to others on purpose.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grown or been made in an incorrect or unusual shape.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professional, like a doctor, does their job incorrectly and causes harm.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treat a person or animal in a cruel or unkind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very unpleasant or bad smell.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malodorous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stops working properly or breaks down unexpectedly.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malicious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where a person does not get enough healthy food to stay well.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'mal-'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'mal-'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printer had a malfunction right before our teacher tried to print the test papers.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in some parts of the world suffer from malnutrition because they cannot access healthy food.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maltreats animals can be reported to animal welfare authorities.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malfunction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 engineer reported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maltreatment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equipment.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operate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operate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operate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Sadly,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malnutrition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cause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bones, and doctors must speak out against 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malpractice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ignores this.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out a skill or profession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out a skill or profession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out a skill or profession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bad, badly,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malpractice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malodorous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malicious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malcontent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'mal-' — 3-Day Teaching Deck</dc:title>
  <dc:subject>PptxGenJS Presentation</dc:subject>
  <dc:creator>Word Labs</dc:creator>
  <cp:lastModifiedBy>Word Labs</cp:lastModifiedBy>
  <cp:revision>1</cp:revision>
  <dcterms:created xsi:type="dcterms:W3CDTF">2026-04-10T00:59:58Z</dcterms:created>
  <dcterms:modified xsi:type="dcterms:W3CDTF">2026-04-10T00:59:58Z</dcterms:modified>
</cp:coreProperties>
</file>