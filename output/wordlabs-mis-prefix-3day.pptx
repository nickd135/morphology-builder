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'misuse' really means 'to use something in the wrong or improper way'.
'miscount' really means 'to count something incorrectly'.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menu at the pizza shop had a misprint. It is easy to misspell spaghetti!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puppy likes to misbehave by hiding shoes. If you misplace a shoe, don't misinform Mum by blaming the cat!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'mis-'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"wrong"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'mis-' — wrong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'mis-' means 'wrong'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'mis-'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'mis-'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'mis-'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'mis-' means 'wrong'. In 'misuse', it is added to 'use'.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'misuse', the base is 'use' (do something with).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'misleading', '-ing' means 'happening now'.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'mis-' means 'wrong'.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'misjudge' means 'to judge someone or something wrongly'.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'misuse' means 'something done incorrectly; an error'.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'misread' means 'to read or understand something the wrong way'.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'miscount' means 'to use something in the wrong or improper way'.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'mis-' means 'wrong'.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'misjudge' means 'to judge someone or something wrongly'.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'misuse' means 'something done incorrectly; an error'.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'misread' means 'to read or understand something the wrong way'.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'miscount' means 'to use something in the wrong or improper way'.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'mis-'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wrong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misuse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misread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mistake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miscount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misjudge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mistrust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misleading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'mis-'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858768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858768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22122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2122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misleading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judge someone or something wrongly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misread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use something in the wrong or improper 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mistake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count something incorrectly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miscount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read or understand something the wrong way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misjudge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lack of trust or confidence in someone; suspicion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mistrust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giving a false idea or wrong impression about something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misleading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something done incorrectly; an error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use something in the wrong or improper way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misread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read or understand something the wrong 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mistake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something done incorrectly; an error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miscount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count something incorrectly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misjudge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judge someone or something wrongly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mistrust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lack of trust or confidence in someone; suspicion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misleading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giving a false idea or wrong impression about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'mis-'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'mis-'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lies had built up a deep mistrust between the two friends.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misleading advert made the toy look bigger than it really was.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misdirected letter ended up at the wrong house across town.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at the pizza shop had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misprint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is easy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misspell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spaghetti!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misprint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misspell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misspell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misspell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or say letters in order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misspell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or say letters in order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misspell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or say letters in order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puppy likes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misbehave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hiding shoes. If you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misplace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shoe, don't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misinform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Mum by blaming the cat!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misplace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misplace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misplace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in a position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misplace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in a position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misplace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in a position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tell; give information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tell; give information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tell; give information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misbehave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'mis-' = wrong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'mis-'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