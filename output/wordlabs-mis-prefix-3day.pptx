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'mis-'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"wrongly, badly, not"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mis-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'mis-' — wrongly, badly, not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'mis-' means 'wrongly, badly, not'.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'mis-'.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'mis-'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'mis-'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'mis-' means 'wrongly, badly, not'.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'misspell', the root is the part after the prefix 'mis-'.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'mis-' to a word always makes it mean 'more than'.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'mis-' can mean 'wrongly' or 'badly'.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person who misbehaves is acting in a bad or unacceptable way.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'Mis-' comes from Old English.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'mistake' means you did something perfectly.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'mis-'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wrongly, badly, not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mis-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'mis-'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'mis-'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count something incorrectly and get the wrong number.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behave badly or in a way that is not acceptable.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the wrong idea about what someone says or means.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someone to believe something that is wrong or untrue.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done wrongly or an error in thinking.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spell a word incorrectly or in the wrong 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in the wrong place so you can't find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'mis-'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'mis-'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had to misspell three words on his test before he realised he needed to study harder.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not to misbehave while she stepped out of the classroom.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often misplace my library book and then find it under my bed.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tends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misplace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pencil case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miscount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stationery she has left.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a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a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a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calculate a number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calculate a number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calculate a number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easy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misspell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words,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misjudge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situation,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misunderstand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someone actually meant.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letters of a word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's' — prefix ends in 's', base starts with 's'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letters of a word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's' — prefix ends in 's', base starts with 's'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letters of a word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's' — prefix ends in 's', base starts with 's'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an opinion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an opinion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an opinion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beneath, within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or grasp meaning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beneath, within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or grasp meaning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beneath, within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or grasp meaning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'mis-'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'mis-'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'mis-' — 3-Day Teaching Deck</dc:title>
  <dc:subject>PptxGenJS Presentation</dc:subject>
  <dc:creator>Word Labs</dc:creator>
  <cp:lastModifiedBy>Word Labs</cp:lastModifiedBy>
  <cp:revision>1</cp:revision>
  <dcterms:created xsi:type="dcterms:W3CDTF">2026-04-10T01:01:15Z</dcterms:created>
  <dcterms:modified xsi:type="dcterms:W3CDTF">2026-04-10T01:01:15Z</dcterms:modified>
</cp:coreProperties>
</file>