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"wrong"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'mis-' — wrong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'mis-' means 'wrong'.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'mis-' means 'wrong'.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'misuse', the root is the part after the prefix 'mis-'.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'misplay' means 'to make a wrong or poor move in a game'.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'misuse' means 'to use something in the wrong or improper way'.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'misuse' means 'to take great care of something valuable'.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'mis' means 'wrong'.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'misplay' means 'to win a game by a huge score'.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wrong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9593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3068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068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judge someone or something wrongly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incorrectly; an error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something in the wrong or improper way (past tense of misuse)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read or understand something the wrong 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count something incorrectly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in the wrong or improper way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wrong or poor move in a game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warned about the misuse of public funds.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striker will misplay that pass if he's not careful.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misread the time and arrived an hour early for the bus.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two boys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back of the class.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misdirected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letter ended up at the wrong house across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tourist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misdirecting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other visitors around the museum. The two teams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and both arrived at different times.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the two classes turned up at the same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misdirecting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guide;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misread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misused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'mis-'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