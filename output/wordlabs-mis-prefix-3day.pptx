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"wrongly, badly, not"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mis-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'mis-' — wrongly, badly, not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'mis-' means 'wrongly, badly, not'.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'mis-'.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'mis-'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'mis-'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'mis-' means 'wrongly, badly, not'.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'misspell', the root is the part after the prefix 'mis-'.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'mis-' means wrongly or badly.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'mistake' does not contain the prefix 'mis-'.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'mis-' to a word gives it a negative meaning.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'Misbehave' means to behave badly or incorrectly.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'mis-' always comes at the end of a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'mis-'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wrongly, badly, not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mis-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'mis-'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trust someone or to feel unsure about whether they are honest.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the wrong meaning from what someone says or does.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behave badly or in a way that is not acceptable.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in the wrong place so you cannot find it.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count something incorrectly and get the wrong number.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spell a word incorrectly or in the wrong way.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someone to believe something that is not true or to go the wrong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'mis-'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'mis-'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Jake was careful not to misspell any words in his test.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confusing map could easily mislead hikers on the trail.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tends to misbehave when she is tired and hungry after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tried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misplace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homework 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misspell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tricky words.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a position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letters of a word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's' — prefix ends in 's', base starts with 's'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misunderstand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instructions, which caused her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misbehave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mislead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whole group.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grasp or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grasp or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beneath, within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grasp or know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be,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or carry oneself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direct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direct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wrongly,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guide or direct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'mis-' = wrongly, badly,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'mis-'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misspell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mislead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misunderstand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misbehave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miscount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mistrust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misfortune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'mis-' — 3-Day Teaching Deck</dc:title>
  <dc:subject>PptxGenJS Presentation</dc:subject>
  <dc:creator>Word Labs</dc:creator>
  <cp:lastModifiedBy>Word Labs</cp:lastModifiedBy>
  <cp:revision>1</cp:revision>
  <dcterms:created xsi:type="dcterms:W3CDTF">2026-03-26T07:48:06Z</dcterms:created>
  <dcterms:modified xsi:type="dcterms:W3CDTF">2026-03-26T07:48:06Z</dcterms:modified>
</cp:coreProperties>
</file>