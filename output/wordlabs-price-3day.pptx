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'price'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"value or cost of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pretium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'price' — value or cost of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'price' means 'value or cost of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'price'.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'price'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'price'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'price' means 'value or cost of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'price'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'price'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'priceless' means something so valuable it cannot be priced.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'over-' in 'overpriced' means something costs too much.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'-ed' to 'price' makes the word 'priced'.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'price' comes from a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'Underpriced' means something costs more than it should.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'price'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or cost of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pretium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unpriced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'price'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valuable it cannot be given a price — it is worth too much to measure.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costs more money than it is really worth.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been given a price tag showing how much it costs.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costs less money than it is actually worth.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item does not have a price label on it yet.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costs a lot of money; expensive.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unpriced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deciding how much something should cost.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'price'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'price'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shopkeeper checked that every item on the shelf was priced correctly before opening 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thought the new sneakers were overpriced, so she waited for a sale.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painting was priceless because it had been in the family for hundreds of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stall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overpriced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priceless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memories we made there were worth everything.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has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has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has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underpriced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items sold quickly; the shopkeeper began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repricing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everything, and 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system seemed fair.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repricing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/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has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/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has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/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has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unpriced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'price' — 3-Day Teaching Deck</dc:title>
  <dc:subject>PptxGenJS Presentation</dc:subject>
  <dc:creator>Word Labs</dc:creator>
  <cp:lastModifiedBy>Word Labs</cp:lastModifiedBy>
  <cp:revision>1</cp:revision>
  <dcterms:created xsi:type="dcterms:W3CDTF">2026-04-10T00:51:51Z</dcterms:created>
  <dcterms:modified xsi:type="dcterms:W3CDTF">2026-04-10T00:51:51Z</dcterms:modified>
</cp:coreProperties>
</file>