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"value or cost of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pretium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'price' — value or cost of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'price' means 'value or cost of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'price' means 'value or cost of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'price' comes from the Latin word 'pretium', meaning value or worth.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'priceless' means something that is very cheap and easy to buy.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'overpriced' contains the prefix 'over', meaning too much.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'-less' to 'price' creates a word meaning without a price or value.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'under' in 'underpriced' means the same thing as the prefix 'over'.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or cost of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pretium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deciding how much something costs.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costs a lot of money; expensive.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you pay to buy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costs more money than it is really worth.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costs less money than it is really worth.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valuable that you cannot put a price on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given a cost or value.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of the new book was written on a sticker on the front cover.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thought the toy was overpriced, so she decided not to buy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painting was priceless because it had been in the family for hundreds of years.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shopkeeper thought the jacket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necklace was a real bargain!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items carefully, the store found that some goods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others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/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/ too little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or cost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value or cost of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underpriced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'price' — 3-Day Teaching Deck</dc:title>
  <dc:subject>PptxGenJS Presentation</dc:subject>
  <dc:creator>Word Labs</dc:creator>
  <cp:lastModifiedBy>Word Labs</cp:lastModifiedBy>
  <cp:revision>1</cp:revision>
  <dcterms:created xsi:type="dcterms:W3CDTF">2026-04-03T03:27:08Z</dcterms:created>
  <dcterms:modified xsi:type="dcterms:W3CDTF">2026-04-03T03:27:08Z</dcterms:modified>
</cp:coreProperties>
</file>