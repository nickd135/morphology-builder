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'price'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amount of money something costs"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'price' — the amount of money something costs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'price' means 'the amount of money something costs'.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'price'.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'price'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'price'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'price' means 'the amount of money something costs'.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'price'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'price'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'price' means 'the amount of money something costs'.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'priced' means 'given a particular cost'.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'price' means 'the colour of an object'.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'priced' means 'painted a bright colour'.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'price' means 'the amount of money something costs'.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'price'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amount of money something costs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'price'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98094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98094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39826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4573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74573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64184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05332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5332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of money that things cost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particular cost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'price'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'price'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of the new bike was too high for her savings.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jacket was priced at twenty dollars in the sale.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at the shop went up just before the holidays.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manager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stock before the store opens. The ancient painting in the museum is considered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priceless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shops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goods near tourist attractions.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hotel room wasn't worth the money. The company was fined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overpricing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medicines.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overpricing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money something costs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'price' = the amount of money something costs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'price'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'price' — 3-Day Teaching Deck</dc:title>
  <dc:subject>PptxGenJS Presentation</dc:subject>
  <dc:creator>Word Labs</dc:creator>
  <cp:lastModifiedBy>Word Labs</cp:lastModifiedBy>
  <cp:revision>1</cp:revision>
  <dcterms:created xsi:type="dcterms:W3CDTF">2026-07-07T10:22:41Z</dcterms:created>
  <dcterms:modified xsi:type="dcterms:W3CDTF">2026-07-07T10:22:41Z</dcterms:modified>
</cp:coreProperties>
</file>