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'price' has very few longer words built from it, so this deck practises adding the suffixes -ed, -ing, -less and -s to the base (Years 3–4). Only 6 words with 'price'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-s really means 'more than one, or someone does it now'.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prices at the school canteen went up this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'price'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amount of money something costs"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'price' has very few longer words built from it, so this deck practises adding the suffixes -ed, -ing, -less and -s to the base (Years 3–4). Only 6 words with 'price'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'price' — the amount of money something costs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to add the suffixes -ed, -ing, -less and -s to the base 'price' and spell the new words correctly.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each suffix tells us (for example, -ed means it has already happened).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the spelling rule (drop the e) when I add a suffix.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'price'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'price' means 'the amount of money something costs'. You can find it in 'priced'.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'overpriced', 'over-' means 'too much'.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'priceless', '-less' means 'without'.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'priced',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'pricing',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'prices',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'priced', the suffix '-ed' tells us it has already happened.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'pricing', the suffix '-ing' tells us it has already happened.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 'prices', the suffix '-s' tells us more than one, or someone does it now.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suffix '-s' tells us it has already happened.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'price'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amount of money something costs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overpriced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'price'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463040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463040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250545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279806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279806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358384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58384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overpriced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365760" y="383133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too expensive for what it actually 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extremely valuable, too valuable to have a price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given a particular cost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amount of money something costs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overpriced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setting the cost of something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the amount of money something costs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given a particular 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setting the cost of something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priceless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extremely valuable, too valuable to have a price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overpriced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too expensive for what it actually is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'price'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'price'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price of the new bike was too high for her savings.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jacket was priced at twenty dollars in the sale.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is pricing the new stock before the store opens.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prices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the school canteen went up this term.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amount of money something costs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'price'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'price' = the amount of money something costs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'price' — Teaching Deck</dc:title>
  <dc:subject>PptxGenJS Presentation</dc:subject>
  <dc:creator>Word Labs</dc:creator>
  <cp:lastModifiedBy>Word Labs</cp:lastModifiedBy>
  <cp:revision>1</cp:revision>
  <dcterms:created xsi:type="dcterms:W3CDTF">2026-10-22T10:14:35Z</dcterms:created>
  <dcterms:modified xsi:type="dcterms:W3CDTF">2026-10-22T10:14:35Z</dcterms:modified>
</cp:coreProperties>
</file>