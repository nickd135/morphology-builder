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'expect'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forward, await"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expectare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'expect' — to look forward, await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'expect' means 'to look forward, await'.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'expect'.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'expect'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'expect'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'expect' means 'to look forward, await'.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'expect'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'expect'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'expect' comes from a Latin word meaning to look forward or await.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'unexpected' means something that you planned for carefully.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'un-' to 'expected' makes it mean the opposite — not expected.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'-ation' can be added to 'expect' to make the noun 'expectation'.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'expect' originally comes from the Greek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'expect'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forward, await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expectare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'expect'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belief that something will happen in a certain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something will happen or that someone will do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excited and hopeful while waiting for something to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for something you believe will happen soon.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happens in a surprising way that nobody planned for.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happens without any warning and was not thought about beforehand.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was thought would happen before it did.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'expect'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'expect'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told the class that she had high expectations for their science project.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surprised by the unexpected rainstorm during the school sports carnival.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expectant crowd waited eagerly for the results of the singing competition to be announced.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unexpected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result left the team full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expectation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next match.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60520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outcome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unexpected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expectant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fans held onto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expectations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team would win.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677363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forward, await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5461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28021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'expect' = to look forward, await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unexpectedly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expectancy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'expect' — 3-Day Teaching Deck</dc:title>
  <dc:subject>PptxGenJS Presentation</dc:subject>
  <dc:creator>Word Labs</dc:creator>
  <cp:lastModifiedBy>Word Labs</cp:lastModifiedBy>
  <cp:revision>1</cp:revision>
  <dcterms:created xsi:type="dcterms:W3CDTF">2026-03-25T03:11:18Z</dcterms:created>
  <dcterms:modified xsi:type="dcterms:W3CDTF">2026-03-25T03:11:18Z</dcterms:modified>
</cp:coreProperties>
</file>