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'expect'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look forward, await"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expectare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'expect' — to look forward, await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'expect' means 'to look forward, await'.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'expect'.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'expect'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'expect'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'expect' means 'to look forward, await'.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'expect'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'expect'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the suffix '-ation' to 'expect' makes the noun 'expectation'.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'expect' comes from a Latin word meaning to look forward or await.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'un-' in 'unexpected' means 'not'.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'unexpected' means something you were fully prepared for.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'expectant' is a verb describing an action.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'expect'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look forward, await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expectare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expectancy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'expect'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happened without any warning or without being thought about beforehand.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something will happen or that someone will arrive.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was surprising because nobody thought it would happen.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waiting for something to happen or arrive.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looking forward to something happening soon.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expectancy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belief or feeling that something will happen in a certain way.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was thought would happen before it did.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'expect'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'expect'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all had high expectations for the school play after seeing how hard the students had practised.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expected the storm to arrive so quickly, so many people were caught without an umbrella.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expectant crowd waited quietly for the principal to announce the winner of the award.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unexpected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result left everyone speechless, and 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expectations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rest of the season changed completely.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having been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having been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having been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91196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546188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109855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waited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expectantly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door, full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expectancy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yet the visitor arrived at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unexpectedly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late hour.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expectancy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546188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60520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having been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having been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having been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585855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expectancy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'expect' — 3-Day Teaching Deck</dc:title>
  <dc:subject>PptxGenJS Presentation</dc:subject>
  <dc:creator>Word Labs</dc:creator>
  <cp:lastModifiedBy>Word Labs</cp:lastModifiedBy>
  <cp:revision>1</cp:revision>
  <dcterms:created xsi:type="dcterms:W3CDTF">2026-04-09T21:58:48Z</dcterms:created>
  <dcterms:modified xsi:type="dcterms:W3CDTF">2026-04-09T21:58:48Z</dcterms:modified>
</cp:coreProperties>
</file>