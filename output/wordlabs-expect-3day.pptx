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6 word families with 'expect' suit Years 3–7, so there is no Day 3 dictation. Day 3 is the word matrix lesson only. Day 2 has 1 dictation word instead of 2. Day 1 shows 3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'expect' really means 'think will happen'.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Our coach has a clear expectation that everyone tries their best.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'expect'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"think will happen"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6 word families with 'expect' suit Years 3–7, so there is no Day 3 dictation. Day 3 is the word matrix lesson only. Day 2 has 1 dictation word instead of 2. Day 1 shows 3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'expect' — think will happen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'expect' means 'think will happen'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'expect'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'expect'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'expect'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'expect' means 'think will happen'. You can find it in 'unexpected'.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'unexpected',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'expectant', '-ant' means 'doing; having the quality of; one who'.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'expect' means 'think will happen'.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'unexpected' means 'not thought likely to happen; surprising'.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'expectant' means 'waiting eagerly or hopefully for something to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'expect'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'expect' means 'think will happen'.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'unexpected' means 'not thought likely to happen; surprising'.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'expectant' means 'waiting eagerly or hopefully for something to happen'.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The base 'expect' means 'to break'.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'expect'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think will happen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unexpected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expectant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'expect'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23113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523744" y="2971800"/>
            <a:ext cx="114300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523744" y="2971800"/>
            <a:ext cx="1143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703320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3995928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995928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4809744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5221224" y="2971800"/>
            <a:ext cx="201168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221224" y="297180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unexpected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waiting eagerly or hopefully for something to happen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to think or believe that something will happen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thought likely to happen; surprising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think or believe that something will happen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unexpected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not thought likely to happen; surprising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expectant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waiting eagerly or hopefully for something to happen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'expect'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'expect'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expect it will rain later today.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unexpected storm caught everyone without umbrellas.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expectant crowd waited outside the theatre for the star to arrive.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coach has a clear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that everyone tries their best.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will happen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will happen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will happen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or process of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975104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75104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529584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3602736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02736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pec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5157216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5230368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30368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84848" y="3364992"/>
            <a:ext cx="731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858000" y="3364992"/>
            <a:ext cx="155448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3364992"/>
            <a:ext cx="1554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tion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x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87952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87952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'expect'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'expect' = think will happen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-ation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expectation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'expect'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