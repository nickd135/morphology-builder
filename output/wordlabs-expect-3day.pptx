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will happen"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'expect' — think will happen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'expect' means 'think will happen'.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'expect' means 'think will happen'.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'expect' means 'think will happen'.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'expect' means 'to think or believe that something will happen'.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'expect' means 'to throw something away'.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'expects' means 'cleans something using a cloth'.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'expects' means 'believes something will happen (used for he, she, or it)'.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will happen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believing that something is going to happen soon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or believe that something will happen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something will happen (used for he, she, or it)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likely to happen, or having anticipated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expect it will rain later today.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expects to finish his homework before dinner.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expected the bus to arrive at nine o'clock.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caught everyone without umbrellas.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crowd waited outside the theatre for the star to arrive.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dog looked at the door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expectantly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waiting for its owner. There was a high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team would win the final. The teacher explained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project clearly.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will happen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think will happen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'expect'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