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'fresh'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"new; recently made"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'fresh' — new; recently made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'fresh' means 'new; recently made'.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'fresh'.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'fresh'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'fresh'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'fresh' means 'new; recently made'.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'fresh'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'fresh'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'freshen' means 'to break something into tiny pieces'.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'fresh' means 'new; recently made'.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'fresh' means 'newly made, grown, or obtained; not stale or old'.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'fresh' means 'extremely heavy and difficult to lift'.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'freshen' means 'to make something newer, cleaner, or more lively'.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'fresh'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new; recently made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'fresh'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newly made, grown, or obtained; not stale or old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recently or newly done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new, clean, or lively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feel new again, or to reload something like a web page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newer, cleaner, or more lively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new, clean, or lively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newer, cleaner, or more lively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'fresh'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'fresh'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bought fresh bread from the bakery this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window to freshen the stuffy classroom.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milk tastes fresher than the carton we bought last week.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morning air made her feel awake. After a good night's sleep, Maya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refreshed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ready for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breeze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freshening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warm afternoon air.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refreshing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swim in the lake cooled us down on the hot day. The tired hikers stopped for some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refreshment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cafe.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new; recently made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'fresh' = new; recently made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'fresh'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refresh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freshened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'fresh' — 3-Day Teaching Deck</dc:title>
  <dc:subject>PptxGenJS Presentation</dc:subject>
  <dc:creator>Word Labs</dc:creator>
  <cp:lastModifiedBy>Word Labs</cp:lastModifiedBy>
  <cp:revision>1</cp:revision>
  <dcterms:created xsi:type="dcterms:W3CDTF">2026-07-07T10:22:40Z</dcterms:created>
  <dcterms:modified xsi:type="dcterms:W3CDTF">2026-07-07T10:22:40Z</dcterms:modified>
</cp:coreProperties>
</file>