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'fresh'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"new, clean, not stale"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friscus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'fresh' — new, clean, not stale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'fresh' means 'new, clean, not stale'.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'fresh'.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'fresh'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'fresh'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'fresh' means 'new, clean, not stale'.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'fresh'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'fresh'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'Freshness' means the quality of being new and clean.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'refresh' contains the root 'fresh'.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'-ly' in 'freshly' turns the word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'fresh' comes from the Greek word for water.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're-' before 'fresh' means to make something fresh again.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'fresh'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new, clean, not stale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friscus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unfresh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'fresh'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feel newer, cleaner, or cooler.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feel new and full of energy again.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new, clean, and not stale.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feel cool, awake, and full of energy.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new or clean; something that has gone stale or old.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drink or snack that gives you energy and makes you feel better.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unfresh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very recently, in a new and clean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'fresh'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'fresh'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hike, the freshness of the cool mountain air made everyone feel much better.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used a lavender freshener to make her bedroom smell clean and pleasant.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refresh their memory by reading over their notes before the test.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morning air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refreshing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such a hot night.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freshener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room, and everyone found the smell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pleasant.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clean, not stale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unfresh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'fresh' — 3-Day Teaching Deck</dc:title>
  <dc:subject>PptxGenJS Presentation</dc:subject>
  <dc:creator>Word Labs</dc:creator>
  <cp:lastModifiedBy>Word Labs</cp:lastModifiedBy>
  <cp:revision>1</cp:revision>
  <dcterms:created xsi:type="dcterms:W3CDTF">2026-04-10T00:51:06Z</dcterms:created>
  <dcterms:modified xsi:type="dcterms:W3CDTF">2026-04-10T00:51:06Z</dcterms:modified>
</cp:coreProperties>
</file>