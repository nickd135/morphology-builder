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'fresh'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'fresher' really means 'more new, clean, or lively'.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cold drink of water will refresh you after the cross-country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'fresh'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"new; recently made"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'fresh'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'fresh' — new; recently made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'fresh' means 'new; recently made'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'fresh'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'fresh'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'fresh'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'fresh' means 'new; recently made'. You can find it in 'freshen'.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'refresh', 're-' means 'again; 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'fresher',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'fresh' means 'new; recently made'.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'freshen' means 'to make something newer, cleaner, or more lively'.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'fresher' means 'recently or newly done'.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'freshly' means 'recently or newly done'.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'freshness' means 'the quality of being new, clean, or lively'.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'fresh' means 'new; recently made'.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'freshen' means 'to make something newer, cleaner, or more lively'.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'fresher' means 'recently or newly done'.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'freshly' means 'recently or newly done'.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'freshness' means 'the quality of being new, clean, or lively'.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'fresh'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new; recently made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'fresh'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newer, cleaner, or more lively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newly made, grown, or obtained; not stale or old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quality of being new, clean, or lively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more new, clean, or lively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recently or newly done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newly made, grown, or obtained; not stale or 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newer, cleaner, or more lively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new, clean, or lively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recently or newly done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quality of being new, clean, or lively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'fresh'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'fresh'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fresh bread from the bakery this morning.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window to freshen the stuffy classroom.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milk tastes fresher than the carton we bought last week.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 drink of water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after the cross-country run.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new; recently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new; recently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new; recently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'fresh'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'fresh' = new; recently made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'fresh'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