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'fresh'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"new, clean, not stale"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friscus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'fresh' — new, clean, not stale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'fresh' means 'new, clean, not stale'.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'fresh'.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'fresh'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'fresh'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'fresh' means 'new, clean, not stale'.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'fresh'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'fresh'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'refresh' contains the root 'fresh'.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'fresh' means old and stale.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'freshness' uses the suffix '-ness' to make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'refreshment' can describe a drink or snack that restores energy.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'refresh' means against.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'fresh'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new, clean, not stale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friscus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unfresh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'fresh'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cleaner, newer, or more pleasant.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feel new or clean again.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new, clean, or not stale.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you feel cool, awake, or renewed.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fresh; stale or no longer new.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snack or drink that helps restore your energy.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unfresh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very recently, in a new or clean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'fresh'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'fresh'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hike, a glass of cold water was the most refreshing thing I had ever tasted.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baker put out freshly baked bread every morning so the shop smelled wonderful.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at the service station for some refreshments before continuing our road trip.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refreshing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lemonade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freshly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picked strawberries were perfect for a hot summer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refreshed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themselves with cold drinks,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evening air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freshly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cut grass made everyone feel calm.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new, clean, not stale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unfresh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freshwater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'fresh' — 3-Day Teaching Deck</dc:title>
  <dc:subject>PptxGenJS Presentation</dc:subject>
  <dc:creator>Word Labs</dc:creator>
  <cp:lastModifiedBy>Word Labs</cp:lastModifiedBy>
  <cp:revision>1</cp:revision>
  <dcterms:created xsi:type="dcterms:W3CDTF">2026-04-03T03:26:30Z</dcterms:created>
  <dcterms:modified xsi:type="dcterms:W3CDTF">2026-04-03T03:26:30Z</dcterms:modified>
</cp:coreProperties>
</file>