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'tend'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stretch, reach, or extend"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tendere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'tend' — to stretch, reach, or extend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'tend' means 'to stretch, reach, or extend'.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'tend'.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'tend'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'tend'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'tend' means 'to stretch, reach, or extend'.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'tend'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'tend'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'tend' comes from a Latin word meaning to stretch or reach.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'pretend' means to pay close attention to something.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'extend' contains the root 'tend' meaning to stretch.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'at' in 'attend' helps mean reaching toward something.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'intend' means to forget about a plan completely.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'tend'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stretch, reach, or extend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tendere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tendency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'tend'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to or be present at something, like attending school.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longer, bigger, or to stretch it out further.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usually does something in a certain way, like having a tendency to laugh a lot.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plan or mean to do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pretend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as if something is true when it is not, like in imaginative play.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tendency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focus your mind carefully on something or someone.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compete or struggle against someone or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'tend'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'tend'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attend the school assembly tomorrow morning so you don't miss any important announcements.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decided to extend her science project by adding an extra experiment to her report.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didn't intend to knock over the paint, but it spilled all over the floor.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excursion, or did you forget to hand in your form?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reach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reach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reach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pay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ideas,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pretend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 were explorers on a new planet.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pretend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reach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'd' changes to 't' before -ion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reach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'd' changes to 't' before -ion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reach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'd' changes to 't' before -ion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outward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outward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outward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to stretch, reach, or extend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pretend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tendency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'tend' — 3-Day Teaching Deck</dc:title>
  <dc:subject>PptxGenJS Presentation</dc:subject>
  <dc:creator>Word Labs</dc:creator>
  <cp:lastModifiedBy>Word Labs</cp:lastModifiedBy>
  <cp:revision>1</cp:revision>
  <dcterms:created xsi:type="dcterms:W3CDTF">2026-03-25T03:55:07Z</dcterms:created>
  <dcterms:modified xsi:type="dcterms:W3CDTF">2026-03-25T03:55:07Z</dcterms:modified>
</cp:coreProperties>
</file>