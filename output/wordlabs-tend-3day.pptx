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9 word families with 'tend' suit Years 3–7, so Day 3 has 1 dictation word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'pretend' really means 'to act as if something is true when it isn't'.
'extend' really means 'to make something longer, bigger, or last more time'.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intend to use the extendable ladder to clean the gutters.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class had perfect attendance this week, so we earned extra time on the 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'tend'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"stretch; reach"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9 word families with 'tend' suit Years 3–7, so Day 3 has 1 dictation word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'tend' — stretch; reach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'tend' means 'stretch; reach'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'tend'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'tend'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'tend'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'tend' means 'stretch; reach'. You can find it in 'extend'.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'extend', 'ex-' means 'out of; former'.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'attendees', '-ee' means 'person who receives'.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'tend' means 'stretch; reach'.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'attendees' means 'the people who are present at an event'.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'pretend' means 'to make something longer, bigger, or last more time'.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'attendant' means 'a person whose job is to help or serve people in a particular place'.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'extend' means 'to act as if something is true when it isn't'.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'tend' means 'stretch; reach'.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'attendees' means 'the people who are present at an event'.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'pretend' means 'to make something longer, bigger, or last more time'.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'attendant' means 'a person whose job is to help or serve people in a particular place'.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'extend' means 'to act as if something is true when it isn't'.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'tend'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stretch; reach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pretend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attendees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'tend'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-ance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463040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463040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at-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23113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523744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523744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42900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372160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72160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-ee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489704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782312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782312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596128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6007608" y="3374136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07608" y="3374136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attendees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365760" y="38313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at- before 't'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whose job is to help or serve people in a particular place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people who are present at an event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pretend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make something longer, bigger, or last more 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attendees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look after or take care of something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act as if something is true when it isn't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look after or take care of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make something longer, bigger, or last more time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pretend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act as if something is true when it isn't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attendees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people who are present at an event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person whose job is to help or serve people in a particular place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'tend'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'tend'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likes to tend the garden every weekend.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like to pretend they are pirates sailing the seas.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attendees signed the guest book before the concert began.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intend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use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extendable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ladder to clean the gutters.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stretch; reach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stretch; reach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stretch; reach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stretch; reach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stretch; reach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stretch; reach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class had perfect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week, so we earned extra time on the oval.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at- before 't'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stretch; reach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at- before 't'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stretch; reach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at- before 't'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stretch; reach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'tend' = stretch; reach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603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-ance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4657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extendable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18304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18304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intend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894576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94576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'tend'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