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"stretch; reach"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'tend' — stretch; reach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'tend' means 'stretch; reach'.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'tend' means 'stretch; reach'.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'tends' means 'argues loudly with someone'.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'tends' means 'looks after something, or usually does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'tend' means 'to argue loudly with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'tend' means 'to look after or take care of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'tend' means 'stretch; reach'.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stretch; reach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32511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32511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 or take care of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to or be present at an event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 and caring, or sore to the touch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plan or purpose to do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after or took care of something, in the past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plan or purpose to do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after something, or usually does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likes to tend the garden every weekend.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tends to arrive early for every meeting.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students must attend the assembly on Monday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gift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sister, not for her. The flight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attendant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us to our seats.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attendees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signed the guest book before the concert began. I am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 cousin's birthday party this weekend. The teacher marks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stretch;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stretch; reach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'tend'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