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"stretch, reach, or extend"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'tend' — stretch, reach, or extend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'tend' means 'stretch, reach, or extend'.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'tend' means 'stretch, reach, or extend'.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'tend' comes from a Latin word meaning to stretch or reach.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'attend' contains the root 'tend'.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'pretend' means to stretch something out to make it longer.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'tend' originally came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'ex' in 'extend' means out or beyond.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stretch, reach, or extend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to or be present at something, like attending school.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make something longer or bigger.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usually behaves in a certain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plan to do something on purpose.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as if something is true when it is not, like playing make-believe.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and gentle, or something that is easy to hurt.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compete or struggle against someone or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extend the table so everyone has enough room to sit down for dinner.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didn't intend to break the vase — it was a complete accident.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students must attend the assembly in the hall tomorrow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project before it is due?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 calm, but she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tendency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get nervous.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stretch, reach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'tend' = stretch, reach, or extend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'tend' — 3-Day Teaching Deck</dc:title>
  <dc:subject>PptxGenJS Presentation</dc:subject>
  <dc:creator>Word Labs</dc:creator>
  <cp:lastModifiedBy>Word Labs</cp:lastModifiedBy>
  <cp:revision>1</cp:revision>
  <dcterms:created xsi:type="dcterms:W3CDTF">2026-04-10T00:29:42Z</dcterms:created>
  <dcterms:modified xsi:type="dcterms:W3CDTF">2026-04-10T00:29:42Z</dcterms:modified>
</cp:coreProperties>
</file>