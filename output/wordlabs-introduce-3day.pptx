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'introduce'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"bring in; present"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Core English root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'introduce' — bring in; present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'introduce'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'introduce' = bring in; present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'introduce' means 'bring in; present'.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'introduce'.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'introduce'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'introduce'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'introduce'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'introduce' = bring in; present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'introduce' means 'bring in; present'.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'introduce'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'introduce'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'introduce'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'introduce' = bring in; present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'introduce' means 'bring in; present'.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'introduce' means 'to remove something old and useless'.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'introduce' means 'to bring someone or something new to a group for the first time'.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'introduce'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'introduce'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'introduce' = bring in; present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'introduce'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bring in; present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Core English root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introduce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'introduce'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'introduce'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'introduce' = bring in; present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'introduce'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introduce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365760" y="32644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1508760" y="32644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1508760" y="32644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2359152" y="32644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2706624" y="3264408"/>
            <a:ext cx="1975104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2706624" y="3264408"/>
            <a:ext cx="19751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'introduce'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4709160" y="32644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38" name="Shape 36"/>
          <p:cNvSpPr/>
          <p:nvPr/>
        </p:nvSpPr>
        <p:spPr>
          <a:xfrm>
            <a:off x="5056632" y="32644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9" name="Text 37"/>
          <p:cNvSpPr/>
          <p:nvPr/>
        </p:nvSpPr>
        <p:spPr>
          <a:xfrm>
            <a:off x="5056632" y="32644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5952744" y="32644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41" name="Shape 39"/>
          <p:cNvSpPr/>
          <p:nvPr/>
        </p:nvSpPr>
        <p:spPr>
          <a:xfrm>
            <a:off x="6364224" y="32644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364224" y="32644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introduce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'introduce'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'introduce'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'introduce' = bring in; present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introduce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bring someone or something new to a group for the first time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'introduce'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'introduce'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'introduce' = bring in; present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'introduce'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teacher will introduce the new student to the class tomorrow.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scientist introduced a new species of frog to the wetland reserve.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episode, the host introduces a different guest to the audience.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'introduce'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'introduce' = bring in; present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'introduce'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'introduce' = bring in; present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scientist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introduced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 new species of frog to the wetland reserve. Every episode, the host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introduces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 different guest to the audience.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introduced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introduces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'introduce'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'introduce' = bring in; present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introduced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'introduce'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'introduce' = bring in; present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introduced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introduce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 in; present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'introduce'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'introduce' = bring in; present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introduced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introduce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 in; present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duced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'introduce'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'introduce' = bring in; present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introduced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introduce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 in; present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duced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u_e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'introduce'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'introduce' = bring in; present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introduces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'introduce'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'introduce' = bring in; present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introduces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introduce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 in; present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'introduce'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'introduce' = bring in; present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introduces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introduce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 in; present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duc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'introduce'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'introduce' = bring in; present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introduces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introduce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 in; present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duc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u_e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'introduce'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'introduce' = bring in; present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'introduce'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'introduce' = bring in; present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Introducing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new vocabulary each week helps students build their word knowledge. The zoo plans to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reintroduce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tigers to their natural habitat. Farmers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reintroduced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old crop rotation system last year.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introducing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reintroduce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reintroduced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'introduce'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'introduce' = bring in; present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introducing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'introduce'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'introduce' = bring in; present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introducing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introduce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 in; present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'introduce'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'introduce' = bring in; present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introducing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introduce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 in; present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duc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'introduce'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'introduce' = bring in; present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introducing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introduce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 in; present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duc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951828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951828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60520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0520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25858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25858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391196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91196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56535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56535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521873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21873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587211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87211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652549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52549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717887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17887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7832252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7832252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'introduce'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'introduce' = bring in; present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reintroduce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'introduce'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'introduce' = bring in; present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reintroduce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introduce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 in; present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'introduce'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'introduce' = bring in; present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reintroduce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introduce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 in; present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tro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duce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'introduce'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'introduce' = bring in; present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reintroduce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introduce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 in; present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tro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duce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951828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951828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60520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0520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25858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25858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391196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91196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56535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56535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521873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21873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587211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87211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652549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52549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717887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17887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u_e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7832252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7832252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'introduce'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'introduce' = bring in; present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reintroduced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'introduce'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'introduce' = bring in; present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reintroduced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introduce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 in; present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'introduce'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'introduce' = bring in; present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reintroduced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introduce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 in; present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tro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duced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'introduce'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'introduce' = bring in; present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reintroduced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introduce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 in; present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tro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duced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2244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2244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546188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546188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140133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140133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3734077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734077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328021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328021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4921966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4921966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5515910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515910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6109855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6109855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6703799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703799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u_e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7297743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7297743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7891688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7891688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'introduce'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'introduce' = bring in; present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'introduce'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'introduce'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'introduce' = bring in; present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'introduce'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introduce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introduce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'introduce' — 3-Day Teaching Deck</dc:title>
  <dc:subject>PptxGenJS Presentation</dc:subject>
  <dc:creator>Word Labs</dc:creator>
  <cp:lastModifiedBy>Word Labs</cp:lastModifiedBy>
  <cp:revision>1</cp:revision>
  <dcterms:created xsi:type="dcterms:W3CDTF">2026-07-07T10:22:34Z</dcterms:created>
  <dcterms:modified xsi:type="dcterms:W3CDTF">2026-07-07T10:22:34Z</dcterms:modified>
</cp:coreProperties>
</file>