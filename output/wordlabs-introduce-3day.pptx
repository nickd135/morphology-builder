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'introduce' has very few longer words built from it, so this deck practises adding the suffixes -ed, -ing and -s to the base (Years 3–4). Only 6 words with 'introduce'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Each morning, our teacher introduces a new word of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'introduce'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"bring in; present"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'introduce' has very few longer words built from it, so this deck practises adding the suffixes -ed, -ing and -s to the base (Years 3–4). Only 6 words with 'introduce'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'introduce' — bring in; present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 and -s to the base 'introduce'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'introduce'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'introduce' means 'bring in; present'. You can find it in 'introduced'.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'reintroduce',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'introducing',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'introduced',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'introducing',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'introduces',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'introduced',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'introducing',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'introduces',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'introduce'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 in; present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'introduce'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2971800"/>
            <a:ext cx="15544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29718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40740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40740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2122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632704" y="2971800"/>
            <a:ext cx="232257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32704" y="297180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bringing someone or something new to a group for the first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bring someone or something new to a group for the first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brought something back into use again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bring something back into use again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brought someone or something new to a group for the first time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bring someone or something new to a group for the first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brought someone or something new to a group for the first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bring something back into use again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bringing someone or something new to a group for the first time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brought something back into use again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'introduce'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'introduce'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will introduce the new student to the class tomorrow.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introduced a new species of frog to the wetland reserve.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zoo plans to reintroduce the tigers to their natural habitat.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morning, our teacher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introduces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new word of the 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'introduce'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'introduce' = bring in; present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'introduce'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