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'introduce'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"lead or bring into"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introducere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'introduce' — lead or bring into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'introduce' means 'lead or bring into'.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'introduce'.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'introduce'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'introduce'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'introduce' means 'lead or bring into'.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'introduce'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'introduce'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'introduction' contains the root 'introduce'.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'introduce' comes from the Greek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'Introductory' means relating to a beginning or first presentation.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'Introducing' can be used to describe the act of presenting someone right now.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're' in 'reintroduce' means 'never' or 'not'.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'introduce'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 or bring into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introducere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'introduce'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97510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7091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0566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566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527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642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642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something that comes at the very beginning to help you get started.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someone or something new to a person or group for the first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bringing someone or something new to others at this moment.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at the beginning where you meet someone or learn about something new.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time when people are brought together to meet each other.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brings a new person or thing to others right now.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when someone was brought to meet others or when something new was presented.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'introduce'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'introduce'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each student to introduce themselves to the class at the start of the year.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introduction to the book explained what the story would be about and made us excited to read 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are reintroducing the quoll into parts of Australia where it used to live.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introductory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lesson was exciting, and the teacher began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new topic with a fun activity.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inward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of the kind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inward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of the kind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inward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of the kind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763534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inward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inward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inward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52549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speaker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reintroduced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topic,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made between all the new students.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inward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inward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inward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109855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inward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inward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inward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inward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inward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inward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763534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85237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'introduce' = lead or bring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'introduce'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introductory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reintroduce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'introduce' — 3-Day Teaching Deck</dc:title>
  <dc:subject>PptxGenJS Presentation</dc:subject>
  <dc:creator>Word Labs</dc:creator>
  <cp:lastModifiedBy>Word Labs</cp:lastModifiedBy>
  <cp:revision>1</cp:revision>
  <dcterms:created xsi:type="dcterms:W3CDTF">2026-04-09T22:02:18Z</dcterms:created>
  <dcterms:modified xsi:type="dcterms:W3CDTF">2026-04-09T22:02:18Z</dcterms:modified>
</cp:coreProperties>
</file>