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'introduce'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"bring something in formally"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introducere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'introduce' — bring something in formally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'introduce' means 'bring something in formally'.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'introduce'.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'introduce'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'introduce'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'introduce' means 'bring something in formally'.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'introduce'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'introduce'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'introduce'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'introductory' means to remove something completely.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're-' to 'introduce' makes 'reintroduce', meaning to introduce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'introduction' is the opening part of a speech or book where ideas are first presented.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'-tion' in 'introduction' turns the word into an adjective.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'introduce'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bring something in formally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introducere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'introduce'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7091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566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566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527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642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642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something or someone back and present them again.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present someone or something for the first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in the middle of presenting someone or something new.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at the beginning where something or someone is presented for the first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comes first or helps you get started, like an introductory lesson.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person presents someone or something to others right now.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has already been presented or brought in for the first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'introduce'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'introduce'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each student to introduce themselves to the class at the start of the year.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wrote a brilliant introduction that made everyone excited to read the rest of the book.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worked hard on the reintroduction of the quoll into parts of the Australian bush.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ranger explained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reintroduction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bilbies, giving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talk at the wildlife centre.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475560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978078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reintroduced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topic,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slides helped the audience understand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climate science.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formally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something in formally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'introduce' — 3-Day Teaching Deck</dc:title>
  <dc:subject>PptxGenJS Presentation</dc:subject>
  <dc:creator>Word Labs</dc:creator>
  <cp:lastModifiedBy>Word Labs</cp:lastModifiedBy>
  <cp:revision>1</cp:revision>
  <dcterms:created xsi:type="dcterms:W3CDTF">2026-03-25T03:14:33Z</dcterms:created>
  <dcterms:modified xsi:type="dcterms:W3CDTF">2026-03-25T03:14:33Z</dcterms:modified>
</cp:coreProperties>
</file>