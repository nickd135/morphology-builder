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'clean'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'clean' really means 'free from dirt'.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chef said cleanliness is the most important rule in the kitchen.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'clean'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 from dirt"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'clean'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'clean' — free from dirt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'clean' means 'free from dirt'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'clean'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'clean'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'clean'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'clean' means 'free from dirt'. You can find it in 'cleanly'.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'cleanly', '-ly' means 'in a way'.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'cleaner', '-er' means 'person or 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'clean' means 'free from dirt'.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'cleaner' means 'a person or product that removes dirt, or more free from dirt than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'cleanly' means 'in a clean, neat, or precise way'.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'clean'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'clean' means 'free from dirt'.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'cleaner' means 'a person or product that removes dirt, or more free from dirt than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'cleanly' means 'in a clean, neat, or precise way'.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'clean'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'clean'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from dirt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'clean'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0545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9806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9806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1188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023360" y="2569464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2569464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or product that removes dirt, or more free from dirt than something else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free from dirt or mess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a clean, neat, or precise way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free from dirt or mess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in a clean, neat, or precise 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or product that removes dirt, or more free from dirt than something else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'clean'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'clean'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keep your bedroom clean.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gymnast landed cleanly after her final jump.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cleaner mopped the school hall every evening.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chef said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most important rule in the kitchen.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cleanliness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cleanliness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cleanliness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from dirt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cleanliness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from dirt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cleanliness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from dirt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'clean'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'clean' = free from dirt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cleanliness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'clean'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