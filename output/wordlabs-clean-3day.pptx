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'clean'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"free from dirt or impurity"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clarus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'clean' — free from dirt or impurity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'clean' means 'free from dirt or impurity'.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'clean'.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'clean'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'clean'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'clean' means 'free from dirt or impurity'.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'clean'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'clean'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'unclean' uses the prefix 'un' to mean 'not clean'.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'cleaner' can describe a person whose job is to remove dirt.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'clean' comes from a Greek word meaning 'to wash'.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'-ly' in 'cleanly' changes the word to mean 'the most clean'.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suffix '-ness' to 'clean' makes the noun 'cleanliness'.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'clean'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from dirt or impurity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clarus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reclean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'clean'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squeaky-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spring-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clean something again because it wasn't clean enough the first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or quality of keeping things clean and free from dirt.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clean; dirty or impure.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removing dirt or mess from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removes dirt and makes something clean.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clean and tidy way, without making a mess.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reclean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clean of all — not dirty at all.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'clean'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'clean'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art lesson, the teacher asked everyone to clean their brushes carefully before putting them away.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cleaner at our school works very hard every afternoon to make sure the classrooms are tidy and spotless.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reminded us that cleanliness in the kitchen is important so that we don't spread germs when we cook.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playing in the mud, she needed a thorough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her mum said the bathroom had never looked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thoroughly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thoroughly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thoroughly clean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more, or 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more, or 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more, or 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unclean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surfaces were scrubbed until they shone; Jayden then sprayed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scented mist, making the whole room feel fresh, and finally handed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supplies back to his teacher.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 or impurity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squeaky-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spring-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reclean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'clean' — 3-Day Teaching Deck</dc:title>
  <dc:subject>PptxGenJS Presentation</dc:subject>
  <dc:creator>Word Labs</dc:creator>
  <cp:lastModifiedBy>Word Labs</cp:lastModifiedBy>
  <cp:revision>1</cp:revision>
  <dcterms:created xsi:type="dcterms:W3CDTF">2026-04-10T00:47:10Z</dcterms:created>
  <dcterms:modified xsi:type="dcterms:W3CDTF">2026-04-10T00:47:10Z</dcterms:modified>
</cp:coreProperties>
</file>