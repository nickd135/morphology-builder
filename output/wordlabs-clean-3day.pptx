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'clean'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"free from dirt"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'clean' — free from dirt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'clean' means 'free from dirt'.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'clean'.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'clean'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'clean'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'clean' means 'free from dirt'.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'clean'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'clean'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'clean' means 'very quiet and calm'.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'clean' means 'free from dirt'.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'cleans' means 'makes something dirty'.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'cleans' means 'makes something free of dirt'.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'clean' means 'free from dirt or mess'.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'clean'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 from dirt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'clean'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something free of dirt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product that removes dirt, or more free from dirt than something else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or not clean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clean, neat, or precise way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 or mess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something free from dirt (in the past)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'clean'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'clean'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keep your bedroom clean.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cleans her room every Saturday morning.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cleaned her room before her friends arrived.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cleaners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arrive at the office early each morning. Our classroom was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cleanest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whole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 spent the morning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car. The nurse used an antiseptic wipe for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cleansing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wound. The hotel was famous for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cleanliness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cleanliness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dirt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'clean' = free from dirt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'clean'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'clean' — 3-Day Teaching Deck</dc:title>
  <dc:subject>PptxGenJS Presentation</dc:subject>
  <dc:creator>Word Labs</dc:creator>
  <cp:lastModifiedBy>Word Labs</cp:lastModifiedBy>
  <cp:revision>1</cp:revision>
  <dcterms:created xsi:type="dcterms:W3CDTF">2026-07-07T10:22:40Z</dcterms:created>
  <dcterms:modified xsi:type="dcterms:W3CDTF">2026-07-07T10:22:40Z</dcterms:modified>
</cp:coreProperties>
</file>