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'clean'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dirt, pure"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clarus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'clean' — free from dirt, pure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'clean' means 'free from dirt, pure'.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'clean'.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'clean'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'clean'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'clean' means 'free from dirt, pure'.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'clean'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'clean'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'unclean' means not clean or dirty.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'clean'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'-ly' to 'clean' makes an adverb meaning in a clean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'cleanliness' contains the root 'clean'.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'cleaner' means the same thing as 'cleanest'.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'clean'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dirt, pure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clarus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'clean'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making something free from dirt.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of keeping yourself or things free from dirt.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clean something again because it wasn't clean enough.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clean; dirty or impure.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removes dirt and mess.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neat and tidy way, without making a mess.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free from dirt of all things being compared.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'clean'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'clean'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art project, the teacher asked everyone to cleaning up their workspace carefully.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the cleanest student in the class because she always washed her hands before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cleaner worked very hard each evening to make sure the classrooms were spotless.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scrubbed the floors until everything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unclean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more!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carefully that even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uncleanliness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old storeroom disappeared!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uncleanliness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dirt, pure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'clean' — 3-Day Teaching Deck</dc:title>
  <dc:subject>PptxGenJS Presentation</dc:subject>
  <dc:creator>Word Labs</dc:creator>
  <cp:lastModifiedBy>Word Labs</cp:lastModifiedBy>
  <cp:revision>1</cp:revision>
  <dcterms:created xsi:type="dcterms:W3CDTF">2026-04-03T03:22:38Z</dcterms:created>
  <dcterms:modified xsi:type="dcterms:W3CDTF">2026-04-03T03:22:38Z</dcterms:modified>
</cp:coreProperties>
</file>