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'manage'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"control, handle, or direct"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manus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'manage' — control, handle, or direct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'manage'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'manage' = control, handle, or direct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'manage' means 'control, handle, or direct'.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'manage'.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'manage'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'manage'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'manage'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'manage' = control, handle, or direct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'manage' means 'control, handle, or direct'.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'manage'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'manage'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'manage'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'manage' = control, handle, or direct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'manage' comes from the Latin word 'manus', meaning hand.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A 'manager' is someone who follows instructions from everyone else.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suffix '-ment' in 'management' turns a verb into a noun.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Something described as 'manageable' is easy enough to deal with.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prefix 'mis-' in 'mismanage' means to do something very well.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'manage'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'manage'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'manage' = control, handle, or direct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'manage'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control, handle, or direct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manus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manage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manager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management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manageable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managing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mismanage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unmanageable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'manage'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'manage'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'manage' = control, handle, or direct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'manage'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manage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178808"/>
            <a:ext cx="1536192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178808"/>
            <a:ext cx="15361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'manage'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398264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745736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745736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916168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327648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327648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manage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'manage'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'manage'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'manage' = control, handle, or direct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manage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difficult or wild to control or deal with.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manager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is easy enough to handle or deal with.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management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Currently being in charge of or dealing with something.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manageable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of being in charge of and organising something.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managing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handle something badly or make poor decisions about it.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mismanage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in charge of something and make it work well.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unmanageable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is in charge of a team, shop, or organisation.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'manage'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'manage'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'manage' = control, handle, or direct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'manage'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 captain had to manage the assembly while the principal was away.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teacher said that breaking the project into smaller parts would make it more manageable.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mismanagement of the school canteen meant that many students missed out on lunch.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'manage'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'manage' = control, handle, or direct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'manage'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'manage' = control, handle, or direct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new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manager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explained that good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management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would help the team succeed.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manager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management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'manage'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'manage' = control, handle, or direct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manager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'manage'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'manage' = control, handle, or direct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manager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manage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handle or be in charge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'manage'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'manage' = control, handle, or direct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manager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manage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handle or be in charge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'manage'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'manage' = control, handle, or direct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manager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manage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handle or be in charge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'manage'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'manage' = control, handle, or direct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management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'manage'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'manage' = control, handle, or direct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management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manage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handle or be in charge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or result of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'manage'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'manage' = control, handle, or direct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management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manage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handle or be in charge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or result of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'manage'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'manage' = control, handle, or direct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management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manage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handle or be in charge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or result of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444703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/j/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'manage'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'manage' = control, handle, or direct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'manage'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'manage' = control, handle, or direct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Although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mismanagement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had caused problems, the new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manager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believed the project was still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manageable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mismanagement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manager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manageable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'manage'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'manage' = control, handle, or direct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mismanagement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'manage'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'manage' = control, handle, or direct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mismanagement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badly or wrongly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manage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handle or be in charge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or result of something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'manage'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'manage' = control, handle, or direct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mismanagement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badly or wrongly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manage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handle or be in charge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or result of something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'manage'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'manage' = control, handle, or direct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mismanagement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badly or wrongly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manage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handle or be in charge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or result of something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2244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2244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5461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5461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14013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14013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734077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734077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328021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328021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921966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921966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515910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515910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5515910" y="4572000"/>
            <a:ext cx="5436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/j/</a:t>
            </a:r>
            <a:endParaRPr lang="en-US" sz="750" dirty="0"/>
          </a:p>
        </p:txBody>
      </p:sp>
      <p:sp>
        <p:nvSpPr>
          <p:cNvPr id="57" name="Shape 55"/>
          <p:cNvSpPr/>
          <p:nvPr/>
        </p:nvSpPr>
        <p:spPr>
          <a:xfrm>
            <a:off x="6109855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109855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6703799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703799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29774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29774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78916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8916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'manage'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'manage' = control, handle, or direct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manager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'manage'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'manage' = control, handle, or direct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manager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manage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handle or be in charge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'manage'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'manage' = control, handle, or direct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manager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manage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handle or be in charge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'manage'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'manage' = control, handle, or direct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manager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manage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handle or be in charge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'manage'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'manage' = control, handle, or direct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manageable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'manage'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'manage' = control, handle, or direct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manageable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manage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handle or be in charge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 done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'manage'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'manage' = control, handle, or direct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manageable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manage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handle or be in charge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 done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'manage'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'manage' = control, handle, or direct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manageable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manage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handle or be in charge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 done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485089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/j/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'manage'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'manage' = control, handle, or direct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'manage'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'manage'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'manage' = control, handle, or direct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'manage'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manage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manage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manager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management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manageable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managing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mismanage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unmanageable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mismanagement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'manage' — 3-Day Teaching Deck</dc:title>
  <dc:subject>PptxGenJS Presentation</dc:subject>
  <dc:creator>Word Labs</dc:creator>
  <cp:lastModifiedBy>Word Labs</cp:lastModifiedBy>
  <cp:revision>1</cp:revision>
  <dcterms:created xsi:type="dcterms:W3CDTF">2026-03-25T03:16:18Z</dcterms:created>
  <dcterms:modified xsi:type="dcterms:W3CDTF">2026-03-25T03:16:18Z</dcterms:modified>
</cp:coreProperties>
</file>