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'manage'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"control; run"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'manage' — control; run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control; run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'manage' means 'control; run'.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'manage'.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'manage'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'manage'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control; run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'manage' means 'control; run'.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'manage'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'manage'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control; run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'managed' means 'successfully dealt with or was in control of something'.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'managed' means 'completely failed at something'.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'manage' means 'to be in charge of, control, or successfully deal with something'.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'manage' means 'to break something into pieces'.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'manage' means 'control; run'.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'manage'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control; run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control; run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managers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mismanage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'manage'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control; run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1508760" y="46360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1508760" y="4636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2487168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2834640" y="46360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2834640" y="46360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4398264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4745736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4745736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-ee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5641848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4" name="Shape 52"/>
          <p:cNvSpPr/>
          <p:nvPr/>
        </p:nvSpPr>
        <p:spPr>
          <a:xfrm>
            <a:off x="6053328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053328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control; run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handle or organise something in a poor, careless way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in charge of, controls, or successfully deals with something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in charge of running a business, team, or organisation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is in charge of running a business, team, or organisation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managers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in charge of or successfully dealing with something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managing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in charge of, control, or successfully deal with something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mismanage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successfully dealt with or was in control of something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'manage'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control; run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'manage'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has to manage a busy team of ten people.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managed the whole event without any problems.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manager organised the staff rota for the week.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control; run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control; run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mismanaged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budget left the club with no money for new equipment. The company collapsed because of years of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mismanagement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mismanaged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mismanagement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control; run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mismanaged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control; run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mismanaged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control; run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control; run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mismanaged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control; run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control; run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mismanaged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control; run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control; run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mismanagement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control; run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mismanagement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control; run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control; run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mismanagement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control; run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control; run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mismanagement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control; run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control; run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control; run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was promoted to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managerial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role after five years. With some help, the workload became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manageable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 overgrown garden had become completely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unmanageable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managerial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manageable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unmanageable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control; run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managerial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control; run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managerial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control; run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control; run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managerial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control; run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control; run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managerial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control; run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control; run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control; run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control; run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control; run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control; run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control; run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control; run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control; run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unmanageable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control; run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unmanageable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control; run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control; run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unmanageable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control; run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control; run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unmanageable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control; run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receives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control; run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control; run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managed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manager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manages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managers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managing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mismanage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'manage' — 3-Day Teaching Deck</dc:title>
  <dc:subject>PptxGenJS Presentation</dc:subject>
  <dc:creator>Word Labs</dc:creator>
  <cp:lastModifiedBy>Word Labs</cp:lastModifiedBy>
  <cp:revision>1</cp:revision>
  <dcterms:created xsi:type="dcterms:W3CDTF">2026-07-07T10:22:35Z</dcterms:created>
  <dcterms:modified xsi:type="dcterms:W3CDTF">2026-07-07T10:22:35Z</dcterms:modified>
</cp:coreProperties>
</file>