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'manage'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"handle, control, direct"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'manage' — handle, control, direct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'manage' means 'handle, control, direct'.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'manage'.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'manage'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'manage'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'manage' means 'handle, control, direct'.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'manage'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'manage'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'Unmanageable' means something is very easy to control.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'manage' comes from a Greek word meaning 'to write'.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'Management' contains the root 'manage' plus the suffix '-ment'.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'manager' contains the root 'manage' and the suffix '-er'.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prefix 'mis-' to 'manage' creates a word meaning to handle something badly.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'manage'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handle, control, direct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'manage'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1616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2764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2764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difficult or wild to control or deal with.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enough to deal with or handle without too much trouble.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in charge of and looking after something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 or job of being in charge of and organising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run something badly so that things go wrong.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in charge of something and make sure it runs well.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a team, shop, or group of people.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'manage'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'manage'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captain had to manage the whole assembly on her own, which was quite a challenge.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good time management helps us finish our work before the bell rings.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puppy was so excited at the park that it became completely unmanageable!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skills, and her teacher said the project was 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855464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mismanagement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event upset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luckily the team was still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managing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badly or wrongly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5763534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it right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it right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it right now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033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'manage' = handle, control, direct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'manage'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manageable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unmanageable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mismanagement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'manage' — 3-Day Teaching Deck</dc:title>
  <dc:subject>PptxGenJS Presentation</dc:subject>
  <dc:creator>Word Labs</dc:creator>
  <cp:lastModifiedBy>Word Labs</cp:lastModifiedBy>
  <cp:revision>1</cp:revision>
  <dcterms:created xsi:type="dcterms:W3CDTF">2026-04-09T22:04:06Z</dcterms:created>
  <dcterms:modified xsi:type="dcterms:W3CDTF">2026-04-09T22:04:06Z</dcterms:modified>
</cp:coreProperties>
</file>