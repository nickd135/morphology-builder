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'manage'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'manager' really means 'a person who is in charge of running a business, team, or organisation'.
'manageable' really means 'able to be dealt with or controlled without too much difficulty'.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hair gets unmanageable on windy days at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'manage'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"control; run"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'manage'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'manage' — control; run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'manage' means 'control; run'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'manage'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'manage'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'manage'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'manage' means 'control; run'. You can find it in 'manager'.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'mismanage', 'mis-' means 'wrong'.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'manager',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'manage' means 'control; run'.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'mismanage' means 'to handle or organise something in a poor, careless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'manager' means 'able to be dealt with or controlled without too much difficulty'.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'management' means 'the process of controlling or organising something, or the people who do this'.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'manageable' means 'a person who is in charge of running a business, team, or organisation'.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'manage' means 'control; run'.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'mismanage' means 'to handle or organise something in a poor, careless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'manager' means 'able to be dealt with or controlled without too much difficulty'.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'management' means 'the process of controlling or organising something, or the people who do this'.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'manageable' means 'a person who is in charge of running a business, team, or organisation'.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'manage'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control; run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mismanage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'manage'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97680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mismanage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able to be dealt with or controlled without too much difficulty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process of controlling or organising something, or the people who do this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mismanage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is in charge of running a business, team, or organisation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be in charge of, control, or successfully deal with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handle or organise something in a poor, careless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be in charge of, control, or successfully deal with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is in charge of running a business, team, or organisation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mismanage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handle or organise something in a poor, careless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process of controlling or organising something, or the people who do this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able to be dealt with or controlled without too much difficulty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'manage'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'manage'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to manage a busy team of ten people.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organised the staff roster for the week.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owner began to mismanage the shop and profits fell fast.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hair gets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unmanageable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windy days at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-able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-able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-able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'manage'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'manage' = control;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'manage'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