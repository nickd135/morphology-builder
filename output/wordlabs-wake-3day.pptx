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'wake'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rouse from sleep"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vigilare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'wake' — to rouse from sleep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'wake' means 'to rouse from sleep'.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'wake'.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'wake'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'wake'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'wake' means 'to rouse from sleep'.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'wake'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'wake'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're-' in 'rewake' means 'before'.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'wakefulness' has both a suffix and the root 'wake' in it.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'-ful' to 'wake' makes the word 'wakeful'.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'wake' means to fall into a deep sleep.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'awake' contains the root 'wake'.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'wake'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rouse from sleep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vigilare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rewake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woken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wakened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'wake'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wake up again after falling back to sleep.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sleep easily; staying alert and not sleeping.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rewake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made to stop sleeping; was roused from sleep.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been roused from sleep; past tense of wake.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asleep; in a state of being alert and conscious.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woken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or act of being awake and not asleep.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wakened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someone to stop sleeping or to become aware of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'wake'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'wake'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sound of the alarm was enough to awaken the whole household before sunrise.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spent a wakeful night worrying about her big spelling test the next morning.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his waking hours, Tom loved to read books about animals and nature.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hard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awaken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little Sam, but once 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wakeful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he couldn't stop talking.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early is easy for Dad, but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wakefulness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bothers Mum, who preferred to be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rewoken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gently.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rewoken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rewake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woken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wakened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'wake' — 3-Day Teaching Deck</dc:title>
  <dc:subject>PptxGenJS Presentation</dc:subject>
  <dc:creator>Word Labs</dc:creator>
  <cp:lastModifiedBy>Word Labs</cp:lastModifiedBy>
  <cp:revision>1</cp:revision>
  <dcterms:created xsi:type="dcterms:W3CDTF">2026-04-09T22:28:43Z</dcterms:created>
  <dcterms:modified xsi:type="dcterms:W3CDTF">2026-04-09T22:28:43Z</dcterms:modified>
</cp:coreProperties>
</file>