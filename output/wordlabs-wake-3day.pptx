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'wake'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stop sleeping"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'wake' — to stop sleeping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'wake' means 'to stop sleeping'.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'wake'.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'wake'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'wake'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'wake' means 'to stop sleeping'.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'wake'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'wake'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'wake' means 'to stop sleeping'.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'wake' means 'to fall asleep quickly'.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'wake' means 'to stop sleeping and become conscious'.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'waken' means 'to make someone fall asleep'.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'waken' means 'to wake someone up, or to become awake'.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'wake'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stop sleeping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'wake'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508760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508760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5915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06624" y="32644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06624" y="32644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77640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25112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325112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21224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632704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32704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becoming awake, or spent awake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 and become conscious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wake someone up, or to become awake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'wake'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'wake'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always wake up early on school days.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 thunder began to waken the whole street.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spends every waking hour studying for his exams.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baby had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wakeful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night and kept everyone up. The baby stayed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 after her bedtime.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 thunder began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awaken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everyone in the house. The loud thunder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awakened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whole family in the middle of the night. Losing the match was a real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awakening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team, showing them how much they needed to train.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of; to 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'wake' = to stop sleeping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'wake'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'wake'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