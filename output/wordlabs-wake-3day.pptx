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'wake'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rouse from sleep"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wacan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'wake' — to rouse from sleep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'wake' means 'to rouse from sleep'.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'wake'.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'wake'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'wake'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'wake' means 'to rouse from sleep'.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'wake'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'wake'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'awake' contains the root 'wake' meaning to rouse from sleep.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'wake' comes from the Latin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'-ful' to 'wake' makes the word 'wakeful', meaning unable to sleep well.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'awaken' uses both a prefix and a suffix attached to the root 'wake'.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're-' in 'rewake' means before, so rewake means to wake before others.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'wake'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rouse from sleep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wacan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rewake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'wake'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sleep well; staying alert and watchful through the night.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wake up again after having fallen back to sleep.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someone from sleep or to make someone aware of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rewake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or something causes a person to stop sleeping.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asleep; fully alert and aware of your surroundings.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when you are not asleep; the act of stopping sleep.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someone to stop sleeping or to become alert.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'wake'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'wake'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loud thunderstorm was enough to awaken even the deepest sleeper in the house.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spent a wakeful night worrying about her school presentation the next morning.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baby would waken at least twice each night and cry until someone came to comfort her.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sudden noise was enough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awaken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him, and he lay there in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wakeful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daze.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awake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thoughts were confused, and it took a loud sound to fully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awaken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senses.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on, in a state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rouse from sleep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'wake' = to rouse from sleep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'wake'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wakeful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rewake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wakes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outwake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'wake' — 3-Day Teaching Deck</dc:title>
  <dc:subject>PptxGenJS Presentation</dc:subject>
  <dc:creator>Word Labs</dc:creator>
  <cp:lastModifiedBy>Word Labs</cp:lastModifiedBy>
  <cp:revision>1</cp:revision>
  <dcterms:created xsi:type="dcterms:W3CDTF">2026-03-25T03:39:09Z</dcterms:created>
  <dcterms:modified xsi:type="dcterms:W3CDTF">2026-03-25T03:39:09Z</dcterms:modified>
</cp:coreProperties>
</file>