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"middle"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'mid-' — middle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'mid-' means 'middle'.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'mid-'.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'mid-'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'mid-'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'mid-' means 'middle'.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'midday', the root is the part after the prefix 'mid-'.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'midway' means 'at the very beginning'.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'midday' means 'the middle of the night'.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'midday' means 'twelve o'clock in the middle of the day; noon'.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'mid' means 'middle'.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'midway' means 'in the middle of a distance or period of time; halfway'.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'mid-'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'mid-'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middle of a distance or period of time; halfway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located in the central part of a country, away from the coast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o'clock in the middle of the day; noon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'mid-'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'mid-'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for lunch at midday when the sun was highest.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stopped for a rest midway through the hike.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midland town was far from the coast, surrounded by fields and hills.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spelling test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midweek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usually on Wednesday.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controlled the ball well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midfield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passing it forward.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midweek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of seven days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week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midfield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area of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Birmingham is a big city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midlands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England. The clock struck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midnight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new year began. The rest stop was at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midpoint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our long car journey.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midpoint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area of ground; to arrive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of darkness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of darkness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midnight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of darkness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midpoint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midpoint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spot or tip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midpoint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spot or tip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midpoint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spot or tip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'mid'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'mid-' = middle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'mid-'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field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land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night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midday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midway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midland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'mid-'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