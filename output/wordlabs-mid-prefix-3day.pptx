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'mid-'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"middle, in the middle"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midd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'mid-' — middle, in the middle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'mid-' means 'middle, in the middle'.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'mid-'.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'mid-'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'mid-'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'mid-' means 'middle, in the middle'.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'midday', the root is the part after the prefix 'mid-'.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'mid-' means 'middle' or 'in the middle of'.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'midnight' means early in the morning.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'mid-' comes from Old English.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'Midway' means halfway or in the middle of a journey.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'mid-' means 'after' or 'following'.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'mid-'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middle, in the middle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midd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midterm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midair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midwinter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'mid-'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'mid-'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-night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2861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34009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of winter, when it is usually the coldest time of year.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area of a sports field, like in soccer or AFL.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midterm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point in the air, not on the ground and not at the top — in the middle of the air.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part of a school or work term.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midair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Halfway between two places or points; in the middle of a journey.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of the day, around 12 o'clock noon.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midwinter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of the night, exactly 12 o'clock at night.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'mid-'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'mid-'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had a snack at midday when the sun was high in the sky.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footballer ran into the midfield to catch the ball during the game.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midnight, the whole house was dark and everyone was fast asleep.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midday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midfielder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ran to the centre of the field.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area of play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area of play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area of play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midnight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midwinter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midfield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covered in frost and snow.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midwinter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midwinter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midwinter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coldest season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midwinter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coldest season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midwinter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coldest season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area of play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area of play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area of play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'mid-'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middle, in the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'mid-'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-night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midterm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midair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midwinter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'mid-' — 3-Day Teaching Deck</dc:title>
  <dc:subject>PptxGenJS Presentation</dc:subject>
  <dc:creator>Word Labs</dc:creator>
  <cp:lastModifiedBy>Word Labs</cp:lastModifiedBy>
  <cp:revision>1</cp:revision>
  <dcterms:created xsi:type="dcterms:W3CDTF">2026-03-26T07:36:59Z</dcterms:created>
  <dcterms:modified xsi:type="dcterms:W3CDTF">2026-03-26T07:36:59Z</dcterms:modified>
</cp:coreProperties>
</file>