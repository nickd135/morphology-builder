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'mid-'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'midfield' really means 'the central area of a sports pitch, between the two goals'.
'midsummer' really means 'the middle of summer'.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stopped for lunch at midday, midway along the coastal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On New Year's Eve, we stayed awake until midnight. We met Aunty Jo at the midpoint of the bridge to watch the fireworks.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'mid-'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"middle"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'mid-'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'mid-' — middle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'mid-' means 'middle'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'mid-'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'mid-'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'mid-'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'mid-' means 'middle'. In 'midweek', it is added to 'week'.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'midweek', the base is 'week' (a period of seven days).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'mid-' means 'middle'.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'midwinter' means 'the middle of winter'.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'midfield' means 'the middle of the week, typically Wednesday'.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'midstream' means 'in the middle of a stream or river'.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'midsummer' means 'the central area of a sports pitch, between the two goals'.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'mid-' means 'middle'.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'midwinter' means 'the middle of winter'.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'midfield' means 'the middle of the week, typically Wednesday'.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'midstream' means 'in the middle of a stream or river'.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'midsummer' means 'the central area of a sports pitch, between the two goals'.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'mid-'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midstream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midsummer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midwinter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'mid-'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middle of summer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the middle of a stream or river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midstream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central area of a sports pitch, between the two goals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midsummer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middle of winter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midwinter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middle of the week, typically Wednesday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middle of the week, typically Wednesday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central area of a sports pitch, between the two goals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midstream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the middle of a stream or river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midsummer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middle of summer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midwinter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middle of winter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'mid-'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'mid-'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spelling test midweek, usually on Wednesday.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canoe got stuck on a rock midstream.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Australia, January is midsummer.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for lunch 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along the coastal walk.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Year's Eve, we stayed awake until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midnight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met Aunty Jo 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bridge to watch the fireworks.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midpoint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midpoint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midpoint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midpoint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midpoint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or tip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'mid-' = middle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'mid-'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