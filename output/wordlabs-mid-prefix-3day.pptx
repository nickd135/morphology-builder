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"middle, in the middle"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midd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'mid-' — middle, in the middle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'mid-' means 'middle, in the middle'.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'mid-' means 'middle, in the middle'.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'midday', the root is the part after the prefix 'mid-'.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Midnight means the beginning of the night.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'mid-' means fast or quick.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'mid-' means in the middle of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'mid-'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Midday refers to the middle of the day, around noon.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middle, in the middle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midd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-night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winter, when the days are shortest and coldest.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area of a sports field, like in football or soccer.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summer, when the days are longest.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part of a school or work term.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Halfway between two places or points.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the day, around 12 o'clock noon.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the night, exactly 12 o'clock at night.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for a snack at midday when the sun was high in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footballer ran into the midfield to receive the pass from her teammate.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midnight, the whole house was silent and everyone was fast asleep.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passed the ball across the field.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midsummer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evenings, we stayed up past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midnight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walked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time of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time of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 time of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or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-night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midsummer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'mid-' — 3-Day Teaching Deck</dc:title>
  <dc:subject>PptxGenJS Presentation</dc:subject>
  <dc:creator>Word Labs</dc:creator>
  <cp:lastModifiedBy>Word Labs</cp:lastModifiedBy>
  <cp:revision>1</cp:revision>
  <dcterms:created xsi:type="dcterms:W3CDTF">2026-04-10T01:00:57Z</dcterms:created>
  <dcterms:modified xsi:type="dcterms:W3CDTF">2026-04-10T01:00:57Z</dcterms:modified>
</cp:coreProperties>
</file>