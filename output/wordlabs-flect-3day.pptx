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'flect'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'flect' — bend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'flect' means 'bend'.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'flect'.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'flect'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'flect'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'flect' means 'bend'.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'flect'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'flect'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'flection' means 'the act of shining brightly'.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'deflect' means 'to collect and store objects carefully'.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'flection' means 'the act of bending, especially at a joint'.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'flect' means 'bend'.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'deflect' means 'to cause something to change direction, especially by bouncing off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'flect'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'flect'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508760" y="28072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508760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359152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706624" y="28072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706624" y="28072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123944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471416" y="28072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471416" y="28072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95544" y="28072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907024" y="28072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07024" y="28072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'flect'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'flect'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goalkeeper managed to deflect the ball away from the goal.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physiotherapist measured the flection of his knee.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voice rose with a questioning inflection at the end of the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goalkeeper managed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deflect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ball away from the goal. The physiotherapist measured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his knee. Her voice rose with a questioning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end of the sentence.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'flect'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