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'flect'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'deflect' really means 'to cause something to change direction, especially by bouncing off something'.
'reflection' really means 'an image thrown back by a shiny surface, or careful thought about something'.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Cyclists should wear reflective vests so drivers can see them at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'flect'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"bend"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'flect'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'flect' — bend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'flect' means 'bend'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'flect'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'flect'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'flect'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'flect' means 'bend'. You can find it in 'reflector'.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'reflector',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'reflector', '-or'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'flect' means 'bend'.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'inflection' means 'a change in the tone or pitch of the voice, or a change in the form of a word'.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'deflect' means 'an object or surface that throws back light'.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'reflector' means 'an object or surface that throws back light'.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'reflection' means 'to cause something to change direction, especially by bouncing off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'flect' means 'bend'.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'inflection' means 'a change in the tone or pitch of the voice, or a change in the form of a word'.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'deflect' means 'an object or surface that throws back light'.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'reflector' means 'an object or surface that throws back light'.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'reflection' means 'to cause something to change direction, especially by bouncing off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'flect'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deflect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inflection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'flect'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523744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23744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flect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56616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85876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85876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7258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084064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84064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reflector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change in the tone or pitch of the voice, or a change in the form of a word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object or surface that throws back light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deflect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image thrown back by a shiny surface, or careful thought about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cause something to change direction, especially by bouncing off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object or surface that throws back light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image thrown back by a shiny surface, or careful thought about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deflect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cause something to change direction, especially by bouncing off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change in the tone or pitch of the voice, or a change in the form of a word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'flect'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'flect'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goalkeeper managed to deflect the ball away from the goal.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voice rose with a questioning inflection at the end of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Cyclists should wear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reflective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vests so drivers can see them at night.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'flect' =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'flect'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