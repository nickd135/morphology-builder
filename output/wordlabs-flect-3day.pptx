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'flect'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bend or turn"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flectere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'flect' — to bend or turn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'flect' means 'to bend or turn'.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'flect'.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'flect'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'flect'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'flect' means 'to bend or turn'.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'flect'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'flect'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'flect' comes from Latin and means 'to bend or turn'.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'reflect' means to move something forward in a straight line.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reflective surface is one that bounces light back towards you.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're' in 'reflect' means 'back' or 'again'.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'flect' is found in the word 'flexible' with the same spelling.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'flect'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bend or turn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flectere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inflect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'flect'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light, heat, or sound bounces back off a surface, like seeing your face in a mirror.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image you see bounced back from a mirror or still water, or a thought you have about something carefully.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inflect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the tone or pitch of your voice when you speak.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making an object change direction away from where it was heading.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of bouncing light back or thinking carefully about something.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reflective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bounces light back, or describes a person who thinks deeply and carefully about things.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change direction by hitting or touching it, like a goalkeeper deflecting a ball away from the goal.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'flect'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'flect'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still lake could reflect the mountains perfectly, creating a beautiful mirror image on the water.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goalkeeper managed to deflect the ball away from the goal at the very last second.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camp, the teacher asked students to reflect on what they had learned and write about it in their journals.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shiny shield could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deflect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arrows, and its polished surface would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reflect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sunlight.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from,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 or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from,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 or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from,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 or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ct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/kt/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 or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 or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 or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ct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/kt/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reflection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she began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reflecting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how the pond could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reflect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 cloud in the sky above.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 or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act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 or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act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 or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act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 or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 or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 or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ct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/kt/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 or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 or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bend or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ct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/kt/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'flect' = to bend or turn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'flect'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inflect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deflection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reflective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reflecting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inflection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'flect' — 3-Day Teaching Deck</dc:title>
  <dc:subject>PptxGenJS Presentation</dc:subject>
  <dc:creator>Word Labs</dc:creator>
  <cp:lastModifiedBy>Word Labs</cp:lastModifiedBy>
  <cp:revision>1</cp:revision>
  <dcterms:created xsi:type="dcterms:W3CDTF">2026-03-25T03:46:31Z</dcterms:created>
  <dcterms:modified xsi:type="dcterms:W3CDTF">2026-03-25T03:46:31Z</dcterms:modified>
</cp:coreProperties>
</file>