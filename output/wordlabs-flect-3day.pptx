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'flect'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bend or turn"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flectere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'flect' — to bend or turn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'flect' means 'to bend or turn'.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'flect'.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'flect'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'flect'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'flect' means 'to bend or turn'.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'flect'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'flect'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'deflect' means to make something go faster in the same direction.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'flect' comes from a Latin word meaning to bend or turn.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mirror reflects light because the surface bends the light back toward you.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'flect' originally came from a Greek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'reflect' contains the root 'flect'.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'flect'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bend or turn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flectere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'flect'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light or sound bounces back off a surface, or when you think carefully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you see bounced back from a mirror or still water.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the tone or pitch of your voice when speaking.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something change direction or turn away.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bouncing light back, or thinking carefully about something right now.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bounce back light, or describes someone who thinks deeply about things.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change direction by hitting or pushing it away.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'flect'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'flect'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calm lake could reflect the mountains so clearly that it looked like a painting.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managed to deflect the ball away from the goal at the last second.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test, the teacher asked students to reflect on which questions they found most difficult.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shiny shield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deflect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arrows, and its polished surface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sunlight.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off,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off,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off,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puddle was clear,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voice showed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deep in thought.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added before '-ion'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added before '-ion'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added before '-ion'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added before '-ion'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added before '-ion'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added before '-ion'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'flect' — 3-Day Teaching Deck</dc:title>
  <dc:subject>PptxGenJS Presentation</dc:subject>
  <dc:creator>Word Labs</dc:creator>
  <cp:lastModifiedBy>Word Labs</cp:lastModifiedBy>
  <cp:revision>1</cp:revision>
  <dcterms:created xsi:type="dcterms:W3CDTF">2026-04-09T22:37:22Z</dcterms:created>
  <dcterms:modified xsi:type="dcterms:W3CDTF">2026-04-09T22:37:22Z</dcterms:modified>
</cp:coreProperties>
</file>