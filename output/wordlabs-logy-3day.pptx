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'logy'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"study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'logy' — study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'logy' means 'study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'logy'.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'logy'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'logy'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'logy' means 'study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'logy'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'logy'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'apology' means 'a statement expressing regret for a mistake'.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'logy' means 'study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'ecology' means 'the scientific study of how living things interact with their environment'.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'apology' means 'a formal request for money'.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'ecology' means 'the study of ancient buildings and ruins'.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'logy'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trilogy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pathology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cardiology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'logy'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cardio-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expressing regret for a mistake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in which events happened, or a record of events arranged in that order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trilogy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three related books, films, or stories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study of diseases and what causes them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pathology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 of regret for having done something wrong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cardiology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branch of medicine that studies and treats the heart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study of how living things interact with their environment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'logy'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'logy'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wrote a sincere apology to her friend after the argument.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learned about ecology when we studied the rainforest.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has read the whole trilogy of fantasy novels.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wants to study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zoology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university because she loves learning about animals. He studied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he could learn to repair antique clocks.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animal;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animal;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animal;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time;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time;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time;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people read their horoscope because they believe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astrology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She is training to become a specialist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neurology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sociology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class, they discussed how communities are formed.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sociology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social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social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social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cardio-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trilogy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pathology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cardiology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'logy'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