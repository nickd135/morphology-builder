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-logy (or -ology) comes from a Greek word, but in English it works like a suffix at the end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'biology' really means 'the scientific study of living things'.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Aunty Jo teaches ecology, and her friend works in microbiology, studying tiny germs under a microscope.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 used morphology to break up big words. We discovered that psychology and technology share the same ending!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'-logy'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"study of"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-logy (or -ology) comes from a Greek word, but in English it works like a suffix at the end of a word.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'-logy' — study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'-logy' means 'study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'-logy'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'-logy'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'-logy'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'-logy' means 'study of'. In 'zoology', it is added to 'zoo'.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'zoology', the base is 'zoo' (animal; living being).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'microbiology', 'micro-' means 'small'.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'-logy' means 'study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'chronology' means 'the order in which events happened, or a record of events arranged in that order'.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'biology' means 'the belief that the positions of stars and planets can affect people's lives'.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'astrology' means 'the belief that the positions of stars and planets can affect people's lives'.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'geology' means 'the study of rocks and the physical structure of the earth'.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'-logy' means 'study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'chronology' means 'the order in which events happened, or a record of events arranged in that order'.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'biology' means 'the belief that the positions of stars and planets can affect people's lives'.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'astrology' means 'the belief that the positions of stars and planets can affect people's lives'.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'geology' means 'the study of rocks and the physical structure of the earth'.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'-logy'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geology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zoology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astrology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'-logy'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93522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3522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0233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434840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34840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belief that the positions of stars and planets can affect people's lives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geology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scientific study of animals and how they live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order in which events happened, or a record of events arranged in that order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study of rocks and the physical structure of the earth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astrology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scientific study of living things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order in which events happened, or a record of events arranged in that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geology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study of rocks and the physical structure of the earth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scientific study of animals and how they live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scientific study of living things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astrology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belief that the positions of stars and planets can affect people's lives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'-logy'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'-logy'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geology class we examined different types of rocks and minerals.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wants to study zoology at university because she loves learning about animals.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people read their horoscope because they believe in astrology.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Aunty Jo teaches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ecology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her friend works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studying tiny germs under a microscope.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environment; household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environment; household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environment; household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used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break up big words. We discovered that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psychology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 the same ending!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psychology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form; shape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form; shape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form; shape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psychology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psychology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mind; mental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psychology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mind; mental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psychology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mind; mental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skill; craft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skill; craft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skill; craft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'-logy'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'-logy' =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'-logy'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