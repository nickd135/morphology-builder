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'logy'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"study or science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logos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'logy' — study or science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'logy' means 'study or science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'logy'.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'logy'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'logy'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'logy' means 'study or science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'logy'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'logy'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'logy' means to move or travel quickly.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person who studies zoology is learning about animals.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morpheme 'logy' can be found in the word 'meteorology'.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morpheme 'logy' comes from Greek and means the study of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'biology' means the study of rocks and minerals.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'logy'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study or science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logos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'logy'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living things, including plants, animals, and tiny organisms.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ancient people and civilisations by digging up and examining old objects.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animals and how they live and behave.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how people think, feel, and behave.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and use of tools, machines, and inventions to solve problems.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how living things interact with each other and their environment.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rocks, minerals, and how the Earth was formed.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'logy'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'logy'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biology class, we learned how plants make their own food using sunlight.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meteorology report warned that a big storm was heading towards the coast.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that ecology helps us understand why we need to protect forests and rivers.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scientists study rocks, but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zoology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they study animals.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animal, living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animal, living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animal, living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studied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ecology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school, and her favourite topic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meteorology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thunderstorms!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atmosphere, sky phenomenon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atmosphere, sky phenomenon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atmosphere, sky phenomenon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'logy' — 3-Day Teaching Deck</dc:title>
  <dc:subject>PptxGenJS Presentation</dc:subject>
  <dc:creator>Word Labs</dc:creator>
  <cp:lastModifiedBy>Word Labs</cp:lastModifiedBy>
  <cp:revision>1</cp:revision>
  <dcterms:created xsi:type="dcterms:W3CDTF">2026-07-03T09:03:18Z</dcterms:created>
  <dcterms:modified xsi:type="dcterms:W3CDTF">2026-07-03T09:03:18Z</dcterms:modified>
</cp:coreProperties>
</file>