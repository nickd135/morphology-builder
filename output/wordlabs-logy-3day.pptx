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'logy'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"study or science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logos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'logy' — study or science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'logy' means 'study or science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'logy'.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'logy'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'logy'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'logy' means 'study or science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'logy'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'logy'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morpheme 'logy' comes from the Greek word 'logos', meaning word or study.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biologist studies rocks and how the Earth was formed.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morpheme 'logy' appears in the word 'meteorology'.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Zoology is the study of animals.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'-logy' means 'fear of' something.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'logy'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study or science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logos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zoology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archaeology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meteorology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ecology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'logy'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-ically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-ies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772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8887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887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 living things, including plants and animals.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 how living things interact with each other and their environment.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zoology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 animals and how they live.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 ancient people and history by digging up old objects and buildings.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archaeology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 of scientific knowledge to make tools and machines that help people.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meteorology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 the weather and what causes rain, wind, and sunshine.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ecology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 rocks, soil, and how the Earth was formed.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'logy'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'logy'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our biology lesson, we looked at how plants use sunlight to make food.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meteorology report said there would be heavy rain across the coast this weekend.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said that ecology is the study of how animals and plants live together in nature.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biology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teacher explained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ecology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helps us understand how all living things are connected.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ecology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/jee/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 or environment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 or environment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 or environment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29314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/jee/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biology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class, we learned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zoology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ecology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both important branches of science.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zoology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ecology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/jee/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/jee/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 or environment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 or environment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 or environment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29314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/jee/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-ically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-ies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zoology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archaeology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meteorology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ecology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psychology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'logy' — 3-Day Teaching Deck</dc:title>
  <dc:subject>PptxGenJS Presentation</dc:subject>
  <dc:creator>Word Labs</dc:creator>
  <cp:lastModifiedBy>Word Labs</cp:lastModifiedBy>
  <cp:revision>1</cp:revision>
  <dcterms:created xsi:type="dcterms:W3CDTF">2026-03-25T03:59:47Z</dcterms:created>
  <dcterms:modified xsi:type="dcterms:W3CDTF">2026-03-25T03:59:47Z</dcterms:modified>
</cp:coreProperties>
</file>