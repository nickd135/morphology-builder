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'tall'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"great height, high stature"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getæl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'tall' — great height, high stature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great height, high stature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'tall' means 'great height, high stature'.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'tall'.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'tall'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'tall'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great height, high stature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'tall' means 'great height, high stature'.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'tall'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'tall'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great height, high stature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'tallest' uses the suffix '-est' to show the greatest degree of height.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'tall' comes from the Latin language.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'Tallness' is a noun formed by adding the suffix '-ness' to the root 'tall'.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'tallish' means someone or something is somewhat tall.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Adding the suffix '-er' to 'tall' makes a word that means extremely tall.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'tall'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great height, high stature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great height, high stature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getæl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tallest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tallness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tallish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overtall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outtall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'tall'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great height, high stature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-ish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short-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great height, high stature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greater than usual height; reaching high up.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greatest height of all in a group.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tallest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than what is considered normal or expected.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tallness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or state of being tall.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tallish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 tall; fairly tall but not completely.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overtall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taller than another person or 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outtall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more height than someone or something else.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'tall'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great height, high stature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'tall'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tallest tree in the forest could be seen from kilometres away.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proud of her tallness because it helped her reach the top shelf easily.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student was tallish, standing just a little above most of his classmates.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great height, high stature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great height, high stature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tallest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player on the team showed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tallness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standing next to the coach.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tallest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great height, high stature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great height, high stature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height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most, greatest degree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great height, high stature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height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most, greatest degree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great height, high stature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height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most, greatest degree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great height, high stature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great height, high stature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height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great height, high stature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height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great height, high stature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height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great height, high stature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great height, high stature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she was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tallest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class,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tallness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stopped her from being kind, and she helped everyone with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tallish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grin.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tallest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tallish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great height, high stature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great height, high stature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height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most, greatest degree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great height, high stature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height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most, greatest degree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great height, high stature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height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most, greatest degree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great height, high stature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great height, high stature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height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great height, high stature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height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great height, high stature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height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great height, high stature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great height, high stature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height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somewhat, rather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great height, high stature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height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somewhat, rather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great height, high stature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height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somewhat, rather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great height, high stature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great height, high stature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-ish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short-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tallest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tallness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tallish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overtall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outtall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tall-tale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'tall' — 3-Day Teaching Deck</dc:title>
  <dc:subject>PptxGenJS Presentation</dc:subject>
  <dc:creator>Word Labs</dc:creator>
  <cp:lastModifiedBy>Word Labs</cp:lastModifiedBy>
  <cp:revision>1</cp:revision>
  <dcterms:created xsi:type="dcterms:W3CDTF">2026-03-25T03:33:47Z</dcterms:created>
  <dcterms:modified xsi:type="dcterms:W3CDTF">2026-03-25T03:33:47Z</dcterms:modified>
</cp:coreProperties>
</file>