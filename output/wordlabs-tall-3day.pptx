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'tall'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"high in stature or height"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talius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'tall' — high in stature or height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'tall' means 'high in stature or height'.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'tall'.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'tall'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'tall'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'tall' means 'high in stature or height'.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'tall'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'tall'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'-ness' to 'tall' makes a noun meaning the quality of being tall.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'tall' comes from a Greek word meaning strong.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'tallest' uses the suffix '-est' to mean the most tall.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suffix '-er' in 'taller' means the opposite of tall.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'tallish' means having some degree of tallness.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'tall'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 in stature or height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talius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overtall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tallboy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'tall'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more tall than something or someone else.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or state of being tall.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a greater than usual height from top to bottom.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tall, but not extremely tall.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overtall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than what is expected or needed.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tall piece of furniture with drawers for storing clothes.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tallboy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tall of all — nothing is higher.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'tall'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'tall'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tallest tree in the forest could be seen from the other side of the valley.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noticed a tallness about her new classmate that made him stand out in the crowd.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giraffe was considerably taller than any other animal at the wildlife sanctuary.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player on the team was also known for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amazing skill.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tallish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boy became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each year, and his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tallboy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soon too short to reach.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tallboy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or rather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or rather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 or rather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7004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7004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23944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23944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577840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577840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03173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03173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tallboy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tallboy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male; here used as a compound element meaning a type of tall furniture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tallboy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male; here used as a compound element meaning a type of tall furniture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tallboy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in stature or height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young male; here used as a compound element meaning a type of tall furniture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boy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oy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'tall' = high in stature or height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'tall'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-est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-ish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taller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tallest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tallness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tallish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overtall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tallboy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untall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'tall' — 3-Day Teaching Deck</dc:title>
  <dc:subject>PptxGenJS Presentation</dc:subject>
  <dc:creator>Word Labs</dc:creator>
  <cp:lastModifiedBy>Word Labs</cp:lastModifiedBy>
  <cp:revision>1</cp:revision>
  <dcterms:created xsi:type="dcterms:W3CDTF">2026-04-09T22:22:56Z</dcterms:created>
  <dcterms:modified xsi:type="dcterms:W3CDTF">2026-04-09T22:22:56Z</dcterms:modified>
</cp:coreProperties>
</file>