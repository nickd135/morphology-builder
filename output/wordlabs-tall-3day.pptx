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'tall'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great height"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'tall' — having great height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'tall' means 'having great height'.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'tall'.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'tall'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'tall'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'tall' means 'having great height'.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'tall'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'tall'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'tall' means 'having great height'.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'tall' means 'having a greater than average height'.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'tally' means 'a running count or score of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'tally' means 'a type of tall plant'.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'tall' means 'having a very loud voice'.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'tall'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great height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'tall'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08760" y="32644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08760" y="32644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79776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127248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27248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0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434840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'tall'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'tall'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older brother is very tall.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kept a tally of how many books each student read.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is taller than me now.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older brother is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kept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how many books each student read. My brother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me now. Jamal is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tallest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boy in our class.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great height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'tall' = having great height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'tall'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'tall' — 3-Day Teaching Deck</dc:title>
  <dc:subject>PptxGenJS Presentation</dc:subject>
  <dc:creator>Word Labs</dc:creator>
  <cp:lastModifiedBy>Word Labs</cp:lastModifiedBy>
  <cp:revision>1</cp:revision>
  <dcterms:created xsi:type="dcterms:W3CDTF">2026-07-07T10:24:24Z</dcterms:created>
  <dcterms:modified xsi:type="dcterms:W3CDTF">2026-07-07T10:24:24Z</dcterms:modified>
</cp:coreProperties>
</file>