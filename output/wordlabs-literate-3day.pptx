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'literate'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"able to read and write"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litteratus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'literate' — able to read and write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'literate' means 'able to read and write'.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'literate'.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'literate'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'literate'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'literate' means 'able to read and write'.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'literate'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'literate'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'semi-' means half or partly, so 'semiliterate' means partly able to read and write.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'literate' comes from a Greek word meaning to speak clearly.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'il-' to 'literate' creates a word meaning not able to read or write.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'illiterate' means someone who is an excellent reader.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'literate' comes from a Latin word meaning able to read and write.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'literate'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 to read and write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litteratus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semiliterate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illiteracy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multiliteracy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'literate'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82880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628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9103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9103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8064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2179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179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read and write.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read and communicate in many different ways, including digital and visual forms.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read and write.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partly able to read and write.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semiliterate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shows skill with reading and writing.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illiteracy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not being able to read or write.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multiliteracy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able to read or write.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'literate'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'literate'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explained that being literate in science means you can read and understand information about the world around you.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charity works hard to reduce illiteracy by setting up free reading programmes in communities that need them most.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literacy rates in schools helps children feel more confident when they read books, signs, and instructions every 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illiterate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make daily life very difficult, which is why improving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literacy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so important for everyone.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read and write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read and write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read and write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read and write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read and write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read and write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biliterate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English and Italian, she worried about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semiliterate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in her class who needed extra support with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literately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written assignments.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biliterate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semiliterate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read and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read and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read and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or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read and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or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read and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semiliterate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or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read and 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read and write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read and write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read and write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'literate' = able to read and write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'literate'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illiterate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literacy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semiliterate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illiteracy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multiliteracy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biliterate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'literate' — 3-Day Teaching Deck</dc:title>
  <dc:subject>PptxGenJS Presentation</dc:subject>
  <dc:creator>Word Labs</dc:creator>
  <cp:lastModifiedBy>Word Labs</cp:lastModifiedBy>
  <cp:revision>1</cp:revision>
  <dcterms:created xsi:type="dcterms:W3CDTF">2026-04-09T22:18:14Z</dcterms:created>
  <dcterms:modified xsi:type="dcterms:W3CDTF">2026-04-09T22:18:14Z</dcterms:modified>
</cp:coreProperties>
</file>