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'literate'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"able to read and write"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litteratus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'literate' — able to read and write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'literate' means 'able to read and write'.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'literate'.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'literate'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'literate'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'literate' means 'able to read and write'.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'literate'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'literate'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'literate' comes from Latin and relates to letters and reading.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'il' in 'illiterate' means 'able to'.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bilingual person who can read and write in two languages could be called bilitterate.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'literacy' contains the root 'literate'.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'literature' has nothing to do with reading or written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'literate'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 to read and write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litteratus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billiterate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'literate'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not being able to read or write.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read and write.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 in two languages.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billiterate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works such as books, poems, and stories.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skill with reading and writing.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read or write.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'literate'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'literate'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literate so that you can read books, signs, and instructions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that improving literacy skills helps students in every subject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some parts of the world, many people are illiterate because they never had the chance to go to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important, but achieving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takes practice and encouragement.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illiterate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child, her dedication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her a celebrated author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letter, reading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billiterate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'literate' — 3-Day Teaching Deck</dc:title>
  <dc:subject>PptxGenJS Presentation</dc:subject>
  <dc:creator>Word Labs</dc:creator>
  <cp:lastModifiedBy>Word Labs</cp:lastModifiedBy>
  <cp:revision>1</cp:revision>
  <dcterms:created xsi:type="dcterms:W3CDTF">2026-03-25T03:29:52Z</dcterms:created>
  <dcterms:modified xsi:type="dcterms:W3CDTF">2026-03-25T03:29:52Z</dcterms:modified>
</cp:coreProperties>
</file>