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'literate'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"able to read and write"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'literate' — able to read and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'literate' means 'able to read and write'.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'literate'.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'literate'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'literate'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'literate' means 'able to read and write'.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'literate'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'literate'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'illiterate' means 'unable to swim'.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'literate' means 'able to read and write'.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'literate' means 'able to read and write'.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'literate' means 'able to run very fast'.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'illiterate' means 'unable to read or write'.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'literate'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 to read and write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'literate'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8288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62856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10328" y="2350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2350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34456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345936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'literate'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'literate'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helps adults become literate.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taught illiterate adults how to read in evening classes.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literature class, we compared two poems about the sea.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helps adults become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literate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Volunteers taught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illiterate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adults how to read in evening classes.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class, we compared two poems about the sea.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'literate' = able to read and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'literate'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'literate'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