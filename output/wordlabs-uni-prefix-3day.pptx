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"one, single"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'uni-' — one, single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'uni-' means 'one, single'.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'uni-' means 'one, single'.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'uniform', the root is the part after the prefix 'uni-'.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'uni-' means one or single.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unicycle has two wheels.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'uni-' comes from Latin.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uniform helps everyone in a group look the same.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'universe' means just one small planet.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one, single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unicorn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130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605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605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the only one of its kind; unlike anything else.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matching clothes worn by everyone in a group, like a school or sports team.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mythical horse-like creature with a single horn growing from its forehead.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unicorn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separate things together into one group or whole.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people or things being joined together and working as 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exists — all the stars, planets, and space put together as 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like a bike but with only one wheel, often used by circus performers.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at the school wore a blue and white uniform on sports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universe is so enormous that scientists are still discovering new galaxies.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worked together in unity to build the best project at the science fair.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wore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uniform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pride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school celebration.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appearance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appearance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or appearance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our school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unify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many students, creating a sense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whole comm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nique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or type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nique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one,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unicorn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'uni-' — 3-Day Teaching Deck</dc:title>
  <dc:subject>PptxGenJS Presentation</dc:subject>
  <dc:creator>Word Labs</dc:creator>
  <cp:lastModifiedBy>Word Labs</cp:lastModifiedBy>
  <cp:revision>1</cp:revision>
  <dcterms:created xsi:type="dcterms:W3CDTF">2026-04-03T03:20:49Z</dcterms:created>
  <dcterms:modified xsi:type="dcterms:W3CDTF">2026-04-03T03:20:49Z</dcterms:modified>
</cp:coreProperties>
</file>