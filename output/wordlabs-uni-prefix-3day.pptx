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'uni-'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"one; single"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'uni-' — one; single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'uni-' means 'one; single'.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'uni-'.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'uni-'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'uni-'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'uni-' means 'one; single'.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'uniform', the root is the part after the prefix 'uni-'.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'uni' means 'one; single'.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'uniform' means 'a badge given for winning a competition'.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'uniform' means 'special matching clothes worn by members of a group, such as a school'.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'unicycle' means 'a vehicle with a single wheel, ridden by pedalling and balancing'.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'unicycle' means 'a bicycle with two wheels side by side'.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'uni-'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one; single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'uni-'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'uni-'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-ify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1508760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1508760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2487168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2834640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39593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3068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43068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520293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6" name="Shape 54"/>
          <p:cNvSpPr/>
          <p:nvPr/>
        </p:nvSpPr>
        <p:spPr>
          <a:xfrm>
            <a:off x="561441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wearing an official uniform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 matching clothes worn by members of a group, such as a school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one single-wheeled vehicle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the same throughout; evenly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 or done by all people or things in the world; general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matching sets of clothes worn by members of a group, such as a school or team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vehicle with a single wheel, ridden by pedalling and balancing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'uni-'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'uni-'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must wear the school uniform on Mondays.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circus performer balanced perfectly on her unicycle.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the students wore their school uniforms with pride.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uniformity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the identical houses made the street look repetitive. She hopes to study medicine 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university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next year.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uniformity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shape; make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characterised by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safety rule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universally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accepted by every country. Many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universities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offer courses in science, art and history. An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unidentified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object was spotted floating in the harbour.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universities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unidentified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sal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universities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ity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or quality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ties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unidentified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unidentified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unidentified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fied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unidentified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one; single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fied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'uni-'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'uni'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'uni-' = one; single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'uni-'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-ify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form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vers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unicycles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uniformed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uniformly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universal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'uni-' — 3-Day Teaching Deck</dc:title>
  <dc:subject>PptxGenJS Presentation</dc:subject>
  <dc:creator>Word Labs</dc:creator>
  <cp:lastModifiedBy>Word Labs</cp:lastModifiedBy>
  <cp:revision>1</cp:revision>
  <dcterms:created xsi:type="dcterms:W3CDTF">2026-07-07T10:22:44Z</dcterms:created>
  <dcterms:modified xsi:type="dcterms:W3CDTF">2026-07-07T10:22:44Z</dcterms:modified>
</cp:coreProperties>
</file>