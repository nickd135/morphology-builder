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"one, single"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'uni-' — one, single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'uni-' means 'one, single'.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'uni-' means 'one, single'.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'uniform', the root is the part after the prefix 'uni-'.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'uni-'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'uni-' means many or lots.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'uni-' means one or single.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'uniform' contains the prefix 'uni-'.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unicycle has two wheels.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one, single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do or say something together at exactly the same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matching clothes worn by members of the same group, like a school or sports team.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like a bicycle but with only one wheel, often ridden by performers.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the only one of its kind; unlike anything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joined together or working as one group.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exists — all the stars, planets, and space put together.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mythical creature that looks like a horse with a single horn on its forehead.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at our school wears a uniform so we all look the same.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sang in unison, and their voices filled the whole hall.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the universe to learn more about distant stars and planets.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makes us feel like we belong to one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truth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no two planets are exactly the same.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'unicus'; 'que' makes the /k/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'unicus'; 'que' makes the /k/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nique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'unicus'; 'que' makes the /k/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nique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unison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'uni-' — 3-Day Teaching Deck</dc:title>
  <dc:subject>PptxGenJS Presentation</dc:subject>
  <dc:creator>Word Labs</dc:creator>
  <cp:lastModifiedBy>Word Labs</cp:lastModifiedBy>
  <cp:revision>1</cp:revision>
  <dcterms:created xsi:type="dcterms:W3CDTF">2026-04-10T01:06:21Z</dcterms:created>
  <dcterms:modified xsi:type="dcterms:W3CDTF">2026-04-10T01:06:21Z</dcterms:modified>
</cp:coreProperties>
</file>