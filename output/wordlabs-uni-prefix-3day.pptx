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10 word families with 'uni-'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'universal' really means 'relating to or done by all people or things in the world; general'.
'unicycle' really means 'a vehicle with a single wheel, ridden by pedalling and balancing'.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class read the unicorn poem aloud in perfect unison.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older sister is studying marine science at university in Townsville.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'uni-'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"one; single"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10 word families with 'uni-'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'uni-' — one; single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'uni-' means 'one; single'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'uni-'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'uni-'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'uni-'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'uni-' means 'one; single'. In 'uniform', it is added to 'form'.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'uniform', the base is 'form' (shape; make).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'universal', '-al'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'uni-' means 'one; single'.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'uniform' means 'special matching clothes worn by members of a group, such as a school'.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'universal' means 'a vehicle with a single wheel, ridden by pedalling and balancing'.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'universes' means 'all of space and everything in it, including planets, stars and galaxies (plural)'.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'unicycle' means 'relating to or done by all people or things in the world; general'.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'uni-' means 'one; single'.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'uniform' means 'special matching clothes worn by members of a group, such as a school'.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'universal' means 'a vehicle with a single wheel, ridden by pedalling and balancing'.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'universes' means 'all of space and everything in it, including planets, stars and galaxies (plural)'.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'unicycle' means 'relating to or done by all people or things in the world; general'.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'uni-'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one; single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unicellular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'uni-'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66090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66090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6616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85876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85876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7258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08406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vehicle with a single wheel, ridden by pedalling and balancing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special matching clothes worn by members of a group, such as a school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all of space and everything in it, including planets, stars and galaxies (plural)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made of just one cell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unicellular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relating to or done by all people or things in the world; general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special matching clothes worn by members of a group, such as a school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unicycle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vehicle with a single wheel, ridden by pedalling and balancing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relating to or done by all people or things in the world; general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all of space and everything in it, including planets, stars and galaxies (plural)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unicellular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made of just one cell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'uni-'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'uni-'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must wear the school uniform on Mondays.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circus performer balanced perfectly on her unicycle.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is a universal value found in cultures all around the world.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read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unicorn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poem aloud in perfect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unison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unicorn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unicorn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unicorn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unicorn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unicorn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unison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unison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unison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unison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older sister is studying marine science 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Townsville.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one; single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'uni-'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'uni-' = one; single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'uni-'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