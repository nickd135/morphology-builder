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on, toward"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a- / Latin: ad- / Old English: on-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'a-' — not, without, on, toward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'a-' means 'not, without, on, toward'.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'a-' means 'not, without, on, toward'.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'awake', the root is the part after the prefix 'a-'.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'a-' always makes a word mean the opposite of its base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'aboard' uses the prefix 'a-' to mean 'on board'.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'a-' can mean 'on' or 'in a state of', as in 'asleep' or 'ablaze'.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'a-' comes only from Latin and has no Greek or Old English origins.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'awake' uses the prefix 'a-' combined with the base word 'wake'.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on, toward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a- / Latin: ad- / Old English: on-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aloft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afoot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the correct path or direction; lost.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up in the air or in the sky.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or happening; also means on foot.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into a ship, train, plane, or other vehicle.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fire; burning brightly with flames.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afoot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asleep; fully conscious and alert.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 the shore or land, especially after being at sea.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sailor climbed aboard the tall sailing ship before sunrise.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 bush was ablaze after lightning struck the old gum tree.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puppy had gone astray in the park near our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stayed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listening to the wind howling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outside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or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or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or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ablaze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shore, and the drifting boat stayed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afloat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fire or flame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fire or flame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blaze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fire or flame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blaze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 at the edge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 at the edge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 at the edge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rest on the surface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rest on the surface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rest on the surface of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not, without, on,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aloft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astray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afoot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ablaze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'a-' — 3-Day Teaching Deck</dc:title>
  <dc:subject>PptxGenJS Presentation</dc:subject>
  <dc:creator>Word Labs</dc:creator>
  <cp:lastModifiedBy>Word Labs</cp:lastModifiedBy>
  <cp:revision>1</cp:revision>
  <dcterms:created xsi:type="dcterms:W3CDTF">2026-04-10T01:05:02Z</dcterms:created>
  <dcterms:modified xsi:type="dcterms:W3CDTF">2026-04-10T01:05:02Z</dcterms:modified>
</cp:coreProperties>
</file>