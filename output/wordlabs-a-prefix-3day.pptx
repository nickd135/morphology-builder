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8 word families with 'a-' suit Years 3–7, so there is no Day 3 dictation. Day 3 is the word matrix lesson only. This deck teaches the old English a- that means 'on; in' (asleep, away, alive). There is another a- from Greek that means 'not; without' (atypical); it is not taught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'afresh' really means 'again, in a new way, from the beginning'.
'around' really means 'on all sides of something, or approximately'.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brother and I lay awake in our beds. We sleep just one metre apart, so we whisper stories at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'a-'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"on; in"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8 word families with 'a-' suit Years 3–7, so there is no Day 3 dictation. Day 3 is the word matrix lesson only. This deck teaches the old English a- that means 'on; in' (asleep, away, alive). There is another a- from Greek that means 'not; without' (atypical); it is not taught here.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'a-' — on; 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'a-' means 'on; in'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'a-'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'a-'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'a-'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'a-' means 'on; in'. In 'afresh', it is added to 'fresh'.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'afresh', the base is 'fresh' (new; recently made).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'a-' means 'on; in'.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'away' means 'not in a particular place; at a distance'.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'afresh' means 'similar to one another'.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'alive' means 'living; not dead'.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'around' means 'again, in a new way, from the beginning'.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'a-' means 'on; in'.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'away' means 'not in a particular place; at a distance'.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'afresh' means 'similar to one another'.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'alive' means 'living; not dead'.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'around' means 'again, in a new way, from the beginning'.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'a-'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on; 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afresh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alike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around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'a-'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2374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2374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3756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74904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afresh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similar to one another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living; not dead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alike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in a particular place; at a distance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on all sides of something, or approximately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around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again, in a new way, from the beginning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afresh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again, in a new way, from the beginning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in a particular place; at a distance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alike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similar to one another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living; not dead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around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on all sides of something, or approximately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'a-'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'a-'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spill, Mia threw out her drawing and started afresh.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nearest beach is two kilometres away from our house.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houses look alike from the outside.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 and I lay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awake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our beds. We sleep just one metre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apart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we whisper stories at night.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on; 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something; a section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on; 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something; a section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apart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on; 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something; a section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on; 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on; 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on; 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sleeping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'a-' = on;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'a-'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