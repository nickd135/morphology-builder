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"on, in, or into a state"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'a-' — on, in, or into a state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'a-' means 'on, in, or into a state'.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'a-' means 'on, in, or into a state'.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'awake', the root is the part after the prefix 'a-'.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'a-' can mean 'on' or 'in a state of', as in 'asleep' meaning in a state of sleep.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'a-' always makes a word mean the opposite of the base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'aboard' uses the prefix 'a-' meaning 'on', so aboard means on board.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that starts with the letter 'a' uses the prefix 'a-'.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on, in, or into a state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aside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aloud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one side; out of the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towards the land, away from the water.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voice so others can hear; not silent.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into a ship, plane, or other vehicle.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aside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on water; not sinking.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aloud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asleep; fully conscious and aware of your surroundings.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and breathing; not dead.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stayed awake all night listening to the storm outside.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climbed aboard the ferry and found seats near the window.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injured bird was still alive when we found it in the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sailors were relieved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afloat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storm, and they guided the boat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ashore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on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on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on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of land by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of land by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of land by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excitement as she stepped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aboard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tall ship for the very first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surface; a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surface; a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surface; a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on, in, or into a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board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aboard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ashore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aside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aloud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afloat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alight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'a-' — 3-Day Teaching Deck</dc:title>
  <dc:subject>PptxGenJS Presentation</dc:subject>
  <dc:creator>Word Labs</dc:creator>
  <cp:lastModifiedBy>Word Labs</cp:lastModifiedBy>
  <cp:revision>1</cp:revision>
  <dcterms:created xsi:type="dcterms:W3CDTF">2026-03-26T07:40:55Z</dcterms:created>
  <dcterms:modified xsi:type="dcterms:W3CDTF">2026-03-26T07:40:55Z</dcterms:modified>
</cp:coreProperties>
</file>