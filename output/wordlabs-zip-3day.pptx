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'zip'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"fast movement, closing fastener"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stridere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'zip' — fast movement, closing fastener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'zip' means 'fast movement, closing fastener'.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'zip'.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'zip'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'zip'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'zip' means 'fast movement, closing fastener'.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'zip'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'zip'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'-ed' to 'zip' gives us the past tense word 'zipped'.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'Zippy' means full of speed and energy.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're-' in 'rezipped' means 'not'.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'unzip' means to close a zip tightly.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zipper is a sliding fastener used to open and close clothing or bags.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'zip'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 movement, closing fastener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stridere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unzip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unzipped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rezipped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'zip'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fastener that joins two edges together, or to move very quickly.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a zip fastener, or moving at great speed right now.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sliding fastener used on clothes, bags, and jackets.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open a zip fastener by pulling it apart.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unzip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Describes something whose zip has been opened.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unzipped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closed a zip again after it was opened.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rezipped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of zip — closed a fastener or moved quickly.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'zip'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'zip'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zip up your jacket before we go outside for sport.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racing car went zipping past the crowd so fast that everyone gasped.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used the zipper on her pencil case to keep all her textas safe.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unzip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bag and take out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zipped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folder inside?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unzip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unzip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unzip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/ reverse the action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closing fastener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unzip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/ reverse the action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closing fastener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unzip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/ reverse the action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closing fastener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closing fastener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closing fastener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zipped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closing fastener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zipped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zippy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athlete went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zipping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around the track, then carefully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rezipped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bag.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rezipped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movement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movement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movement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movement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movement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movement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rezipped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rezipped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closing fastener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rezipped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closing fastener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rezipped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closing fastener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'zip' = fast movement, closing fastener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'zip'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unzip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unzipped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rezipped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zippy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'zip' — 3-Day Teaching Deck</dc:title>
  <dc:subject>PptxGenJS Presentation</dc:subject>
  <dc:creator>Word Labs</dc:creator>
  <cp:lastModifiedBy>Word Labs</cp:lastModifiedBy>
  <cp:revision>1</cp:revision>
  <dcterms:created xsi:type="dcterms:W3CDTF">2026-04-09T22:27:30Z</dcterms:created>
  <dcterms:modified xsi:type="dcterms:W3CDTF">2026-04-09T22:27:30Z</dcterms:modified>
</cp:coreProperties>
</file>