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Root: 'zip'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 fasten with a zip; to move quickly"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Anglo-Saxon (Old English) root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29000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290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5661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7033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01568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015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85616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8561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169664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16966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'zip' — to fasten with a zip; to move quickly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'zip'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'zip' = to fasten with a zip; to move quickly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root 'zip' means 'to fasten with a zip; to move quickly'.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the meaning of the root 'zip'.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use prefixes and suffixes to build and decode 'zip' words.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'zip' words effectively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'zip'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'zip' = to fasten with a zip; to move quickly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part of a word carrying its basic meaning. For example, 'zip' means 'to fasten with a zip; to move quickly'.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beginning of a root to change its meaning. E.g. a prefix before 'zip' changes the word's meaning.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end of a word to change its meaning or form. E.g. a suffix after 'zip' can make a noun or adjective.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'zip'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'zip' = to fasten with a zip; to move quickly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following statements true or false?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'zips' means 'fastens something shut using a zipper'.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'zip' means 'to fasten with a zip; to move quickly'.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'zip' means 'a fastener with two rows of teeth that lock together'.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'zips' means 'ties something using a knot'.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'zip' means 'a soft cushion used for sitting'.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'zip'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'zip'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'zip' = to fasten with a zip; to move quickly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'zip'</a:t>
            </a:r>
            <a:endParaRPr lang="en-US" sz="5200" dirty="0"/>
          </a:p>
        </p:txBody>
      </p:sp>
      <p:sp>
        <p:nvSpPr>
          <p:cNvPr id="12" name="Shape 10"/>
          <p:cNvSpPr/>
          <p:nvPr/>
        </p:nvSpPr>
        <p:spPr>
          <a:xfrm>
            <a:off x="324612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7772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 fasten with a zip; to move quickly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Anglo-Saxon (Old English) root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root: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zip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zips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unzip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zipped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'zip'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'zip'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'zip' = to fasten with a zip; to move quickly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matrix below. Choose morpheme parts to build a word. Not all combinations work!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1234440"/>
            <a:ext cx="1645920" cy="457200"/>
          </a:xfrm>
          <a:prstGeom prst="rect">
            <a:avLst>
              <a:gd name="adj" fmla="val 1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'zip'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zip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2212848"/>
            <a:ext cx="146304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91840" y="2212848"/>
            <a:ext cx="1645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0080" y="2670048"/>
            <a:ext cx="146304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91840" y="2670048"/>
            <a:ext cx="164592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26700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0" y="26700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40080" y="3127248"/>
            <a:ext cx="146304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91840" y="3127248"/>
            <a:ext cx="1645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943600" y="31272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0" y="31272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65760" y="37216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1508760" y="3721608"/>
            <a:ext cx="82296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1508760" y="3721608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2359152" y="37216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2706624" y="3721608"/>
            <a:ext cx="109728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2706624" y="37216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'zip'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3831336" y="37216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4178808" y="3721608"/>
            <a:ext cx="82296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178808" y="3721608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074920" y="372160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5486400" y="3721608"/>
            <a:ext cx="219456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0" y="372160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zip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'zip'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'zip'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'zip' = to fasten with a zip; to move quickly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word to its meaning: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zip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fastener with two rows of teeth that lock together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19072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190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zips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19072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19072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open something fastened with a zip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49424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4942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unzip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49424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49424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something using a zip fastener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79776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7977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zipped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79776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79776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fastens something shut using a zipper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'zip'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'zip'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'zip' = to fasten with a zip; to move quickly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example sentences. Underline the 'zip' word and discuss its meaning.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zip up your jacket before you go outside.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zips his backpack shut every morning before school.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unzip your bag and take out your lunch.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'zip'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'zip' = to fasten with a zip; to move quickly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'zip'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'zip' = to fasten with a zip; to move quickly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zipper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my bag got stuck halfway. She struggled to do up one of 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zippers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her heavy winter coat.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7373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373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7373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zipper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7373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57200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zippers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'zip'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'zip' = to fasten with a zip; to move quickly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zipper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'zip'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'zip' = to fasten with a zip; to move quickly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zipper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zip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fasten with a zip; to move quickly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who; more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'zip'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'zip' = to fasten with a zip; to move quickly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zipper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zip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fasten with a zip; to move quickly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who; more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zip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'zip'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'zip' = to fasten with a zip; to move quickly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zipper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zip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fasten with a zip; to move quickly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who; more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zip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2773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2773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6393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393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8508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508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0624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624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27405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7405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'zip'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'zip' = to fasten with a zip; to move quickly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zippers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'zip'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'zip' = to fasten with a zip; to move quickly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zippers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zip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fasten with a zip; to move quickly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who; more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'zip'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'zip' = to fasten with a zip; to move quickly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zippers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zip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fasten with a zip; to move quickly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who; more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zip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'zip'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'zip' = to fasten with a zip; to move quickly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zippers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zip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fasten with a zip; to move quickly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who; more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zip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42773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42773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6393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393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8508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508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pp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0624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624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27405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27405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'zip'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'zip' = to fasten with a zip; to move quickly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'zip'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'zip' = to fasten with a zip; to move quickly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was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zipping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up her jacket before heading out into the cold. 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unzipped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his jacket because he felt too warm. She was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unzipping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her coat when the bell rang.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1148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zipping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8516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8516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18516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unzipped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8516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588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588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59588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unzipping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588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'zip'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'zip' = to fasten with a zip; to move quickly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zipping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'zip'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'zip' = to fasten with a zip; to move quickly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zipping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zip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fasten with a zip; to move quickly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'zip'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'zip' = to fasten with a zip; to move quickly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zipping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zip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fasten with a zip; to move quickly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zip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ping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'zip'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'zip' = to fasten with a zip; to move quickly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zipping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zip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fasten with a zip; to move quickly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zip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ping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2773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2773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6393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393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8508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508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pp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0624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624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27405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7405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ng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'zip'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'zip' = to fasten with a zip; to move quickly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unzipped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'zip'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'zip' = to fasten with a zip; to move quickly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unzipped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zip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fasten with a zip; to move quickly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'zip'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'zip' = to fasten with a zip; to move quickly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unzipped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zip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fasten with a zip; to move quickly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zipped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'zip'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'zip' = to fasten with a zip; to move quickly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unzipped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zip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fasten with a zip; to move quickly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zipped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254649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54649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93146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93146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331643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31643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370141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70141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408638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8638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pp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447135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47135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'zip'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'zip' = to fasten with a zip; to move quickly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unzipping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'zip'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'zip' = to fasten with a zip; to move quickly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unzipping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zip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fasten with a zip; to move quickly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'zip'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'zip' = to fasten with a zip; to move quickly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unzipping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zip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fasten with a zip; to move quickly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zip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ping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'zip'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'zip' = to fasten with a zip; to move quickly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unzipping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zip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fasten with a zip; to move quickly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zip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ping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12483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12483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03352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03352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94220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94220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8508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508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75957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5957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pp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66826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66826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57694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57694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ng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'zip'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'zip' = to fasten with a zip; to move quickly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17043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7043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600200"/>
            <a:ext cx="2468880" cy="438912"/>
          </a:xfrm>
          <a:prstGeom prst="rect">
            <a:avLst>
              <a:gd name="adj" fmla="val 125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6002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718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718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'zip'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066544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718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404872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718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2743200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718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081528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718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each: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'zip'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'zip' = to fasten with a zip; to move quickly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words you could have made. Check your list!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15568"/>
            <a:ext cx="2468880" cy="420624"/>
          </a:xfrm>
          <a:prstGeom prst="rect">
            <a:avLst>
              <a:gd name="adj" fmla="val 1304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1556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718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'zip'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zip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1984248"/>
            <a:ext cx="246888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71800" y="1984248"/>
            <a:ext cx="283464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65760" y="2404872"/>
            <a:ext cx="246888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71800" y="2404872"/>
            <a:ext cx="28346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2404872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0" y="240487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65760" y="2825496"/>
            <a:ext cx="246888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971800" y="2825496"/>
            <a:ext cx="283464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943600" y="2825496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0" y="2825496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65760" y="3611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65760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zip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542032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42032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zips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718304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18304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unzip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894576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94576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zipped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Root 'zip' — 3-Day Teaching Deck</dc:title>
  <dc:subject>PptxGenJS Presentation</dc:subject>
  <dc:creator>Word Labs</dc:creator>
  <cp:lastModifiedBy>Word Labs</cp:lastModifiedBy>
  <cp:revision>1</cp:revision>
  <dcterms:created xsi:type="dcterms:W3CDTF">2026-07-07T10:22:37Z</dcterms:created>
  <dcterms:modified xsi:type="dcterms:W3CDTF">2026-07-07T10:22:37Z</dcterms:modified>
</cp:coreProperties>
</file>