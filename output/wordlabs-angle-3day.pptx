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'angle'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space between two lines that meet"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'angle' — the space between two lines that meet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'angle' means 'the space between two lines that meet'.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'angle'.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'angle'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'angle'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'angle' means 'the space between two lines that meet'.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'angle'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'angle'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'angle' means 'the space between two lines that meet'.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'angles' means 'spaces between two lines that meet at a point, measured in degrees'.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'angles' means 'loud sounds made by animals'.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'angle' means 'the space between two lines that meet at a point, measured in degrees'.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'angle' means 'a loud sound made by an animal'.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'angle'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space between two lines that meet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'angle'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87168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34640" y="23500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34640" y="23500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51960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99432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99432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95544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907024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7024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'angle'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'angle'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right angle measures exactly ninety degrees.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 protractor to measure the angles of the triangle.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drew a triangle with three equal sides in her maths 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right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exactly ninety degrees. We used a protractor to measure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angles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triangle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She drew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triangle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three equal sides in her maths book.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between two lines that meet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'angle' = the space between two lines that meet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'angle'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'angle'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