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'angle'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corner or bend"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angulus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'angle' — a corner or bend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'angle' means 'a corner or bend'.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'angle'.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'angle'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'angle'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'angle' means 'a corner or bend'.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'angle'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'angle'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'tri' in 'triangle' means three.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'angle' comes from a Latin word meaning a corner or bend.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'rectangle' contains the root 'angle'.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'angle' comes from a Greek word meaning straight.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triangle has four angles inside it.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'angle'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corner or bend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angulus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rectangular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'angle'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-ular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corner or turn between two lines that meet.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or cut so that it is not straight up or flat, but tilted.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shape with three sides and three corners.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space between two lines that meet at a point, measured in degrees.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rectangle, with four sides and four right-angle corners.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shape with three straight sides and three corners.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rectangular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shape with four sides and four square corners, like a door.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'angle'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'angle'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checked that every corner of the frame was a right angle before nailing the wood in place.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name a shape that has three angles and three sides?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tilted the mirror at an angle so she could see the back of her hair.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measure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angle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triangle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 drew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rectangle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added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angled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lines to make the building look modern and interesting.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rectangular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or right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or right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or right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or right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or right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or right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or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'angle' = a corner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'angle'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-ular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rectangular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'angle' — 3-Day Teaching Deck</dc:title>
  <dc:subject>PptxGenJS Presentation</dc:subject>
  <dc:creator>Word Labs</dc:creator>
  <cp:lastModifiedBy>Word Labs</cp:lastModifiedBy>
  <cp:revision>1</cp:revision>
  <dcterms:created xsi:type="dcterms:W3CDTF">2026-07-03T09:15:53Z</dcterms:created>
  <dcterms:modified xsi:type="dcterms:W3CDTF">2026-07-03T09:15:53Z</dcterms:modified>
</cp:coreProperties>
</file>