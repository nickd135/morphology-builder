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'mit'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'mit' — send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'mit' means 'send'.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'mit'.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'mit'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'mit'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'mit' means 'send'.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'mit'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'mit'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'admit' means 'to agree that something is true, especially something you did not want to say'.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'mit' means 'send'.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'admits' means 'agrees that something is true (used for he, she or it)'.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'admits' means 'paints a picture very carefully'.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'admit' means 'to run away from a difficult situation'.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'mit'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'mit'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508760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508760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35915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706624" y="37216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2706624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831336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4178808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178808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074920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5486400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86400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agrees that something is true (used for he, she or it)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 something in, or to give in to someone else's control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agree that something is true, especially something you did not want to say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out an action, often a crime, or to promise to do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'mit'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'mit'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finally had to admit that he had broken the window.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admits that her first theory was wrong.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suspect was accused of trying to commit a crime.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offence will be punished. Each student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submits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project by the end of the week.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tower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transmit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signal to homes nearby.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training every day paid off. Juggling school and sports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commitments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be tricky.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commitments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commitments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'mit' — 3-Day Teaching Deck</dc:title>
  <dc:subject>PptxGenJS Presentation</dc:subject>
  <dc:creator>Word Labs</dc:creator>
  <cp:lastModifiedBy>Word Labs</cp:lastModifiedBy>
  <cp:revision>1</cp:revision>
  <dcterms:created xsi:type="dcterms:W3CDTF">2026-07-07T10:22:38Z</dcterms:created>
  <dcterms:modified xsi:type="dcterms:W3CDTF">2026-07-07T10:22:38Z</dcterms:modified>
</cp:coreProperties>
</file>