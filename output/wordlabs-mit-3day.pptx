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"send, let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'mit' — send, let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'mit' means 'send, let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'mit' means 'send, let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'mit' comes from a Latin word meaning 'to send'.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'omit' means to add extra information to a piece of writing.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'mit' can be found in the word 'permit'.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'transmit' uses the prefix 'trans', meaning 'across'.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'mit' originally comes from a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send, let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out light, heat, sound, or a smell.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promise to do something, or to carry out an action.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is true, or to let someone enter a place.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a signal, message, or illness from one place or person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leave something out on purpose or by accident.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 something in or send it to someone in charge, like submitting your homework to a teacher.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allow someone to do something, or a special card that lets you do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submit your assignment by Friday so the teacher has time to read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radio tower can transmit signals hundreds of kilometres across the country.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would not permit anyone to enter the gym without the correct shoes.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signal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 to her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project,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mistakes, and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permit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others to share their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→ com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'mit' = send, let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-tance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-tee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transmit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admit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'mit' — 3-Day Teaching Deck</dc:title>
  <dc:subject>PptxGenJS Presentation</dc:subject>
  <dc:creator>Word Labs</dc:creator>
  <cp:lastModifiedBy>Word Labs</cp:lastModifiedBy>
  <cp:revision>1</cp:revision>
  <dcterms:created xsi:type="dcterms:W3CDTF">2026-04-09T22:39:19Z</dcterms:created>
  <dcterms:modified xsi:type="dcterms:W3CDTF">2026-04-09T22:39:19Z</dcterms:modified>
</cp:coreProperties>
</file>