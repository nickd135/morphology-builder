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'mit' suit Years 3–7, so Day 3 has 1 dictation word instead of 3.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'transmit' really means 'to send out a signal, message or illness to another place or person'.
'admit' really means 'to agree that something is true, especially something you did not want to say'.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Remember to submit your science poster by Friday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Learning the violin takes real commitment and practice every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'mit'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'mit' suit Years 3–7, so Day 3 has 1 dictation word instead of 3.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'mit' — send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'mit' means 'send'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'mit'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'mit'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'mit'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'mit' means 'send'. You can find it in 'admit'.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'admit', 'ad-' means 'towards;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'commitment',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'mit' means 'send'.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'emit' means 'to send out light, heat, sound or gas'.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'transmit' means 'to agree that something is true, especially something you did not want to say'.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'commit' means 'to carry out an action, often a crime, or to promise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'admit' means 'to send out a signal, message or illness to another place or person'.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'mit' means 'send'.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'emit' means 'to send out light, heat, sound or gas'.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'transmit' means 'to agree that something is true, especially something you did not want to say'.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'commit' means 'to carry out an action, often a crime, or to promise to do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'admit' means 'to send out a signal, message or illness to another place or person'.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'mit'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'mit'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leave something out on purpose or by mistake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agree that something is true, especially something you did not want to say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carry out an action, often a crime, or to promise to do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send out a signal, message or illness to another place or person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send out light, heat, sound or gas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agree that something is true, especially something you did not want to say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carry out an action, often a crime, or to promise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send out a signal, message or illness to another place or person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send out light, heat, sound or gas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leave something out on purpose or by mistake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'mit'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'mit'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finally had to admit that he had broken the window.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commit to the team, check the training times.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tower will transmit the signal to homes nearby.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science poster by Friday afternoon.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violin takes real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practice every afternoon.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con- becomes com- before 'm'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'mit' = send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'mit'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