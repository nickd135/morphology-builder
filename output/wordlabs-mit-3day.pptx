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'mit'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"send, let go"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mittere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'mit' — send, let go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'mit' means 'send, let go'.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'mit'.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'mit'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'mit'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'mit' means 'send, let go'.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'mit'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'mit'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'mit' comes from a Latin word meaning 'to send'.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'permit' means to stop someone from doing something.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'transmit' contains the prefix 'trans', meaning across.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'submit' contains the root 'mit'.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'mit' comes from Greek.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'mit'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send, let go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mittere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committed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omit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remit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'mit'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-tance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-tee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593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068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068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309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424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424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 money to someone, or the area of work you are responsible for.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let someone in, or to say that something is true.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to do something and sticking with it.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 a signal, message, or disease from one place to another.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leave something out on purpose.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omit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 something in or send it to someone in charge.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remit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allow someone to do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'mit'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'mit'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submit your completed story to your teacher by Friday afternoon.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radio tower was used to transmit emergency messages across the country.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will permit students to use a dictionary during the spelling test.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the teacher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permit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submit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 assignment a day late?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send, let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send, let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send, let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up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send, let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up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send, let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up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send, let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transmit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message, you must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admit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it was sent, and you are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committed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telling the truth.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committed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send, let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send, let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send, let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send, let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send, let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send, let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89734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com before 'm'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send, let go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 before suffix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't' doubled before vowel suffix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89734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com before 'm'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send, let go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 before suffix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't' doubled before vowel suffix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89734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com before 'm'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send, let go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 before suffix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't' doubled before vowel suffix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-tance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-tee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committed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omit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remit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emitting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'mit' — 3-Day Teaching Deck</dc:title>
  <dc:subject>PptxGenJS Presentation</dc:subject>
  <dc:creator>Word Labs</dc:creator>
  <cp:lastModifiedBy>Word Labs</cp:lastModifiedBy>
  <cp:revision>1</cp:revision>
  <dcterms:created xsi:type="dcterms:W3CDTF">2026-03-25T03:48:19Z</dcterms:created>
  <dcterms:modified xsi:type="dcterms:W3CDTF">2026-03-25T03:48:19Z</dcterms:modified>
</cp:coreProperties>
</file>