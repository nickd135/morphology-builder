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'reduction' really means 'a decrease in the size or amount of something'.
'diction' really means 'the way someone speaks or pronounces words clearly'.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Mia was late because of roadworks at the intersection, but her teacher kindly did not give her a detention.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At the science convention, we learnt the definition of an iceberg from a scientist who had led an expedition to Antarctica.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Suffix: '-tion'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"act or process of"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'-tion' — act or process of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'-tion' = act or process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suffix '-tion' means 'act or process of' and how it changes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suffix '-tion'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'-tion' to a base and spell the new word correctly.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'-tion'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'-tion' = act or process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The suffix '-tion' means 'act or process of'. In 'section', it is added to 'sec'.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'section', the base is 'sec' (cut).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'reduction', 're-' means 'back'.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'-tion' = act or process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suffix '-tion' means 'act or process of'.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'inspection' means 'a close check of something to make sure it is correct or safe'.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'reduction' means 'the way someone speaks or pronounces words clearly'.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'section' means 'a distinct part of something larger'.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'diction' means 'a short performance to test if someone is good enough for a role'.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'-tion' = act or process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suffix '-tion' means 'act or process of'.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'inspection' means 'a close check of something to make sure it is correct or safe'.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'reduction' means 'the way someone speaks or pronounces words clearly'.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'section' means 'a distinct part of something larger'.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'diction' means 'a short performance to test if someone is good enough for a role'.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 '-tion'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'-tion' = act or process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'-tion'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 or process of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suffix: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inspection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'-tion'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'-tion' = act or process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con-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-tion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89788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463040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463040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223113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2523744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2523744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3291840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3584448" y="3776472"/>
            <a:ext cx="100584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3584448" y="377647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-tion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4672584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5084064" y="3776472"/>
            <a:ext cx="1856232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84064" y="3776472"/>
            <a:ext cx="1856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reduction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'-tion'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'-tion' = act or process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close check of something to make sure it is correct or safe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short performance to test if someone is good enough for a role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the way someone speaks or pronounces words clearly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distinct part of something larger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inspection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 decrease in the size or amount of something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'-tion'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'-tion' = act or process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the way someone speaks or pronounces words clearly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distinct part of something larger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short performance to test if someone is good enough for a role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decrease in the size or amount of something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inspection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 close check of something to make sure it is correct or safe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'-tion'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'-tion' = act or process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'-tion'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actor's diction was so clear that everyone in the theatre understood him.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to the next section of the book.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 practised her song every night before the audition for the school musical.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'-tion' = act or process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'-tion' = act or process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was late because of roadworks at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but her teacher kindly did not give her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detention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intersection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detention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'-tion' = act or process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intersection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'-tion' = act or process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intersection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'-tion' = act or process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intersection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'-tion' = act or process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intersection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1828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1828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60520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0520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5858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5858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91196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1196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56535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6535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21873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1873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87211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87211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52549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2549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17887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17887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832252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832252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'-tion' = act or process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detention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'-tion' = act or process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detention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hold; keep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'-tion' = act or process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detention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hold; keep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'-tion' = act or process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detention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hold; keep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'-tion' = act or process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'-tion' = act or process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science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convention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we learnt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an iceberg from a scientist who had led an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expedition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Antarctica.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convention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expedition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'-tion' = act or process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convention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'-tion' = act or process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convention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'-tion' = act or process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convention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'-tion' = act or process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convention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'-tion' = act or process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'-tion' = act or process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end; limit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'-tion' = act or process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end; limit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'-tion' = act or process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end; limit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'-tion' = act or process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expedition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'-tion' = act or process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expedition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of; former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pedi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'-tion' = act or process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expedition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of; former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pedi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'-tion' = act or process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expedition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of; former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pedi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'-tion' = act or process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'-tion'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'-tion' = act or process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con-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-tion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89788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deduction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542032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42032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induction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718304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18304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intervention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894576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94576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retention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65760" y="412394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4123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intersection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542032" y="412394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542032" y="4123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detention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718304" y="412394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18304" y="4123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convention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Suffix '-tion' — Teaching Deck</dc:title>
  <dc:subject>PptxGenJS Presentation</dc:subject>
  <dc:creator>Word Labs</dc:creator>
  <cp:lastModifiedBy>Word Labs</cp:lastModifiedBy>
  <cp:revision>1</cp:revision>
  <dcterms:created xsi:type="dcterms:W3CDTF">2026-10-22T10:14:36Z</dcterms:created>
  <dcterms:modified xsi:type="dcterms:W3CDTF">2026-10-22T10:14:36Z</dcterms:modified>
</cp:coreProperties>
</file>