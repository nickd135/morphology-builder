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Suffix: '-tion'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"act, process, or state"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-tionem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Suffix '-tion' — act, process, or state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'tion'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'-tion' = act, process, or state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suffix '-tion' means 'act, process, or state'.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suffix '-tion'.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base words and other morphemes to build and decode '-tion'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'-tion'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'tion'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'-tion' = act, process, or state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The suffix '-tion' means 'act, process, or state'.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In 'action', the root is the part before the suffix '-tion'.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'un-' in 'direction' means 'not'.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'tion'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'-tion' = act, process, or state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suffix '-tion' turns a verb or base word into a noun.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suffix '-tion' means 'without' or 'not'.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The word 'invention' contains the suffix '-tion'.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The suffix '-tion' comes from Latin.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Adding '-tion' to a word makes it an adjective.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 '-tion'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'tion'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'-tion' = act, process, or state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'tion'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act, process, or state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-tionem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suffix: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action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direction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invention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collection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protection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reaction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instruction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'-tion'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'tion'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'-tion' = act, process, or state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Suffix: '-tion'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-tion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collect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direct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invent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protect</a:t>
            </a:r>
            <a:endParaRPr lang="en-US" sz="1300" dirty="0"/>
          </a:p>
        </p:txBody>
      </p:sp>
      <p:sp>
        <p:nvSpPr>
          <p:cNvPr id="42" name="Shape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3591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706624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706624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3557016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3904488" y="4178808"/>
            <a:ext cx="109728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3904488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-tion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074920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486400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486400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action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'tion'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'tion'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'-tion' = act, process, or state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action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process of doing something.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direction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Something new that has been created or made for the first time.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invention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 do or feel in response to something that happens.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collection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group of things gathered together in one place.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protection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Keeping something or someone safe from harm.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reaction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set of steps or directions that tell you how to do something.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instruction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path or way something is heading or pointing.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'-tion'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'tion'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'-tion' = act, process, or state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'-tion'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teacher gave clear instruction before the students began their investigation.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made a collection of leaves and seeds during our nature walk.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invention of the printing press changed the direction of history.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'tion'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'-tion' = act, process, or state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'tion'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'-tion' = act, process, or state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protection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of native animals requires careful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from everyone in the community.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protection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action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'tion'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'-tion' = act, process, or state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protection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'tion'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'-tion' = act, process, or state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protection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front of / on behalf of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 / shield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state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'tion'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'-tion' = act, process, or state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protection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front of / on behalf of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 / shield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state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tec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'tion'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'-tion' = act, process, or state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protection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front of / on behalf of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 / shield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state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tec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951330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951330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677363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677363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403397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403397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129430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129430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4855464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855464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5581498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581498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5581498" y="4572000"/>
            <a:ext cx="6766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52" name="Shape 50"/>
          <p:cNvSpPr/>
          <p:nvPr/>
        </p:nvSpPr>
        <p:spPr>
          <a:xfrm>
            <a:off x="6307531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307531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7033565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7033565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</a:t>
            </a:r>
            <a:endParaRPr lang="en-US" sz="900" dirty="0"/>
          </a:p>
        </p:txBody>
      </p:sp>
      <p:sp>
        <p:nvSpPr>
          <p:cNvPr id="56" name="Text 54"/>
          <p:cNvSpPr/>
          <p:nvPr/>
        </p:nvSpPr>
        <p:spPr>
          <a:xfrm>
            <a:off x="7033565" y="4572000"/>
            <a:ext cx="6766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/sh/</a:t>
            </a:r>
            <a:endParaRPr lang="en-US" sz="750" dirty="0"/>
          </a:p>
        </p:txBody>
      </p:sp>
      <p:sp>
        <p:nvSpPr>
          <p:cNvPr id="57" name="Shape 55"/>
          <p:cNvSpPr/>
          <p:nvPr/>
        </p:nvSpPr>
        <p:spPr>
          <a:xfrm>
            <a:off x="7759598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7759598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'tion'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'-tion' = act, process, or state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'tion'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'-tion' = act, process, or state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/ perform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state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'tion'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'-tion' = act, process, or state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/ perform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state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'tion'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'-tion' = act, process, or state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/ perform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state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42773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42773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6393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393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363931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38" name="Shape 36"/>
          <p:cNvSpPr/>
          <p:nvPr/>
        </p:nvSpPr>
        <p:spPr>
          <a:xfrm>
            <a:off x="48508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8508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60624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0624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606247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/sh/</a:t>
            </a:r>
            <a:endParaRPr lang="en-US" sz="750" dirty="0"/>
          </a:p>
        </p:txBody>
      </p:sp>
      <p:sp>
        <p:nvSpPr>
          <p:cNvPr id="43" name="Shape 41"/>
          <p:cNvSpPr/>
          <p:nvPr/>
        </p:nvSpPr>
        <p:spPr>
          <a:xfrm>
            <a:off x="727405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27405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'tion'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'-tion' = act, process, or state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'tion'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'-tion' = act, process, or state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student's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collection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of rocks was an amazing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invention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but she needed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direction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from her teacher to label them correctly.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collection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invention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direction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'tion'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'-tion' = act, process, or state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collection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'tion'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'-tion' = act, process, or state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collection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together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2219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→ col before 'l'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lect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gather / pick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state of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'tion'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'-tion' = act, process, or state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collection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together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2219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→ col before 'l'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lect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gather / pick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state of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lec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0" name="Text 3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'tion'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'-tion' = act, process, or state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collection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together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2219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→ col before 'l'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lect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gather / pick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state of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lec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20238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0238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202387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43" name="Shape 41"/>
          <p:cNvSpPr/>
          <p:nvPr/>
        </p:nvSpPr>
        <p:spPr>
          <a:xfrm>
            <a:off x="28315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8315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36393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6393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ll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444703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44703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525475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25475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525475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52" name="Shape 50"/>
          <p:cNvSpPr/>
          <p:nvPr/>
        </p:nvSpPr>
        <p:spPr>
          <a:xfrm>
            <a:off x="60624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0624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68701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8701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</a:t>
            </a:r>
            <a:endParaRPr lang="en-US" sz="900" dirty="0"/>
          </a:p>
        </p:txBody>
      </p:sp>
      <p:sp>
        <p:nvSpPr>
          <p:cNvPr id="56" name="Text 54"/>
          <p:cNvSpPr/>
          <p:nvPr/>
        </p:nvSpPr>
        <p:spPr>
          <a:xfrm>
            <a:off x="687019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/sh/</a:t>
            </a:r>
            <a:endParaRPr lang="en-US" sz="750" dirty="0"/>
          </a:p>
        </p:txBody>
      </p:sp>
      <p:sp>
        <p:nvSpPr>
          <p:cNvPr id="57" name="Shape 55"/>
          <p:cNvSpPr/>
          <p:nvPr/>
        </p:nvSpPr>
        <p:spPr>
          <a:xfrm>
            <a:off x="76779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76779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'tion'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'-tion' = act, process, or state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invention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'tion'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'-tion' = act, process, or state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invention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into / upon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vent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 / arrive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state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'tion'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'-tion' = act, process, or state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invention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into / upon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vent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 / arrive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state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'tion'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'-tion' = act, process, or state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invention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into / upon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vent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 / arrive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state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0238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0238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8315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8315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6393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393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44703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44703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25475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25475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0624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0624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8701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8701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</a:t>
            </a:r>
            <a:endParaRPr lang="en-US" sz="900" dirty="0"/>
          </a:p>
        </p:txBody>
      </p:sp>
      <p:sp>
        <p:nvSpPr>
          <p:cNvPr id="53" name="Text 51"/>
          <p:cNvSpPr/>
          <p:nvPr/>
        </p:nvSpPr>
        <p:spPr>
          <a:xfrm>
            <a:off x="687019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/sh/</a:t>
            </a:r>
            <a:endParaRPr lang="en-US" sz="750" dirty="0"/>
          </a:p>
        </p:txBody>
      </p:sp>
      <p:sp>
        <p:nvSpPr>
          <p:cNvPr id="54" name="Shape 52"/>
          <p:cNvSpPr/>
          <p:nvPr/>
        </p:nvSpPr>
        <p:spPr>
          <a:xfrm>
            <a:off x="76779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76779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'tion'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'-tion' = act, process, or state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direction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'tion'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'-tion' = act, process, or state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direction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apart / away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straight / guide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state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'tion'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'-tion' = act, process, or state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direction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apart / away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straight / guide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state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'tion'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'-tion' = act, process, or state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direction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apart / away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straight / guide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state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0238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0238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8315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8315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6393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393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44703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44703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25475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25475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525475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50" name="Shape 48"/>
          <p:cNvSpPr/>
          <p:nvPr/>
        </p:nvSpPr>
        <p:spPr>
          <a:xfrm>
            <a:off x="60624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0624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68701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8701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</a:t>
            </a:r>
            <a:endParaRPr lang="en-US" sz="900" dirty="0"/>
          </a:p>
        </p:txBody>
      </p:sp>
      <p:sp>
        <p:nvSpPr>
          <p:cNvPr id="54" name="Text 52"/>
          <p:cNvSpPr/>
          <p:nvPr/>
        </p:nvSpPr>
        <p:spPr>
          <a:xfrm>
            <a:off x="687019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/sh/</a:t>
            </a:r>
            <a:endParaRPr lang="en-US" sz="750" dirty="0"/>
          </a:p>
        </p:txBody>
      </p:sp>
      <p:sp>
        <p:nvSpPr>
          <p:cNvPr id="55" name="Shape 53"/>
          <p:cNvSpPr/>
          <p:nvPr/>
        </p:nvSpPr>
        <p:spPr>
          <a:xfrm>
            <a:off x="76779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6779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'tion'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'-tion' = act, process, or state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Suffix: '-tion'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'tion'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'-tion' = act, process, or state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Suffix: '-tion'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-tion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collect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direct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invent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protect</a:t>
            </a:r>
            <a:endParaRPr lang="en-US" sz="1300" dirty="0"/>
          </a:p>
        </p:txBody>
      </p:sp>
      <p:sp>
        <p:nvSpPr>
          <p:cNvPr id="42" name="Shape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action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direction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invention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collection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protection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reaction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instruction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connection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Suffix '-tion' — 3-Day Teaching Deck</dc:title>
  <dc:subject>PptxGenJS Presentation</dc:subject>
  <dc:creator>Word Labs</dc:creator>
  <cp:lastModifiedBy>Word Labs</cp:lastModifiedBy>
  <cp:revision>1</cp:revision>
  <dcterms:created xsi:type="dcterms:W3CDTF">2026-03-26T07:41:12Z</dcterms:created>
  <dcterms:modified xsi:type="dcterms:W3CDTF">2026-03-26T07:41:12Z</dcterms:modified>
</cp:coreProperties>
</file>