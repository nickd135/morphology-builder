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process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'-tion' — act or process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'-tion' means 'act or process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'-tion' means 'act or process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'diction', the root is the part before the suffix '-tion'.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'section'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'diction' means 'a thick book of word meanings'.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'tion' means 'act or process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'diction' means 'the way someone speaks or pronounces words clearly'.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'section' means 'the act of running very fast'.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'section' means 'a distinct part of something larger'.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process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speaks or pronounces words clearly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performance to test if someone is good enough for a role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subtracting, or a conclusion reached by reasoning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of section; distinct parts of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need to keep doing or using something, even when it causes harm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formally introducing someone to a new job, or bringing something about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 part of something larger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actor's diction was so clear that everyone in the theatre understood him.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to the next section of the book.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practised her song every night before the audition for the school musical.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Writers often break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grammar for effect in poetry. Breaking the vase was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 was an accident.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chose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wedding with a church service and a reception. 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student catch up in reading. The school introduced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support struggling readers.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addiction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'-tion'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