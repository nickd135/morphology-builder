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'-tion'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"act, process, or state"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-tio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'-tion' — act, process, or state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'-tion' means 'act, process, or state'.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'-tion'.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'-tion'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'-tion'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'-tion' means 'act, process, or state'.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'action', the root is the part before the suffix '-tion'.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'direction'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'-tion' can turn a verb into a noun.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'-tion' comes from Latin.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suffix '-tion' always makes a word mean the opposite of the base word.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Words ending in '-tion' are always nouns.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'-tion' is pronounced /tee-on/.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'-tion'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act, process, or state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-tio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celebration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invention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'-tion'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'-tion'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celebra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55701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3904488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3904488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07492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48640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8640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action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doing something.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doing something special to mark a happy event.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celebration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or how someone responds when something occurs.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learning and being taught at school or elsewhere.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new that someone has created or made for the first time.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reaction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 of things gathered together in one place.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or way you need to go or follow.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'-tion'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'-tion'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gave clear direction so everyone knew what to do.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had a big celebration after our team won the competition.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invention of the telephone changed the way people communicate.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collection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rocks at the museum was an amazing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invention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by the students.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→ col before 'l'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→ col before 'l'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→ col before 'l'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lec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0238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or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or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or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much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preparation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students gave a clear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explanation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their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plan to the class.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explanation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ready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ready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ready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6525491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explanation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explanation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clear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explanation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clear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explanation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clear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2605209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6525491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or drive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or drive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or drive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6393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'-tion'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'-tion' = act, process, or state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'-tion'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celebra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action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direction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celebration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invention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reaction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collection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'-tion' — 3-Day Teaching Deck</dc:title>
  <dc:subject>PptxGenJS Presentation</dc:subject>
  <dc:creator>Word Labs</dc:creator>
  <cp:lastModifiedBy>Word Labs</cp:lastModifiedBy>
  <cp:revision>1</cp:revision>
  <dcterms:created xsi:type="dcterms:W3CDTF">2026-04-10T01:06:37Z</dcterms:created>
  <dcterms:modified xsi:type="dcterms:W3CDTF">2026-04-10T01:06:37Z</dcterms:modified>
</cp:coreProperties>
</file>