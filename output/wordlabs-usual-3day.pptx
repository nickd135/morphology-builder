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'usual'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"normal, common, or customary"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usualis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'usual' — normal, common, or customary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'usual' = normal, common, or customary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'usual' means 'normal, common, or customary'.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'usual'.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'usual'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'usual'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'usual' = normal, common, or customary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'usual' means 'normal, common, or customary'.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'usual'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'usual'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'usual' = normal, common, or customary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Adding '-ly' to 'usual' makes the word 'usually', which means in a normal way.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'usual' means something that is rare and hard to find.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'usual' comes from ancient Greek.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'unusually' contains both a prefix and a suffix added to the root 'usual'.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'unusual' is made by adding the prefix 'un-' to the root 'usual'.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'usual'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'usual' = normal, common, or customary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normal, common, or customary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usualis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usual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unusual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usually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unusually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unusualness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unusually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 usual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'usual'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'usual' = normal, common, or customary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usual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-ism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6752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7900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7900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usual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'usual' = normal, common, or customary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usual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being different or strange compared to what is normal.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unusual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happens normally or most of the time, like your usual breakfast.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usually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 that is different from normal, like 'It was unusually cold today.'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unusually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in a way that stands out because it is not ordinary or expected.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unusualness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same way as always, like things are going on as usual at school.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unusually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 most of the time, like 'I usually wake up at seven.'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 usual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is different from what normally happens — not what you would expect.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'usual'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'usual' = normal, common, or customary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'usual'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unusual to see snow falling in the middle of summer.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usually finishes her homework before dinner, but tonight she stayed up late.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noticed that the classroom was unusually quiet when she walked in.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'usual' = normal, common, or customary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'usual' = normal, common, or customary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unusual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weather for spring, but she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usually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carried an umbrella just in case.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unusual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usually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'usual' = normal, common, or customary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unusual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'usual' = normal, common, or customary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unusual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usual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or customary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'usual' = normal, common, or customary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unusual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usual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or customary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'usual' = normal, common, or customary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unusual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usual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or customary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370141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/zh/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'usual' = normal, common, or customary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usually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'usual' = normal, common, or customary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usually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usual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or customary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'usual' = normal, common, or customary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usually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usual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or customary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'usual' = normal, common, or customary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usually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usual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or customary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3293146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/zh/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'usual' = normal, common, or customary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'usual' = normal, common, or customary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Unusually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the dog behaved well; it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unusual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behaviour, though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unusualness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like that never lasts long!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unusually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unusual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unusualness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'usual' = normal, common, or customary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unusually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'usual' = normal, common, or customary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unusually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usual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or customary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'usual' = normal, common, or customary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unusually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usual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or customary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'usual' = normal, common, or customary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unusually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usual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or customary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444703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/zh/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'usual' = normal, common, or customary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unusual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'usual' = normal, common, or customary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unusual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usual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or customary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'usual' = normal, common, or customary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unusual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usual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or customary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'usual' = normal, common, or customary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unusual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usual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or customary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370141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/zh/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'usual' = normal, common, or customary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unusualness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'usual' = normal, common, or customary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unusualness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usual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or customary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being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'usual' = normal, common, or customary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unusualness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usual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or customary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being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'usual' = normal, common, or customary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unusualness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usual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or customary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quality of being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3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3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77363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77363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403397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03397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129430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129430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4129430" y="4572000"/>
            <a:ext cx="676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/zh/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4855464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855464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55814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5814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307531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307531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033565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033565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759598" y="4169664"/>
            <a:ext cx="676656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759598" y="4169664"/>
            <a:ext cx="6766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'usual' = normal, common, or customary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'usual' = normal, common, or customary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'usual'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usual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-ly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-ness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-ism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usual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unusual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usually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unusually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unusualness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unusually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 usual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unusual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'usual' — 3-Day Teaching Deck</dc:title>
  <dc:subject>PptxGenJS Presentation</dc:subject>
  <dc:creator>Word Labs</dc:creator>
  <cp:lastModifiedBy>Word Labs</cp:lastModifiedBy>
  <cp:revision>1</cp:revision>
  <dcterms:created xsi:type="dcterms:W3CDTF">2026-04-09T22:24:10Z</dcterms:created>
  <dcterms:modified xsi:type="dcterms:W3CDTF">2026-04-09T22:24:10Z</dcterms:modified>
</cp:coreProperties>
</file>