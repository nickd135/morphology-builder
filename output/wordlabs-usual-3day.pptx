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'usual'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"normal, common, or customary"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usualis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'usual' — normal, common, or customary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'usual' means 'normal, common, or customary'.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'usual'.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'usual'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'usual'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'usual' means 'normal, common, or customary'.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'usual'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'usual'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'usual' comes from a Latin word meaning customary or ordinary.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'un-' to 'usual' makes the word mean more than usual.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'usually' contains the root 'usual' plus the suffix '-ly'.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'-ly' can be added to 'usual' to describe how something is done.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'unusual' means exactly the same as 'usual'.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'usual'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normal, common, or customary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usualis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casualness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'usual'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--ise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different or not normal.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happens normally or most of the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different from normal; more than usual.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way that stands out because it is not ordinary.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unusualness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relaxed, easygoing manner that feels normal and comfortable.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happens most of the time; normally.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casualness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different from what normally happens; not ordinary.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'usual'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'usual'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unusual to see snow falling in Sydney during summer.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usually finishes her homework before dinner each night.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magician performed an unusually clever trick that amazed the whole audience.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unusual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playground to be so quiet, but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usually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arrived early.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unusual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she doesn't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usually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 this way, but today her behaviour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unusually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strange!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--ise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unusualness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casualness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'usual' — 3-Day Teaching Deck</dc:title>
  <dc:subject>PptxGenJS Presentation</dc:subject>
  <dc:creator>Word Labs</dc:creator>
  <cp:lastModifiedBy>Word Labs</cp:lastModifiedBy>
  <cp:revision>1</cp:revision>
  <dcterms:created xsi:type="dcterms:W3CDTF">2026-03-25T03:34:54Z</dcterms:created>
  <dcterms:modified xsi:type="dcterms:W3CDTF">2026-03-25T03:34:54Z</dcterms:modified>
</cp:coreProperties>
</file>