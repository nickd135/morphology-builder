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'usual'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"common; normal"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Anglo-Saxon (Old English)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03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01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856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96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'usual' — common; normal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'usual'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'usual' = common; normal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'usual' means 'common; normal'.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meaning of the root 'usual'.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prefixes and suffixes to build and decode 'usual'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'usual' words effectively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'usual'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'usual' = common; normal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part of a word carrying its basic meaning. For example, 'usual' means 'common; normal'.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beginning of a root to change its meaning. E.g. a prefix before 'usual' changes the word's meaning.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end of a word to change its meaning or form. E.g. a suffix after 'usual' can make a noun or adjective.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'usual'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'usual' = common; normal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following statements true or false?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'unusual' means 'very ordinary'.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'usual' means 'extremely rare and surprising'.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'usual' means 'normal, expected, or happening most of the time'.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'unusual' means 'not common; strange'.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'usual' means 'common; normal'.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'usual'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'usual'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'usual' = common; normal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'usual'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777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common; normal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Anglo-Saxon (Old English)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'usual'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'usual'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'usual' = common; normal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matrix below. Choose morpheme parts to build a word. Not all combinations work!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1645920" cy="457200"/>
          </a:xfrm>
          <a:prstGeom prst="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'usual'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usual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23500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508760" y="2350008"/>
            <a:ext cx="82296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508760" y="23500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359152" y="23500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706624" y="2350008"/>
            <a:ext cx="1389888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706624" y="2350008"/>
            <a:ext cx="1389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'usual'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123944" y="23500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471416" y="2350008"/>
            <a:ext cx="82296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471416" y="23500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67528" y="23500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5779008" y="2350008"/>
            <a:ext cx="219456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79008" y="23500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usual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'usual'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'usual'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'usual' = common; normal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word to its meaning: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'usual'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'usual'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'usual' = common; normal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example sentences. Underline the 'usual' word and discuss its meaning.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met at our usual spot after school.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was unusual for snow to fall in summer.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usually walk to school with my brother.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'usual'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'usual' = common; normal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'usual'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'usual' = common; normal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met at our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usual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spot after school.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15468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5468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15468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usual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15468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'usual'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'usual' = common; normal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usual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'usual'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'usual' = common; normal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usual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usual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common; normal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'usual'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'usual' = common; normal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usual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usual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common; normal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'usual'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'usual' = common; normal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usual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usual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common; normal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70048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70048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23944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23944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577840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77840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031736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31736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'usual'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'usual' = common; normal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'usual'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'usual' = common; normal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unusual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snow to fall in summer. I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usually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walk to school with my brother. It was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unusually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cold for the middle of summer.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1148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unusual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8516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516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18516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usually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8516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588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588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9588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unusually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588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'usual'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'usual' = common; normal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unusual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'usual'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'usual' = common; normal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unusual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usual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common; normal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'usual'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'usual' = common; normal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unusual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usual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common; normal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'usual'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'usual' = common; normal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unusual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usual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common; normal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12483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2483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03352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3352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94220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4220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508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508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75957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5957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66826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6826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57694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7694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'usual'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'usual' = common; normal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usually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'usual'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'usual' = common; normal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usually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usual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common; normal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'usual'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'usual' = common; normal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usually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usual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common; normal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'usual'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'usual' = common; normal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usually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usual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common; normal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254649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54649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293146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93146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331643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31643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370141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70141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408638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8638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447135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47135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'usual'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'usual' = common; normal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unusually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'usual'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'usual' = common; normal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unusually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usual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common; normal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'usual'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'usual' = common; normal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unusually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usual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common; normal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'usual'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'usual' = common; normal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unusually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usual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common; normal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951330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951330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677363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677363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403397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03397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129430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129430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855464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55464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581498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581498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307531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07531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033565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033565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759598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759598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'usual'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'usual' = common; normal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704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600200"/>
            <a:ext cx="2468880" cy="438912"/>
          </a:xfrm>
          <a:prstGeom prst="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00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718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'usual'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066544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404872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743200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081528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each: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'usual'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'usual' = common; normal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words you could have made. Check your list!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2468880" cy="420624"/>
          </a:xfrm>
          <a:prstGeom prst="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'usual'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usual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'usual' — 3-Day Teaching Deck</dc:title>
  <dc:subject>PptxGenJS Presentation</dc:subject>
  <dc:creator>Word Labs</dc:creator>
  <cp:lastModifiedBy>Word Labs</cp:lastModifiedBy>
  <cp:revision>1</cp:revision>
  <dcterms:created xsi:type="dcterms:W3CDTF">2026-07-07T10:22:37Z</dcterms:created>
  <dcterms:modified xsi:type="dcterms:W3CDTF">2026-07-07T10:22:37Z</dcterms:modified>
</cp:coreProperties>
</file>