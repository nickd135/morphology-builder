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11 word families with 'count' suit Years 3–7, so Day 3 has 2 dictation words instead of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'count' really means 'to find the total; to matter'.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The shop assistant behind the counter gave Mum a discount on my new school shoes.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On the camping trip, our teacher did a headcount before bed. Later, we lay outside and gazed at stars that seemed uncountable!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'count'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 find the total; to matter"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11 word families with 'count' suit Years 3–7, so Day 3 has 2 dictation words instead of 3.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'count' — to find the total; to matter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'count'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'count' = to find the total; to matter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base 'count' means 'to find the total; to matter'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base 'count'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'count'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'count'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'count'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'count' = to find the total; to matter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'count' means 'to find the total; to matter'. You can find it in 'recount'.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'recount', 're-' means 'again; back'.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'countless', '-less' means 'without'.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'count'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'count' = to find the total; to matter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07492"/>
          </a:xfrm>
          <a:prstGeom prst="rect">
            <a:avLst>
              <a:gd name="adj" fmla="val 144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074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'count' means 'to find the total; to matter'.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07492"/>
          </a:xfrm>
          <a:prstGeom prst="rect">
            <a:avLst>
              <a:gd name="adj" fmla="val 144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805940"/>
            <a:ext cx="7315200" cy="507492"/>
          </a:xfrm>
          <a:prstGeom prst="rect">
            <a:avLst>
              <a:gd name="adj" fmla="val 144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805940"/>
            <a:ext cx="6949440" cy="5074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'miscount' means 'to count something incorrectly'.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805940"/>
            <a:ext cx="1005840" cy="507492"/>
          </a:xfrm>
          <a:prstGeom prst="rect">
            <a:avLst>
              <a:gd name="adj" fmla="val 144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805940"/>
            <a:ext cx="100584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404872"/>
            <a:ext cx="7315200" cy="507492"/>
          </a:xfrm>
          <a:prstGeom prst="rect">
            <a:avLst>
              <a:gd name="adj" fmla="val 144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404872"/>
            <a:ext cx="6949440" cy="5074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'recount' means 'to tell someone about events that happened, or to count something again'.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404872"/>
            <a:ext cx="1005840" cy="507492"/>
          </a:xfrm>
          <a:prstGeom prst="rect">
            <a:avLst>
              <a:gd name="adj" fmla="val 144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404872"/>
            <a:ext cx="100584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003804"/>
            <a:ext cx="7315200" cy="507492"/>
          </a:xfrm>
          <a:prstGeom prst="rect">
            <a:avLst>
              <a:gd name="adj" fmla="val 144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003804"/>
            <a:ext cx="6949440" cy="5074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'account' means 'a record of money held or spent, or a description of an event'.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003804"/>
            <a:ext cx="1005840" cy="507492"/>
          </a:xfrm>
          <a:prstGeom prst="rect">
            <a:avLst>
              <a:gd name="adj" fmla="val 144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003804"/>
            <a:ext cx="100584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602736"/>
            <a:ext cx="7315200" cy="507492"/>
          </a:xfrm>
          <a:prstGeom prst="rect">
            <a:avLst>
              <a:gd name="adj" fmla="val 144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602736"/>
            <a:ext cx="6949440" cy="5074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'countless' means 'so many that they cannot be counted'.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602736"/>
            <a:ext cx="1005840" cy="507492"/>
          </a:xfrm>
          <a:prstGeom prst="rect">
            <a:avLst>
              <a:gd name="adj" fmla="val 144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602736"/>
            <a:ext cx="100584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4201668"/>
            <a:ext cx="7315200" cy="507492"/>
          </a:xfrm>
          <a:prstGeom prst="rect">
            <a:avLst>
              <a:gd name="adj" fmla="val 144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48640" y="4201668"/>
            <a:ext cx="6949440" cy="5074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The base 'count' means 'to break'.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772400" y="4201668"/>
            <a:ext cx="1005840" cy="507492"/>
          </a:xfrm>
          <a:prstGeom prst="rect">
            <a:avLst>
              <a:gd name="adj" fmla="val 144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7772400" y="4201668"/>
            <a:ext cx="100584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'count'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'count' = to find the total; to matter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07492"/>
          </a:xfrm>
          <a:prstGeom prst="rect">
            <a:avLst>
              <a:gd name="adj" fmla="val 144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074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'count' means 'to find the total; to matter'.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07492"/>
          </a:xfrm>
          <a:prstGeom prst="rect">
            <a:avLst>
              <a:gd name="adj" fmla="val 14414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805940"/>
            <a:ext cx="7315200" cy="507492"/>
          </a:xfrm>
          <a:prstGeom prst="rect">
            <a:avLst>
              <a:gd name="adj" fmla="val 144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805940"/>
            <a:ext cx="6949440" cy="5074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'miscount' means 'to count something incorrectly'.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805940"/>
            <a:ext cx="1005840" cy="507492"/>
          </a:xfrm>
          <a:prstGeom prst="rect">
            <a:avLst>
              <a:gd name="adj" fmla="val 14414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805940"/>
            <a:ext cx="100584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404872"/>
            <a:ext cx="7315200" cy="507492"/>
          </a:xfrm>
          <a:prstGeom prst="rect">
            <a:avLst>
              <a:gd name="adj" fmla="val 144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404872"/>
            <a:ext cx="6949440" cy="5074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'recount' means 'to tell someone about events that happened, or to count something again'.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404872"/>
            <a:ext cx="1005840" cy="507492"/>
          </a:xfrm>
          <a:prstGeom prst="rect">
            <a:avLst>
              <a:gd name="adj" fmla="val 14414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404872"/>
            <a:ext cx="100584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003804"/>
            <a:ext cx="7315200" cy="507492"/>
          </a:xfrm>
          <a:prstGeom prst="rect">
            <a:avLst>
              <a:gd name="adj" fmla="val 144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003804"/>
            <a:ext cx="6949440" cy="5074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'account' means 'a record of money held or spent, or a description of an event'.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003804"/>
            <a:ext cx="1005840" cy="507492"/>
          </a:xfrm>
          <a:prstGeom prst="rect">
            <a:avLst>
              <a:gd name="adj" fmla="val 14414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003804"/>
            <a:ext cx="100584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602736"/>
            <a:ext cx="7315200" cy="507492"/>
          </a:xfrm>
          <a:prstGeom prst="rect">
            <a:avLst>
              <a:gd name="adj" fmla="val 144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602736"/>
            <a:ext cx="6949440" cy="5074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'countless' means 'so many that they cannot be counted'.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602736"/>
            <a:ext cx="1005840" cy="507492"/>
          </a:xfrm>
          <a:prstGeom prst="rect">
            <a:avLst>
              <a:gd name="adj" fmla="val 14414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602736"/>
            <a:ext cx="100584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4201668"/>
            <a:ext cx="7315200" cy="507492"/>
          </a:xfrm>
          <a:prstGeom prst="rect">
            <a:avLst>
              <a:gd name="adj" fmla="val 144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48640" y="4201668"/>
            <a:ext cx="6949440" cy="5074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The base 'count' means 'to break'.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772400" y="4201668"/>
            <a:ext cx="1005840" cy="507492"/>
          </a:xfrm>
          <a:prstGeom prst="rect">
            <a:avLst>
              <a:gd name="adj" fmla="val 14414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72400" y="4201668"/>
            <a:ext cx="100584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'count'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'count'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'count' = to find the total; to matter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'count'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 find the total; to matter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count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recount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miscount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countless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account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'count'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'count'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'count' = to find the total; to matter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51560" y="2834640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051560" y="3236976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1560" y="323697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dis-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count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7472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-less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-able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589788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89788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3776472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1463040" y="3776472"/>
            <a:ext cx="73152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1463040" y="377647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2231136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2523744" y="3776472"/>
            <a:ext cx="100584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2523744" y="3776472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count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3611880" y="377647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4023360" y="3776472"/>
            <a:ext cx="1545336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023360" y="3776472"/>
            <a:ext cx="1545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recount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'count'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'count'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'count' = to find the total; to matter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count something incorrectly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recount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say numbers in order or find a total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miscount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to tell someone about events that happened, or to count something again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countless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a record of money held or spent, or a description of an event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account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so many that they cannot be counted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'count'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'count'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'count' = to find the total; to matter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say numbers in order or find a total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recount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tell someone about events that happened, or to count something again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miscount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to count something incorrectly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countless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so many that they cannot be counted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account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a record of money held or spent, or a description of an event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'count'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'count'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'count' = to find the total; to matter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'count'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count how many apples are in the basket?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was asked to recount what happened during the school trip.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scorer will miscount the goals if he isn't paying attention.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'count'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'count' = to find the total; to matter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'count'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'count' = to find the total; to matter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shop assistant behind 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counter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gave Mum a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discount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my new school shoes.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counter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discount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'count'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'count' = to find the total; to matter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counter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'count'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'count' = to find the total; to matter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counter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find the total; to matter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 that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'count'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'count' = to find the total; to matter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counter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find the total; to matter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 that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count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'count'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'count' = to find the total; to matter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counter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find the total; to matter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 that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count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4277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277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2740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740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'count'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'count' = to find the total; to matter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discount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'count'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'count' = to find the total; to matter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discount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opposite; apart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find the total; to matter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'count'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'count' = to find the total; to matter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discount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opposite; apart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find the total; to matter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count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'count'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'count' = to find the total; to matter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discount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opposite; apart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find the total; to matter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count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2483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12483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94220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4220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75957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5957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757694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57694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'count'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'count' = to find the total; to matter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'count'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'count' = to find the total; to matter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camping trip, our teacher did a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headcount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before bed. Later, we lay outside and gazed at stars that seemed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uncountable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headcount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uncountable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'count'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'count' = to find the total; to matter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headcount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'count'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'count' = to find the total; to matter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headcount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part; a person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find the total; to matter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'count'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'count' = to find the total; to matter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headcount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part; a person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find the total; to matter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count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'count'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'count' = to find the total; to matter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headcount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part; a person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find the total; to matter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count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2483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12483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94220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4220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75957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5957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757694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57694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'count'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'count' = to find the total; to matter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uncountable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'count'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'count' = to find the total; to matter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uncountable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find the total; to matter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able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'count'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'count' = to find the total; to matter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uncountable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find the total; to matter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able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count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ble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'count'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'count' = to find the total; to matter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uncountable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find the total; to matter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able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count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ble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9513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513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677363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677363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403397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03397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1294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1294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855464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55464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5814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5814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307531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07531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7033565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033565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77595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7595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'count'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'count' = to find the total; to matter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'count'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'count' = to find the total; to matter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11096"/>
            <a:ext cx="219456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911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2240280"/>
            <a:ext cx="219456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22402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51560" y="2569464"/>
            <a:ext cx="219456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25694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051560" y="2898648"/>
            <a:ext cx="219456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1560" y="28986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dis-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474720" y="1581912"/>
            <a:ext cx="2194560" cy="292608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count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474720" y="1911096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74720" y="2240280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7472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7472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897880" y="1581912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788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-less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897880" y="1911096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97880" y="1911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-able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897880" y="2240280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97880" y="22402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589788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89788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33192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365760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accountable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2542032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542032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counter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718304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18304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discount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894576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94576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uncountable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'count' — Teaching Deck</dc:title>
  <dc:subject>PptxGenJS Presentation</dc:subject>
  <dc:creator>Word Labs</dc:creator>
  <cp:lastModifiedBy>Word Labs</cp:lastModifiedBy>
  <cp:revision>1</cp:revision>
  <dcterms:created xsi:type="dcterms:W3CDTF">2026-10-22T10:14:34Z</dcterms:created>
  <dcterms:modified xsi:type="dcterms:W3CDTF">2026-10-22T10:14:34Z</dcterms:modified>
</cp:coreProperties>
</file>