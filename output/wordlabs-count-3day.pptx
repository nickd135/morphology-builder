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'count'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find the total; to matter"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'count' — to find the total; to matter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'count' means 'to find the total; to matter'.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'count'.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'count'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'count'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'count' means 'to find the total; to matter'.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'count'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'count'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'counts' means 'paints a wall a new colour'.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'count' means 'to find the total; to matter'.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'counts' means 'says numbers in order, or is important'.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'count' means 'to paint a picture'.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'count' means 'to say numbers in order or find a total'.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'count'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find the total; to matter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'count'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0662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0662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12394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4471416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471416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tokens used in a game, or flat surfaces in a shop or kitchen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the total of something in the past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 someone about events that happened, or to count something again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 surface where customers are served, or a device used for counting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numbers in order or find a total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a country with its own local government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numbers in order, or is important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'count'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'count'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count how many apples are in the basket?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vote counts in an election.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Yorkshire is the largest county in England.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coin in the till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at the end of the day. My aunt works as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 large company.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university so she could manage business finances. The manager said she would hold the team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mistake.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accountants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checked every invoice before the audit.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accountants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towards; 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total; to matter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'count' = to find the total; to matter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'count'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recount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'count'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