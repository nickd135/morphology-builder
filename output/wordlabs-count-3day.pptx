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'count'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number or reckon"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computare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'count' — to number or reckon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'count' means 'to number or reckon'.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'count'.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'count'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'count'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'count' means 'to number or reckon'.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'count'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'count'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'countless' contains the root 'count' meaning to number or reckon.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'dis' in 'discount' means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'recount' can mean to tell someone about an event that happened.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'count'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'countable' means something that cannot be counted.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'count'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number or reckon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computare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'count'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 mistake when counting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of money you have saved or spent, or a description of what happened.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counted because there is a definite number of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many that you cannot count them 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numbers in order, or to find out how many things there are.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reduction in price — like paying less than the usual cost.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count something again, or to tell a story about something that happened.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'count'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'count'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recount how many seeds had sprouted in their science experiment.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were countless stars visible in the sky on the clear winter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offered a discount on all books during the school holidays.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did a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recount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votes,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countless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errors made it very difficult.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miscounted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discount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she needed to recount all the figures.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reckon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reckon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'count' — 3-Day Teaching Deck</dc:title>
  <dc:subject>PptxGenJS Presentation</dc:subject>
  <dc:creator>Word Labs</dc:creator>
  <cp:lastModifiedBy>Word Labs</cp:lastModifiedBy>
  <cp:revision>1</cp:revision>
  <dcterms:created xsi:type="dcterms:W3CDTF">2026-04-03T03:24:26Z</dcterms:created>
  <dcterms:modified xsi:type="dcterms:W3CDTF">2026-04-03T03:24:26Z</dcterms:modified>
</cp:coreProperties>
</file>