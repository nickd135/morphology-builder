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'count'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number or calculate"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computare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'count' — to number or calculate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'count' means 'to number or calculate'.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'count'.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'count'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'count'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'count' means 'to number or calculate'.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'count'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'count'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'countless' contains the root 'count' meaning to number.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'discount' uses the prefix 'dis-' meaning away or not.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'count' comes from the Ancient Greek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'recount' means to count or tell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'-less' in 'countless' means full of.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'count'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number or calculate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computare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encounter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'count'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 mistake when counting numbers.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 count; a very large number of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meet or come across something or someone, often unexpectedly.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counted or numbered.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of money coming in and going out, or a personal profile on a website.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encounter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reduction in the price of something, making it cheaper to buy.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count something again, or to tell the story of what happened.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'count'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'count'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shopkeeper gave us a discount because some of the apples were bruised.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were countless stars in the sky on that clear winter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recount all the money after she dropped it on the floor.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accountant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discount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the shoes much more affordable.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recount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there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countless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errors to fix!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having none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having none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number or calculate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having none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number or calculate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countless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encounter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'count' — 3-Day Teaching Deck</dc:title>
  <dc:subject>PptxGenJS Presentation</dc:subject>
  <dc:creator>Word Labs</dc:creator>
  <cp:lastModifiedBy>Word Labs</cp:lastModifiedBy>
  <cp:revision>1</cp:revision>
  <dcterms:created xsi:type="dcterms:W3CDTF">2026-04-10T00:43:37Z</dcterms:created>
  <dcterms:modified xsi:type="dcterms:W3CDTF">2026-04-10T00:43:37Z</dcterms:modified>
</cp:coreProperties>
</file>