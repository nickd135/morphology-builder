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'develop'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'underdeveloped' really means 'not fully grown or advanced for its stage'.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game developer showed our class how to design a simple puzzle.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'develop'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"grow or improve"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'develop'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'develop' — grow or improve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'develop' means 'grow or improve'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'develop'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'develop'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'develop'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'develop' means 'grow or improve'. You can find it in 'development'.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'undeveloped',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'development',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'develop' means 'grow or improve'.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'undeveloped' means 'not yet grown, built on or improved'.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'underdeveloped' means 'the process of growing, improving, or creating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'development' means 'the process of growing, improving, or creating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'develop' means 'grow or improve'.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'undeveloped' means 'not yet grown, built on or improved'.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'underdeveloped' means 'the process of growing, improving, or creating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'development' means 'the process of growing, improving, or creating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'develop'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or improve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undeveloped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'develop'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3308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3308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358384" y="2971800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297180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undeveloped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fully grown or advanced for its stage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grow, improve, or create something gradually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undeveloped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process of growing, improving, or creating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yet grown, built on or improved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grow, improve, or create something gradually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process of growing, improving, or creating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undeveloped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yet grown, built on or improved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fully grown or advanced for its stage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'develop'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'develop'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develop new medicines to treat diseases.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housing development will have two hundred homes.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rangers protect a large area of undeveloped bushland.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our class how to design a simple puzzle.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'develop'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'develop' = grow or improve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'develop'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