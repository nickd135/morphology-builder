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'develop'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"grow or improve"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'develop' — grow or improve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'develop' means 'grow or improve'.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'develop'.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'develop'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'develop'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'develop' means 'grow or improve'.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'develop'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'develop'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'develops' means 'grows, improves, or creates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'develop' means 'to shout very loudly'.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'develops' means 'shouts loudly'.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'develop' means 'grow or improve'.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'develop' means 'to grow, improve, or create something gradually'.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'develop'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 or improve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'develop'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98094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98094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03834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03834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plan and build something again, usually to improve 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growing, improving, or becoming more advanced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grow, improve, or create something gradually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companies who create or build things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grew, improved, or was created over time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creates or builds something new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grows, improves, or creates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'develop'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'develop'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develop new medicines to treat diseases.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plot develops slowly throughout the novel.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developed a new app for students.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have been exciting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space technology this year. Workers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redeveloping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town square this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 tracks each child's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milestones.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redevelopment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harbour created new jobs for the town.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underdeveloped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seedling needed more sunlight and water to grow properly.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grow or improve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'develop'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