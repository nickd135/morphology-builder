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'develop'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grow or unfold gradually"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 + volvere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'develop' — to grow or unfold gradually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'develop' means 'to grow or unfold gradually'.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'develop'.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'develop'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'develop'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'develop' means 'to grow or unfold gradually'.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'develop'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'develop'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'-ment' to 'develop' makes the noun 'development'.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'develop' means to destroy or break down.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'Redevelop' means to develop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'developer' contains the root 'develop'.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'develop' comes from the Greek word for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'develop'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grow or unfold gradually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 + volvere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'develop'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growing, changing, or improving over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improve something again that was already there.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change into something more complete over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change or improvement that has happened.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growing or becoming more advanced right now.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creates or builds something new.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grown or been made more complete.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'develop'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'develop'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are working hard to develop a new medicine that could help thousands of people.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development of the new community park took two years to complete.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watched a caterpillar develop into a beautiful butterfly over several weeks.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hard to create an exciting game, showing incredible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along the 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redeveloping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hall;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plans and all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approved first.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gradually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unfold gradually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'develop' — 3-Day Teaching Deck</dc:title>
  <dc:subject>PptxGenJS Presentation</dc:subject>
  <dc:creator>Word Labs</dc:creator>
  <cp:lastModifiedBy>Word Labs</cp:lastModifiedBy>
  <cp:revision>1</cp:revision>
  <dcterms:created xsi:type="dcterms:W3CDTF">2026-04-09T21:56:31Z</dcterms:created>
  <dcterms:modified xsi:type="dcterms:W3CDTF">2026-04-09T21:56:31Z</dcterms:modified>
</cp:coreProperties>
</file>