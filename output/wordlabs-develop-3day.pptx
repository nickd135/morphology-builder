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'develop'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grow or build up"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French: développer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'develop' — to grow or build up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'develop' means 'to grow or build up'.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'develop'.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'develop'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'develop'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'develop' means 'to grow or build up'.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'develop'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'develop'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'development' contains the root 'develop' plus the suffix '-ment'.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'develop' comes originally from Latin.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'developer' is someone who develops or builds something.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're-' in 'redevelop' means to do something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'Underdeveloped' means something has been built up too much.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'develop'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grow or build up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French: développer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underdeveloped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'develop'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344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459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459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already grown or been built up fully.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grown or built up as much as it should be.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grow, improve, or build something over time.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improve something again that was there before.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company that builds or creates something new.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growing or changing to become better.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underdeveloped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growing or making something better.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'develop'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'develop'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are working hard to develop a new medicine that will help sick children.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development of our school garden has been a wonderful project for everyone in Year 5.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time, the tiny caterpillar will develop into a beautiful butterfly.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new park was exciting,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promised it would be finished by summer.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process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Redeveloping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old factory was a huge challenge;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developers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needed to create plans for a well-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developed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community space.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up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grow or build up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'develop' = to grow or build up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'develop'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development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redevelop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underdeveloped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overdeveloped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'develop' — 3-Day Teaching Deck</dc:title>
  <dc:subject>PptxGenJS Presentation</dc:subject>
  <dc:creator>Word Labs</dc:creator>
  <cp:lastModifiedBy>Word Labs</cp:lastModifiedBy>
  <cp:revision>1</cp:revision>
  <dcterms:created xsi:type="dcterms:W3CDTF">2026-03-25T03:09:04Z</dcterms:created>
  <dcterms:modified xsi:type="dcterms:W3CDTF">2026-03-25T03:09:04Z</dcterms:modified>
</cp:coreProperties>
</file>