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'nutrition'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food a body needs to stay healthy"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'nutrition' — the food a body needs to stay healthy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'nutrition' means 'the food a body needs to stay healthy'.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'nutrition'.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'nutrition'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'nutrition'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'nutrition' means 'the food a body needs to stay healthy'.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'nutrition'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'nutrition'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'nutrition' means 'the process of getting the food needed for health and growth'.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'nutrition' means 'the food a body needs to stay healthy'.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'nutritional' means 'relating to music and rhythm'.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'nutrition' means 'the process of learning a new skill'.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'nutritional' means 'relating to food and the nourishment it provides'.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'nutrition'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food a body needs to stay healthy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'nutrition'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87168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34640" y="2350008"/>
            <a:ext cx="197510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34640" y="235000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37176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84648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84648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0760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'nutrition'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'nutrition'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nutrition helps your body grow strong.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lists the nutritional value of the cereal.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can cause serious health problems in children.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your body grow strong. The label lists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of the cereal.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cause serious health problems in children.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malnutrition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'nutrition' = the food a body needs to stay healthy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'nutrition'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'nutrition'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