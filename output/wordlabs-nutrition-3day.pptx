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'nutrition'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"nourishment and feeding the body"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nutritio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'nutrition' — nourishment and feeding the body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'nutrition' means 'nourishment and feeding the body'.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'nutrition'.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'nutrition'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'nutrition'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'nutrition' means 'nourishment and feeding the body'.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'nutrition'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'nutrition'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'-al' in 'nutritional' changes the word into a verb meaning to feed.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nutritionist is a person who is an expert in food and healthy eating.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'nutritious' contains the root 'nutrition' and means full of goodness for your body.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'nutrition' comes from a Latin word meaning to nourish or feed.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'mal' in 'malnutrition' means good or healthy.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'nutrition'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nourishment and feeding the body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nutritio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micronutrition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'nutrition'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8371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1846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1846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807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922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922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eating the right foods to keep your body healthy and strong.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where a person does not get enough healthy food to keep their body working well.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food that is full of goodness and gives your body what it needs.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relates to how healthy or nourishing food is for your body.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expert who studies food and advises people on what to eat to stay healthy.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small but important nutrients, like vitamins and minerals, that your body needs.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micronutrition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something that relates to how food helps your body grow and work.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'nutrition'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'nutrition'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good nutrition means eating a variety of fruits, vegetables, and whole grains every day.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nutritionist visited our school to talk about which foods give our bodies the most energy.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checked the nutritional information on the cereal box to see how much sugar was inside.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nutritious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breakfast every morning is an important part of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nutrition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tious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nutritionist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malnutrition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be prevented when people understand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nutritional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choices.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specialises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specialises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specialises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poor,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poor,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bad, poor, not enough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nourishment, feeding the body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kind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'nutrition' = nourishment and feeding the body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'nutrition'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nutritionist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malnutrition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micronutrition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undernutrition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'nutrition' — 3-Day Teaching Deck</dc:title>
  <dc:subject>PptxGenJS Presentation</dc:subject>
  <dc:creator>Word Labs</dc:creator>
  <cp:lastModifiedBy>Word Labs</cp:lastModifiedBy>
  <cp:revision>1</cp:revision>
  <dcterms:created xsi:type="dcterms:W3CDTF">2026-07-03T09:20:55Z</dcterms:created>
  <dcterms:modified xsi:type="dcterms:W3CDTF">2026-07-03T09:20:55Z</dcterms:modified>
</cp:coreProperties>
</file>