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'colon'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punctuation mark ( : )"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'colon' — a punctuation mark ( : 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'colon' = a punctuation mark ( : )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'colon' means 'a punctuation mark ( : )'.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'colon'.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'colon'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'colon'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'colon' = a punctuation mark ( : )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'colon' means 'a punctuation mark ( : )'.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'colon'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'colon'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'colon' = a punctuation mark ( : )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'colon' means 'a mark used to end a question'.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'colon' means 'a punctuation mark (:) used before a list, explanation or quotation'.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'colony' means 'a large ship used for exploring the ocean'.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'colon' means 'a punctuation mark ( : )'.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'colony' means 'a settlement of people or animals living together in one place'.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'colon'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'colon' = a punctuation mark ( : )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punctuation mark ( : 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'colon'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'colon' = a punctuation mark ( : )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'colon'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5760" y="2350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508760" y="23500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508760" y="2350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633472" y="2350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2980944" y="23500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980944" y="23500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'colon'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398264" y="2350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4745736" y="2350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745736" y="2350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641848" y="2350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6053328" y="2350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053328" y="2350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'colon' = a punctuation mark ( : )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'colon'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'colon' = a punctuation mark ( : )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'colon'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colon before listing the ingredients you need.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ants built a colony under the old tree stump.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colonial building had tall white pillars.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'colon' = a punctuation mark ( : )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'colon' = a punctuation mark ( : )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colon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listing the ingredients you need. The ants built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colony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under the old tree stump.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'colon' = a punctuation mark ( : )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'colon' = a punctuation mark ( : )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punctuation mark ( : 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'colon' = a punctuation mark ( : )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punctuation mark ( : 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lon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'colon' = a punctuation mark ( : )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punctuation mark ( : 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lon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'colon' = a punctuation mark ( : )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'colon' = a punctuation mark ( : )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punctuation mark ( : 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'colon' = a punctuation mark ( : )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punctuation mark ( : 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'colon' = a punctuation mark ( : )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punctuation mark ( : 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'colon' = a punctuation mark ( : )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'colon' = a punctuation mark ( : )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colonial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building had tall white pillars. Britain once ruled many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colonies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around the world. You can use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semicolon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link two closely related ideas in a sentence.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colonial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colonies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semicolon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'colon' = a punctuation mark ( : )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'colon' = a punctuation mark ( : )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punctuation mark ( : 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'colon' = a punctuation mark ( : )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punctuation mark ( : 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'colon' = a punctuation mark ( : )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punctuation mark ( : 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'colon' = a punctuation mark ( : )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'colon' = a punctuation mark ( : )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punctuation mark ( : 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'colon' = a punctuation mark ( : )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punctuation mark ( : 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nies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'colon' = a punctuation mark ( : )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punctuation mark ( : 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nies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'colon' = a punctuation mark ( : )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semicolon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'colon' = a punctuation mark ( : )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semicolon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punctuation mark ( : 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'colon' = a punctuation mark ( : )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semicolon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punctuation mark ( : 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'colon' = a punctuation mark ( : )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semicolon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punctuation mark ( : 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'colon' = a punctuation mark ( : )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'colon'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'colon' = a punctuation mark ( : )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'colon'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'colon' — 3-Day Teaching Deck</dc:title>
  <dc:subject>PptxGenJS Presentation</dc:subject>
  <dc:creator>Word Labs</dc:creator>
  <cp:lastModifiedBy>Word Labs</cp:lastModifiedBy>
  <cp:revision>1</cp:revision>
  <dcterms:created xsi:type="dcterms:W3CDTF">2026-07-07T10:22:42Z</dcterms:created>
  <dcterms:modified xsi:type="dcterms:W3CDTF">2026-07-07T10:22:42Z</dcterms:modified>
</cp:coreProperties>
</file>