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'colon'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"large intestine or punctuation mark"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kolon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'colon' — large intestine or punctuation mark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'colon' means 'large intestine or punctuation mark'.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'colon'.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'colon'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'colon'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'colon' means 'large intestine or punctuation mark'.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'colon'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'colon'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colon is a part of the large intestine in the human body.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semicolon (;) is a punctuation mark that contains the word 'colon'.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root 'colon' comes from Latin and means 'to write'.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colonist is a person who settles in a new land as part of a colony.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Colonitis means having a very healthy and well-functioning colon.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'colon'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intestine or punctuation mark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kolon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colonoscopy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'colon'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-oscopy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-ectomy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334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980944" y="41788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80944" y="41788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98264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745736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45736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41848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05332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332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procedure where a doctor uses a tiny camera to look inside your large intestine to check it is healthy.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or country that is ruled and controlled by another, faraway country.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punctuation mark (;) that joins two related sentences together, stronger than a comma but weaker than a full stop.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travels to a new land to settle and live there as part of a colony.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punctuation mark (:) used before a list, or the lower part of your large intestine that helps digest food.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group of people or animals move to a new place and settle there to live and take control.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colonoscopy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colon — the part of your large intestine that moves waste through your body.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'colon'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'colon'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was once a British colony, which means it was settled and controlled by people from Britain.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said the patient needed a colonoscopy to check that the large intestine was healthy.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use a semicolon when you want to join two related ideas in a sentence without using a full stop.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colonist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wrote that the new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colony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full of strange and beautiful animals.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238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condition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condition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condition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54649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93146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3146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31643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31643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70141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0141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8638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8638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47135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47135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colonisation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Australia, many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colonists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arrived by ship; sadly,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colonic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 of passengers often suffered on the long voyage.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or become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7083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or result of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or become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7083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or result of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or become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7083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or result of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52244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52244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52244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461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61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4013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013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34077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34077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28021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8021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21966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1966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15910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15910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09855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09855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703799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03799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03799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29774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9774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916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916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51330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intestine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24837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3352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3352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4220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4220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508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08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5957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5957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6826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826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76947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76947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76947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'colon' = large intestine or punctuation mark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'colon'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-oscopy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-ectomy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colonist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semicolon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colonoscopy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colonitis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'colon' — 3-Day Teaching Deck</dc:title>
  <dc:subject>PptxGenJS Presentation</dc:subject>
  <dc:creator>Word Labs</dc:creator>
  <cp:lastModifiedBy>Word Labs</cp:lastModifiedBy>
  <cp:revision>1</cp:revision>
  <dcterms:created xsi:type="dcterms:W3CDTF">2026-07-03T09:14:15Z</dcterms:created>
  <dcterms:modified xsi:type="dcterms:W3CDTF">2026-07-03T09:14:15Z</dcterms:modified>
</cp:coreProperties>
</file>