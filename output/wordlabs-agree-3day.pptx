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'agree'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have same opinion"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gratus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'agree' — to have same opinion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'agree' means 'to have same opinion'.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'agree'.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'agree'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'agree'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'agree' means 'to have same opinion'.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'agree'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'agree'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'disagreement' contains the root 'agree'.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'agree' comes from a Greek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'dis' to 'agree' gives the word an opposite meaning.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'-ment' in 'agreement' turns the verb into a noun.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'agreeable' means someone who is difficult to get along with.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'agree'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have same opinion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gratus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'agree'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698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813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813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or someone that is pleasant and easy to get along with.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or more people share the same opinion or make a deal together.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pleasant or pleasing way that everyone is happy with.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sharing the same opinion or saying yes to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a different opinion from someone else or to say no to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 as someone else or to say yes to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everyone has already said yes or had the same opinion about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'agree'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'agree'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friends reached an agreement about which game to play at lunchtime.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was agreeable when her teacher asked her to help the new student settle in.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started to disagree about whether the character in the story made the right choice.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finally reached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Sam continued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disagree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the plan.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agreeably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surprising that, despite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disagreement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both teams remained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agreeable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throughout the debate.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disagreement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'agree' — 3-Day Teaching Deck</dc:title>
  <dc:subject>PptxGenJS Presentation</dc:subject>
  <dc:creator>Word Labs</dc:creator>
  <cp:lastModifiedBy>Word Labs</cp:lastModifiedBy>
  <cp:revision>1</cp:revision>
  <dcterms:created xsi:type="dcterms:W3CDTF">2026-04-03T03:28:53Z</dcterms:created>
  <dcterms:modified xsi:type="dcterms:W3CDTF">2026-04-03T03:28:53Z</dcterms:modified>
</cp:coreProperties>
</file>