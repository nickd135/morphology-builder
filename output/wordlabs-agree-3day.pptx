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6 word families with 'agree' suit Years 3–7, so there is no Day 3 dictation. Day 3 is the word matrix lesson only. Day 2 has 1 dictation word instead of 2. Day 1 shows 3 example words instead of 5–7.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'agree' really means 'to have the same opinion'.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The plan to go to the beach on Saturday was agreeable to the whole family.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'agree'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 have the same opinion"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6 word families with 'agree' suit Years 3–7, so there is no Day 3 dictation. Day 3 is the word matrix lesson only. Day 2 has 1 dictation word instead of 2. Day 1 shows 3 example words instead of 5–7.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'agree' — to have the same opinion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'agree'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'agree' = to have the same opinion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base 'agree' means 'to have the same opinion'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base 'agree'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'agree'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'agree'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'agree'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'agree' = to have the same opinion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'agree' means 'to have the same opinion'. You can find it in 'disagree'.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'disagree', 'dis-' means 'not; opposite; apart'.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'agreement', '-ment' means 'result of action'.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'agree'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'agree' = to have the same opinion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'agree' means 'to have the same opinion'.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'agreement' means 'a decision or arrangement that two or more people accept together'.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'disagree' means 'to have a different opinion from someone else'.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base 'agree' means 'to break'.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'agree'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'agree' = to have the same opinion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'agree' means 'to have the same opinion'.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'agreement' means 'a decision or arrangement that two or more people accept together'.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'disagree' means 'to have a different opinion from someone else'.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base 'agree' means 'to break'.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'agree'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'agree'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'agree' = to have the same opinion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'agree'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 have the same opinion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agree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disagree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agreement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'agree'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'agree'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'agree' = to have the same opinion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agree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-ment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-able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65760" y="2569464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463040" y="2569464"/>
            <a:ext cx="86868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463040" y="2569464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dis-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368296" y="2569464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2660904" y="2569464"/>
            <a:ext cx="100584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2660904" y="2569464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agree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749040" y="2569464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4160520" y="2569464"/>
            <a:ext cx="1700784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60520" y="2569464"/>
            <a:ext cx="1700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disagree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'agree'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'agree'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'agree' = to have the same opinion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agree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have a different opinion from someone else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disagree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 decision or arrangement that two or more people accept together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agreement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to have the same opinion as someone else, or to say yes to something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'agree'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'agree'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'agree' = to have the same opinion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agree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have the same opinion as someone else, or to say yes to something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disagree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have a different opinion from someone else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agreement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 decision or arrangement that two or more people accept together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'agree'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'agree'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'agree' = to have the same opinion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'agree'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the class agree that Friday should be sports day.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brother and I often disagree about which film to watch.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countries signed an agreement to protect the ocean.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'agree'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'agree' = to have the same opinion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'agree'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'agree' = to have the same opinion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 to go to the beach on Saturday was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agreeable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the whole family.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agreeable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'agree'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'agree' = to have the same opinion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agreeable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'agree'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'agree' = to have the same opinion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agreeable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agree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have the same opinion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able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'agree'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'agree' = to have the same opinion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agreeable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agree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have the same opinion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able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gree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ble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'agree'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'agree' = to have the same opinion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agreeable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agree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have the same opinion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able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gree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ble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ee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'agree'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'agree' = to have the same opinion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'agree'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'agree' = to have the same opinion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agree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47472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-ment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-able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65760" y="24414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2807208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28072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disagreeable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542032" y="2807208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42032" y="28072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disagreement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718304" y="2807208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18304" y="28072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agreeable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'agree' — Teaching Deck</dc:title>
  <dc:subject>PptxGenJS Presentation</dc:subject>
  <dc:creator>Word Labs</dc:creator>
  <cp:lastModifiedBy>Word Labs</cp:lastModifiedBy>
  <cp:revision>1</cp:revision>
  <dcterms:created xsi:type="dcterms:W3CDTF">2026-10-22T10:14:35Z</dcterms:created>
  <dcterms:modified xsi:type="dcterms:W3CDTF">2026-10-22T10:14:35Z</dcterms:modified>
</cp:coreProperties>
</file>