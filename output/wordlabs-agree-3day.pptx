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'agree'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have the same opinion"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'agree' — to have the same opinion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'agree' means 'to have the same opinion'.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'agree'.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'agree'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'agree'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'agree' means 'to have the same opinion'.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'agree'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'agree'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'agreed' means 'shouted angrily during an argument'.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'agree' means 'to argue loudly with someone'.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'agreed' means 'had the same opinion as someone else, or said yes to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'agree' means 'to have the same opinion as someone else, or to say yes to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'agree' means 'to have the same opinion'.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'agree'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have the same opinion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'agree'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834640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834640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or arrangement that two or more people accept together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different opinion from someone else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different opinion from someone else (past tense)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 same opinion as someone else, or says yes to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or arrangements that two or more people accept together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 as someone else, or to say yes to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the same opinion as someone else, or said yes to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'agree'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'agree'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class agree that Friday should be sports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team agreed to meet early for practice.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in the group agrees that the plan is a good 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siblings had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bedtime. The two friends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almost everything they discussed.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 who is easy to work with. The two friends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rules of the game. The weather was cold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the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'agree'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