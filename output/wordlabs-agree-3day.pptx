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'agree'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have same opinion"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gratus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'agree' — to have same opinion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'agree' means 'to have same opinion'.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'agree'.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'agree'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'agree'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'agree' means 'to have same opinion'.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'agree'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'agree'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'agreeable' means something is pleasant or easy to accept.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'dis-' in 'disagree' means the same or together.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'agree' comes from a Greek word meaning to speak.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'disagree' contains the root 'agree' with a prefix added to it.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the suffix '-ment' to 'agree' makes the word 'agreement', which is a noun.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'agree'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have same opinion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gratus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agreement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'agree'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25196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599432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599432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76986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18134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8134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Pleasant, easy to get along with, or willing to go along with something.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or plan that people have accepted together.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pleasant or pleasing way that everyone is happy with.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agreement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sharing the same opinion as someone else.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a different opinion from someone else.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think the same as someone else or say yes to something.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people already came to the same decision about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'agree'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'agree'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friends were happy to reach an agreement about which game to play at lunchtime.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teacher said it is important to disagree politely and listen to other people's ideas.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nodded because they found the new classroom rules quite agreeable.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finally reached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even though it was difficult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disagree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politely at first.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agreement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agreement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or state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they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disagreeing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about the plan, their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agreeableness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meant they found a solution that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agreeably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fair for everyone.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agreeableness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or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agreeableness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agreeableness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agreeableness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agreeableness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have the same opinion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'agree' = to have same opinion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'agree'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agreement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agreeably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disagreement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'agree' — 3-Day Teaching Deck</dc:title>
  <dc:subject>PptxGenJS Presentation</dc:subject>
  <dc:creator>Word Labs</dc:creator>
  <cp:lastModifiedBy>Word Labs</cp:lastModifiedBy>
  <cp:revision>1</cp:revision>
  <dcterms:created xsi:type="dcterms:W3CDTF">2026-04-10T00:53:46Z</dcterms:created>
  <dcterms:modified xsi:type="dcterms:W3CDTF">2026-04-10T00:53:46Z</dcterms:modified>
</cp:coreProperties>
</file>