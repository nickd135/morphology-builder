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'behave' has very few longer words built from it, so this deck practises adding the suffixes -ed, -s and -ing to the base (Years 3–4). Only 8 words with 'behave' suit Years 3–7, so Day 3 has 1 dictation word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puppy was behaving nicely at the park. It only began to misbehave when it spotted a duck.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When the cat started misbehaving, it knocked a pot plant off the windowsill and onto the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'behave'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in a way"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'behave' has very few longer words built from it, so this deck practises adding the suffixes -ed, -s and -ing to the base (Years 3–4). Only 8 words with 'behave' suit Years 3–7, so Day 3 has 1 dictation word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'behave' — act in a way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-ed, -s and -ing to the base 'behave'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the spelling rule (drop the e) when I add a suffix.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'behave'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'behave' means 'act in a way'. You can find it in 'behaved'.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'misbehaved', 'mis-' means 'wrong'.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'behaves', '-s' means 'plural or present tense'.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'behaved',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'behaves', the suffix '-s'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'behaving',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'behaved',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'behaves', the suffix '-s'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'behaving',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'behave'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in a way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'behave'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60904" y="2971800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60904" y="297180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84048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133088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133088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94690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358384" y="2971800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58384" y="29718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acted in a certain way, especially properly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behaved badly or broke the rules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act in a certain way, especially in a proper or polite manner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behaves badly or breaks the rules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acts in a certain way, especially properly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act in a certain way, especially in a proper or polite manner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acted in a certain way, especially properly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acts in a certain way, especially properly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behaved badly or broke the rules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behaves badly or breaks the rules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'behave'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'behave'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were asked to behave while the teacher was out of the room.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dog behaved well during its first visit to the vet.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cat behaves nicely whenever visitors come to the house.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puppy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behaving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nicely at the park. It only began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misbehave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it spotted a duck.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in a way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in a way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in a way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cat started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misbehaving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it knocked a pot plant off the windowsill and onto the floor.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in a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in a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in a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'behave'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'behave' = act in a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18304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'behave' — Teaching Deck</dc:title>
  <dc:subject>PptxGenJS Presentation</dc:subject>
  <dc:creator>Word Labs</dc:creator>
  <cp:lastModifiedBy>Word Labs</cp:lastModifiedBy>
  <cp:revision>1</cp:revision>
  <dcterms:created xsi:type="dcterms:W3CDTF">2026-10-22T10:14:31Z</dcterms:created>
  <dcterms:modified xsi:type="dcterms:W3CDTF">2026-10-22T10:14:31Z</dcterms:modified>
</cp:coreProperties>
</file>