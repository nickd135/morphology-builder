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'behave'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or conduct oneself"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'behave' — act or conduct oneself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'behave' means 'act or conduct oneself'.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'behave'.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'behave'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'behave'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'behave' means 'act or conduct oneself'.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'behave'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'behave'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'behave' comes from the Greek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'mis' to 'behave' means to behave very well.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'Behaviour' is a noun that describes the way someone acts.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'behaving' contains the root morpheme 'behave'.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'misbehave' means to act in a bad or unacceptable 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'behave'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or conduct oneself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'behave'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a certain way, especially in a polite or acceptable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acting or conducting yourself in a certain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type of way that a person or animal acts.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badly or in a way that breaks the rules.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person or animal acts or conducts themselves.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acting badly or in a way that is not acceptable.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acted in a particular way, often used to describe good or bad conduct.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'behave'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'behave'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the class that good behaviour is expected during the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sent to the office because of his misbehaviour during the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surprised at how well-behaved the younger students were at the concert.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misbehaviour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room and asked everyone to remember how they should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Well-behaved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understand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disrespectful, and their positive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behaviours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make the whole class feel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good or proper manner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suffix begins with consonant equivalent; 'e' dropped before 'd'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good or proper manner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suffix begins with consonant equivalent; 'e' dropped before 'd'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good or proper manner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suffix begins with consonant equivalent; 'e' dropped before 'd'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or conduct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or conduct oneself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-iourally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'behave' — 3-Day Teaching Deck</dc:title>
  <dc:subject>PptxGenJS Presentation</dc:subject>
  <dc:creator>Word Labs</dc:creator>
  <cp:lastModifiedBy>Word Labs</cp:lastModifiedBy>
  <cp:revision>1</cp:revision>
  <dcterms:created xsi:type="dcterms:W3CDTF">2026-04-09T21:53:20Z</dcterms:created>
  <dcterms:modified xsi:type="dcterms:W3CDTF">2026-04-09T21:53:20Z</dcterms:modified>
</cp:coreProperties>
</file>