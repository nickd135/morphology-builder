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'behave'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in a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'behave' — act in a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'behave' means 'act in a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'behave'.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'behave'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'behave'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'behave' means 'act in a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'behave'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'behave'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'behaved' means 'acted in a certain way, especially properly'.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'behave' means 'to run very fast'.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'behave' means 'to act in a certain way, especially in a proper or polite manner'.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'behaved' means 'ran very fast'.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'behave' means 'act in a way'.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'behave'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 in a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'behave'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48716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834640" y="32644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834640" y="32644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398264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745736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745736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641848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6053328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53328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a certain way, especially in a proper or polite manner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in a certain way, especially properly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acted in a certain way, especially properly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'behave'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'behave'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asked to behave while the teacher was out of the room.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dog behaved well during its first visit to the vet.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cat behaves nicely whenever visitors come to the house.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was praised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well on the excursion. The puppy tends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left alone.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bus and had to apologise. The dog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whenever visitors come to the house. The teacher noticed two boys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back of the class.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'behave' = act in a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'behave'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'behave'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