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'behave'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or conduct oneself"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habere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'behave' — act or conduct oneself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'behave' means 'act or conduct oneself'.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'behave'.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'behave'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'behave'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'behave' means 'act or conduct oneself'.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'behave'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'behave'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'misbehave' means to act in a bad or unacceptable way.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'behave'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'behaviour' contains the root 'behave'.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'-ioural' to 'behave' makes the word 'behavioural'.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'mis-' in 'misbehave'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'behave'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 or conduct oneself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habere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'behave'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in a certain way, especially in a polite or acceptable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regularly acts in a certain way, especially politely.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a person or animal acts toward others.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way someone acts or conducts themselves.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acting or conducting yourself in a particular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badly or in a way that is not acceptable.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Acted in a good or proper way; showed good manners.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'behave'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'behave'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reminded the students to behave respectfully during the excursion to the museum.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behaviour in the classroom helps everyone learn more effectively.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study the behavioural patterns of animals to understand how they survive in the wild.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behave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well,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misbehaviour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assembly will not be tolerated.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or conduct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or conduct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or conduct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usually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behaves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well,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misbehaviour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lunch was surprising,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report reflected this.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or conduct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or conduct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thoroughly,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or conduct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'behave' — 3-Day Teaching Deck</dc:title>
  <dc:subject>PptxGenJS Presentation</dc:subject>
  <dc:creator>Word Labs</dc:creator>
  <cp:lastModifiedBy>Word Labs</cp:lastModifiedBy>
  <cp:revision>1</cp:revision>
  <dcterms:created xsi:type="dcterms:W3CDTF">2026-03-25T03:05:09Z</dcterms:created>
  <dcterms:modified xsi:type="dcterms:W3CDTF">2026-03-25T03:05:09Z</dcterms:modified>
</cp:coreProperties>
</file>