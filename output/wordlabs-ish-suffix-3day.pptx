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'-ish'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"somewhat like, approximately"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-isc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'-ish' — somewhat like, approximately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'-ish' means 'somewhat like, approximately'.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'-ish'.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'-ish'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'-ish'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'-ish' means 'somewhat like, approximately'.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'reddish', the root is the part before the suffix '-ish'.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'childish'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'-ish' can mean 'somewhat' or 'a little bit like'.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'-ish' always makes a word mean the opposite of the base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You can add '-ish' to colour words like 'red' to get 'reddish'.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'-ish' comes from Old English.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'-ish' always adds exactly two syllables to a base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'-ish'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somewhat like, approximately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-isc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reddish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childish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foolish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greenish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sluggish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selfish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'-ish'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'-ish'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reddish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reddish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thinking about yourself and not others.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childish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red in colour, but not fully 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foolish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little bit green in colour.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greenish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Fairly tall, but not extremely tall.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slowly and without much energy.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sluggish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sensible; making poor decisions.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selfish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Behaving in a silly way like a young child.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'-ish'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'-ish'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water in the rock pool had a greenish tint from the algae growing inside.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little brother can be so childish when he doesn't get his way.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foolish to leave the house without an umbrella when the sky looked so dark.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foolish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wear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reddish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jacket on a hot day at the cricket.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reddish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silly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silly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silly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reddish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reddish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colour red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'd'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like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reddish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colour red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'd'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like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reddish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colour red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'd'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like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selfish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boy made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childish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fuss, but his mum gave him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tallish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pile of pancakes anyway.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in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in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in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'-ish'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 like, approximately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'-ish'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reddish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childish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foolish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greenish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sluggish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selfish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outlandish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'-ish' — 3-Day Teaching Deck</dc:title>
  <dc:subject>PptxGenJS Presentation</dc:subject>
  <dc:creator>Word Labs</dc:creator>
  <cp:lastModifiedBy>Word Labs</cp:lastModifiedBy>
  <cp:revision>1</cp:revision>
  <dcterms:created xsi:type="dcterms:W3CDTF">2026-03-26T07:44:10Z</dcterms:created>
  <dcterms:modified xsi:type="dcterms:W3CDTF">2026-03-26T07:44:10Z</dcterms:modified>
</cp:coreProperties>
</file>