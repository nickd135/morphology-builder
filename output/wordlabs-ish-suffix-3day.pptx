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"somewhat like, approximately"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-isc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'-ish' — somewhat like, approximately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'-ish' means 'somewhat like, approximately'.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'-ish' means 'somewhat like, approximately'.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'foolish', the root is the part before the suffix '-ish'.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'childish'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'selfish' contains the suffix '-ish' attached to the base word 'self'.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'-ish' only attaches to adjectives and can never attach to nouns.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'-ish' to a colour word like 'blue' makes 'bluish', which means somewhat blue.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'-ish' always comes from Latin and was borrowed into English in the Middle Ages.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'-ish' can mean 'somewhat' or 'a little bit like something', as in 'reddish' meaning a little bit red.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somewhat like, approximately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-isc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freakish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uncomfortable or sick at the sight of something unpleasant, like blood or spiders.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silly or unwise way, like someone who doesn't think before they 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colour that is sort of green, but not completely green.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tall, but not extremely tall.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slowly and without much energy, like you feel on a very hot day.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thinking about yourself and not caring about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an immature way, like a very young child would.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warmish afternoon, so we decided to play outside after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can be quite childish when he doesn't get what he wants.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turned a pinkish colour just before the sun set over the hills.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foolish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that upset the whole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unwise or silly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unwise or silly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unwise or silly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squeamish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watching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outlandish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curiosity kept her glued to the screen.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nausea or discomfort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nausea or discomfort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nausea or discomfort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freakish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squeamish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'-ish' — 3-Day Teaching Deck</dc:title>
  <dc:subject>PptxGenJS Presentation</dc:subject>
  <dc:creator>Word Labs</dc:creator>
  <cp:lastModifiedBy>Word Labs</cp:lastModifiedBy>
  <cp:revision>1</cp:revision>
  <dcterms:created xsi:type="dcterms:W3CDTF">2026-04-10T01:10:02Z</dcterms:created>
  <dcterms:modified xsi:type="dcterms:W3CDTF">2026-04-10T01:10:02Z</dcterms:modified>
</cp:coreProperties>
</file>