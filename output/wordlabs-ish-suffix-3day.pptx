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'feverish' really means 'hot and unwell with a fever, or very excited and hurried'.
'reddish' really means 'a bit red'.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 found a smallish frog with greenish skin hiding under a leaf.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My big sister calls my yellowish raincoat childish, but I think it looks stylish.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'-ish'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"somewhat; like"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'-ish' — somewhat; like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'-ish' means 'somewhat; like'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'-ish'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'-ish'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'-ish'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'-ish' means 'somewhat; like'. In 'foolish', it is added to 'fool'.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'foolish', the base is 'fool' (a silly person).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'-ish' means 'somewhat; like'.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'selfish' means 'caring only about yourself and not sharing'.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'feverish' means 'silly and not sensible'.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'bookish' means 'loving to read books and study'.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'reddish' means 'hot and unwell with a fever, or very excited and hurried'.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'-ish' means 'somewhat; like'.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'selfish' means 'caring only about yourself and not sharing'.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'feverish' means 'silly and not sensible'.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'bookish' means 'loving to read books and study'.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'reddish' means 'hot and unwell with a fever, or very excited and hurried'.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'-ish'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somewhat; like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foolish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reddish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selfish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bookish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feverish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'-ish'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fever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yellow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fever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0545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9806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9806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-ish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4904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160520" y="3776472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377647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feverish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foolish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hot and unwell with a fever, or very excited and hurried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reddish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caring only about yourself and not sharing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selfish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bit red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bookish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silly and not sensible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feverish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loving to read books and study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foolish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silly and not sensible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reddish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bit red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selfish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caring only about yourself and not sharing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bookish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loving to read books and study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feverish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hot and unwell with a fever, or very excited and hurried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'-ish'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'-ish'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foolish to swim without sunscreen.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outback sand has a reddish colour.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selfish to eat all the biscuits.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smallish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frog with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greenish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skin hiding under a leaf.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greenish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smallish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colour of grass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somewhat; like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colour of grass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somewhat; like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colour of grass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somewhat; like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in size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somewhat; like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in size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somewhat; like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in size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somewhat; like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big sister calls my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yellowish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raincoat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childish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I think it looks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stylish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childish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yellowish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stylish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young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somewhat; like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young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somewhat; like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young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somewhat; like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yellowish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yellowish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yellow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colour of lemons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somewhat; like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yellowish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yellow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colour of lemons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somewhat; like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yellowish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yellow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colour of lemons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somewhat; like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-ish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of dressing or doing things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somewhat; like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-ish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of dressing or doing things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somewhat; like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stylish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-ish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of dressing or doing things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somewhat; like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'-ish' = somewhat; like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fever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yellow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greenish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smallish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childish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yellowish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'-ish'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