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"somewhat; like"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'-ish' — somewhat; like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'-ish' means 'somewhat; like'.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'-ish'.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'-ish'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'-ish'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'-ish' means 'somewhat; like'.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'childish', the root is the part before the suffix '-ish'.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'ish'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'childish' means 'behaving in a way that seems immature, like a young child rather than a grown-up'.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'childish' means 'extremely brave and daring in dangerous situations'.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'ish' means 'somewhat; like'.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'-ish'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somewhat; like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'-ish'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'-ish'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8072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508760" y="28072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508760" y="28072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359152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706624" y="28072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706624" y="28072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831336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178808" y="28072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178808" y="28072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202936" y="28072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614416" y="28072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14416" y="28072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behaving in a way that seems immature, like a young child rather than a grown-up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'-ish'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'-ish'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Stamping his feet and shouting was a rather childish way to react to losing.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finish your homework before dinner.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have finished all my chores for today.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finish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homework before dinner. I have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finished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my chores for today.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finishes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nine o'clock tonight. She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finishing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painting this afternoon.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unfinished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painting sat on the easel for weeks.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'-ish'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'-ish' = somewhat; like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'-ish'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childish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'-ish'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