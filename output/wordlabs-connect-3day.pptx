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'connect'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"join or link together"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connectere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'connect' — join or link together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'connect' means 'join or link together'.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'connect'.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'connect'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'connect'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'connect' means 'join or link together'.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'connect'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'connect'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'-ion' in 'connection' turns the verb into a noun.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'disconnect' uses the prefix 'dis-' to mean the opposite of connecting.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'connector' is something that joins two things together.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'Reconnect' means to break a link permanently.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'connect' comes from ancient Greek.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'connect'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 or link together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connectere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'connect'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joining or linking things together.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break the link between two things so they are no longer joined.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many things are all linked together with each other.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something back together again after it has been separated.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two or more things together so they work or belong as one.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 or relationship between two or more things or people.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Joined or linked together with something else.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'connect'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'connect'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connect the two wires carefully so the circuit works properly.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moving to a new school, Mia worked hard to reconnect with her old friends online.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explained that there is a strong connection between eating well and feeling healthy.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disconnect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cable before we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reconnect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to the new device?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/kt/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/kt/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interconnected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systems make a strong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connection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possible, so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connecting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them correctly is very important.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having been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having been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having been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328021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703799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/kt/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't' in 'ct' combines with 'ion' to make /shun/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't' in 'ct' combines with 'ion' to make /shun/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't' in 'ct' combines with 'ion' to make /shun/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/kt/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connector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'connect' — 3-Day Teaching Deck</dc:title>
  <dc:subject>PptxGenJS Presentation</dc:subject>
  <dc:creator>Word Labs</dc:creator>
  <cp:lastModifiedBy>Word Labs</cp:lastModifiedBy>
  <cp:revision>1</cp:revision>
  <dcterms:created xsi:type="dcterms:W3CDTF">2026-04-09T21:55:16Z</dcterms:created>
  <dcterms:modified xsi:type="dcterms:W3CDTF">2026-04-09T21:55:16Z</dcterms:modified>
</cp:coreProperties>
</file>