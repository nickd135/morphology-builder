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'connect'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"join or link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connectere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'connect' — join or link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'connect' means 'join or link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'connect'.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'connect'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'connect'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'connect' means 'join or link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'connect'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'connect'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'connect' comes from Latin and means to join or link together.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'disconnect' means to join two things more firmly together.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're-' to 'connect' makes the word 'reconnect', meaning to join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'connector' is something that joins or links things together.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'-ion' in 'connection' means to do something again.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'connect'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or link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connectere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'connect'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joins other things together.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the link between two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many things are all linked to each other.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something back together after it was separated.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two or more things together.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or bond between two things or people.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or linked to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'connect'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'connect'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connect the two wires carefully so the circuit will work.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a strong connection between ideas makes your writing much clearer.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engineers worked quickly to reconnect the power lines to people's homes.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cable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to the correct port?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rivers create a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flooding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entire towns.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465487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'connect' = join or link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'connect'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disconnect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'connect' — 3-Day Teaching Deck</dc:title>
  <dc:subject>PptxGenJS Presentation</dc:subject>
  <dc:creator>Word Labs</dc:creator>
  <cp:lastModifiedBy>Word Labs</cp:lastModifiedBy>
  <cp:revision>1</cp:revision>
  <dcterms:created xsi:type="dcterms:W3CDTF">2026-03-25T03:07:50Z</dcterms:created>
  <dcterms:modified xsi:type="dcterms:W3CDTF">2026-03-25T03:07:50Z</dcterms:modified>
</cp:coreProperties>
</file>