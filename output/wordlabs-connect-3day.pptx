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'connect'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'connective' really means 'a word or phrase that joins parts of a sentence together'.
'unconnected' really means 'not joined or not related to each other'.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charging cable had a broken connector. Dad fixed it so we could reconnect the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'connect'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"join together"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'connect'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'connect' — join together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'connect' means 'join together'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'connect'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'connect'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'connect'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'connect' means 'join together'. You can find it in 'disconnect'.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'disconnect',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'connection',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'connect' means 'join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'disconnect' means 'to break the connection between two things'.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'connective' means 'a link or relationship between two things'.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'connection' means 'a link or relationship between two things'.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'unconnected' means 'a word or phrase that joins parts of a sentence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'connect' means 'join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'disconnect' means 'to break the connection between two things'.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'connective' means 'a link or relationship between two things'.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'connection' means 'a link or relationship between two things'.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'unconnected' means 'a word or phrase that joins parts of a sentence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'connect'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unconnected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'connect'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3374136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33741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unconnected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link or relationship between two things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join or link two things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break the connection between two things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unconnected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word or phrase that joins parts of a sentence together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joined or not related to each other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join or link two things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break the connection between two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link or relationship between two things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unconnected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joined or not related to each 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word or phrase that joins parts of a sentence together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'connect'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'connect'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connect the cable to the computer.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disconnect the cable before moving the computer.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strong connection between exercise and health.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charging cable had a broken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Dad fixed it so we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tablet.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'connect'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'connect' = join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'connect'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