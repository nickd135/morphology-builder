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'connect'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"join together"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'connect' — join together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'connect' means 'join together'.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'connect'.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'connect'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'connect'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'connect' means 'join together'.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'connect'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'connect'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'connect' means 'to break something into pieces'.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'connects' means 'joins or links two things together'.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'connect' means 'join together'.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'connects' means 'breaks something apart'.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'connect' means 'to join or link two things together'.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'connect'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 together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connectors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'connect'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150876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150876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24871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2834640" y="46360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2834640" y="46360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45445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489204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489204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5788152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6199632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99632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parts or things that join two things together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 or thing that joins two things together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joining or linking things together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or link something back together again after it was disconnected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or link two things together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joined or linked together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connectors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or links two things together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'connect'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'connect'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connect the cable to the computer.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road connects the village to the city.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wires were connected properly.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studied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between diet and energy. 'However' is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connective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shows contrast between ideas.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router improved the internet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house. The two computer networks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interconnect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share data. Scientists study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interconnection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between weather and climate.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connectivity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connector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connectors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'connect' — 3-Day Teaching Deck</dc:title>
  <dc:subject>PptxGenJS Presentation</dc:subject>
  <dc:creator>Word Labs</dc:creator>
  <cp:lastModifiedBy>Word Labs</cp:lastModifiedBy>
  <cp:revision>1</cp:revision>
  <dcterms:created xsi:type="dcterms:W3CDTF">2026-07-07T10:22:33Z</dcterms:created>
  <dcterms:modified xsi:type="dcterms:W3CDTF">2026-07-07T10:22:33Z</dcterms:modified>
</cp:coreProperties>
</file>