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"make, do, accomplish"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'fect' — make, do, accomplish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'fect' means 'make, do, accomplish'.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'fect' means 'make, do, accomplish'.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'fect' comes from a Latin word meaning to make or 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'perfect' means something that is broken or faulty.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'in' in 'infect' means into or upon, so infect means to bring germs into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'-ive' can be added to 'fect' words to make adjectives, like 'effective'.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'fect'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make, do, accomplish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any mistakes or flaws; completely right.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or problem that stops something working properly.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an impact on something or someone.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spread germs or disease to a person, animal, or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well and getting the result you want.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completely without any faults.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result or change that happens because of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the effect of sunlight on the growth of plants in the garden.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told us that a virus can infect many people very quickly if we don't wash our hands.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practised her gymnastics routine every day because she wanted to achieve perfection.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a terrible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whole class, so everyone had to stay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effective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wash your hands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perfectly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because this helps prevent the spread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'fect' = make, do, accomplish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affect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perfection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effective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'fect' — 3-Day Teaching Deck</dc:title>
  <dc:subject>PptxGenJS Presentation</dc:subject>
  <dc:creator>Word Labs</dc:creator>
  <cp:lastModifiedBy>Word Labs</cp:lastModifiedBy>
  <cp:revision>1</cp:revision>
  <dcterms:created xsi:type="dcterms:W3CDTF">2026-03-25T03:54:14Z</dcterms:created>
  <dcterms:modified xsi:type="dcterms:W3CDTF">2026-03-25T03:54:14Z</dcterms:modified>
</cp:coreProperties>
</file>