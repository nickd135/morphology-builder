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"make; do"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'fect' — make; 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'fect' means 'make; do'.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'fect' means 'make; do'.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'defect' means 'a prize given for winning a competition'.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'fect' means 'make; do'.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'affect' means 'to influence or cause a change in someone or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'defect' means 'a fault or flaw in something that makes it imperfect'.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'affect' means 'to fold paper into a neat shape'.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make; do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influence or cause a change in someone or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influences or causes a change in someone or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disease or make something impure with germs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faults or flaws in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disease caused by germs or a virus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influenced or changed by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or flaw in something that makes it imperfect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sleeping enough can affect how well you concentrate at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toy was returned because of a manufacturing defect.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Coughing without covering your mouth can infect other people.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puppy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affection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wagging its tail and licking everyone.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toaster kept burning the toast.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prescribed antibiotics to treat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Washing your hands regularly helps prevent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spreading.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infectious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laughter made the whole class start giggling too.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make;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make;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