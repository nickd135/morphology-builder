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9 word families with 'fect' suit Years 3–7, so Day 3 has 1 dictation word instead of 3.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'infect' really means 'to give someone a disease or make something impure with germs'.
'effect' really means 'a change that happens because of something else'.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 defective battery can affect how well a torch works on a camping trip.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Her laugh was so infectious that soon the whole class was giggling.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'fect'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"make; do"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9 word families with 'fect' suit Years 3–7, so Day 3 has 1 dictation word instead of 3.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'fect' — make; do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'fect' = make;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'fect' means 'make; do'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'fect'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'fect'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'fect'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'fect' = make;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'fect' means 'make; do'. You can find it in 'effect'.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'effect', 'ef-' means 'out'.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'confection', '-ion' means 'act or result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'fect' = make; 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'fect' means 'make; do'.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'confection' means 'a sweet treat made from sugar, like a lolly or fancy cake'.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'infect' means 'a change that happens because of something else'.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'defect' means 'a fault or flaw in something that makes it imperfect'.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'effect' means 'to give someone a disease or make something impure with germs'.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'fect' = make; 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'fect' means 'make; do'.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'confection' means 'a sweet treat made from sugar, like a lolly or fancy cake'.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'infect' means 'a change that happens because of something else'.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'defect' means 'a fault or flaw in something that makes it imperfect'.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'effect' means 'to give someone a disease or make something impure with germs'.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'fect'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'fect' = make;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'fect'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make; do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effect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defect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infect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confection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'fect'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'fect' = make; 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-ious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463040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463040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36829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66090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66090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56616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858768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858768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80974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5221224" y="3776472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21224" y="37764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confection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'fect'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'fect' = make; 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give someone a disease or make something impure with germs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sweet treat made from sugar, like a lolly or fancy cake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fault or flaw in something that makes it imperfect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confection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change that happens because of something else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'fect'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'fect' = make; 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change that happens because of something else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fault or flaw in something that makes it imperfect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give someone a disease or make something impure with germs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confection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sweet treat made from sugar, like a lolly or fancy cake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'fect'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'fect' = make; 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'fect'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Sunlight had a big effect on how fast our seedlings grew.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toy was returned because of a manufacturing defect.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Coughing without covering your mouth can infect other people.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'fect' = make;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'fect' = make; 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defective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battery can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affect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how well a torch works on a camping trip.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affect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defective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'fect' = make;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affect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'fect' = make;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affect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af- before 'f'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make; do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'fect' = make;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affect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af- before 'f'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make; do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'fect' = make;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affect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af- before 'f'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make; do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ff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'fect' = make;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'fect' = make;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make; do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'fect' = make;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make; do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'fect' = make;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make; do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'fect' = make;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'fect' = make; 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laugh was so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infectious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soon the whole class was giggling.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infectious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'fect' = make;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infectious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'fect' = make;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infectious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make; do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ious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of; having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'fect' = make;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infectious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make; do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ious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of; having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tious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'fect' = make; 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infectious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make; do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ious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of; having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tious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'fect' = make; 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'fect' = make; do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-ious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affection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infection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affect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defective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65760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infectious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'fect'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