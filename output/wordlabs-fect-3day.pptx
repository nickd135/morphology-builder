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"do, make, perform"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facere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'fect' — do, make, perform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'fect' means 'do, make, perform'.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'fect' means 'do, make, perform'.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'infection' contains the root 'fect' plus a suffix.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'perfect' does not contain the root 'fect'.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'in' can be added to 'fect' to make the word 'infect'.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'fect' means to see or look at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'fect' comes from a Latin word meaning to do or make.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do, make, perform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facere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 mistakes or flaws at all.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 or problem with something that stops it working properly.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change that is caused by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pass on germs or illness to another person or animal.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works well and gets the result you wanted.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completely without any faults or errors.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an impact on something or change it in some 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 weather can affect how well you concentrate during a maths test.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said the cut on her knee was starting to show signs of infection.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practised his speech until every word was perfect.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spread quickly, so the nurse explained how it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affect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everyone in the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worked hard to achieve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defect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material made the project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ineffective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ineffective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ineffective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ineffective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ef before 'f'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ineffective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ef before 'f'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ineffective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ef before 'f'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do, make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do, make, perform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'fect' — 3-Day Teaching Deck</dc:title>
  <dc:subject>PptxGenJS Presentation</dc:subject>
  <dc:creator>Word Labs</dc:creator>
  <cp:lastModifiedBy>Word Labs</cp:lastModifiedBy>
  <cp:revision>1</cp:revision>
  <dcterms:created xsi:type="dcterms:W3CDTF">2026-04-10T00:28:49Z</dcterms:created>
  <dcterms:modified xsi:type="dcterms:W3CDTF">2026-04-10T00:28:49Z</dcterms:modified>
</cp:coreProperties>
</file>