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'suggest'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"offer an idea"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'suggest' — offer an idea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'suggest' means 'offer an idea'.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'suggest'.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'suggest'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'suggest'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'suggest' means 'offer an idea'.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'suggest'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'suggest'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'suggest' means 'to put forward an idea or plan for consideration'.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'suggest' means 'offer an idea'.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'suggests' means 'shouts an order at someone'.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'suggest' means 'to shout an order at someone'.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'suggests' means 'puts forward an idea for consideration'.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'suggest'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 an idea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'suggest'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21868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5661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5661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4622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8737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737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forward an idea for consideration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forward as an idea for consideration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 or plan for consideration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'suggest'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'suggest'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suggest we leave early to avoid the traffic.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suggests she was telling the truth.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suggested we try a different approach.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ideas for the school fair. The teacher welcomed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collected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class trip. The bruise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 fall. She glanced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last piece of cake.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offer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'suggest'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