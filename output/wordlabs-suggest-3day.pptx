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'suggest'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put forward an idea"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suggerere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'suggest' — to put forward an idea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'suggest' means 'to put forward an idea'.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'suggest'.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'suggest'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'suggest'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'suggest' means 'to put forward an idea'.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'suggest'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'suggest'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'suggest' comes from a Latin word meaning to bring or put forward.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'suggestible' means someone who never follows other people's ideas.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'suggestion' is a noun that names an idea put forward for others to consider.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'-ive' to 'suggest' makes the adjective 'suggestive'.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'suggest' is originally from ancient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'suggest'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put forward an idea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suggerere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'suggest'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influence; quick to follow other people's ideas or suggestions.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idea or plan offered for others to consider.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or plan that someone offers for others to think about.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hints at or makes you think of a particular idea.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middle of offering an idea or recommendation to someone.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an idea or tell them what you think they should do.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already gave an idea or made a recommendation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'suggest'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'suggest'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everyone to write down their best suggestion for the class excursion.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was very suggestible, so she always agreed with whatever her friends suggested.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made several helpful suggestions about how the team could improve their passing.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make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are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 just wait?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helpful, but he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changes, which made the process feel too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his own plan.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'suggest' — 3-Day Teaching Deck</dc:title>
  <dc:subject>PptxGenJS Presentation</dc:subject>
  <dc:creator>Word Labs</dc:creator>
  <cp:lastModifiedBy>Word Labs</cp:lastModifiedBy>
  <cp:revision>1</cp:revision>
  <dcterms:created xsi:type="dcterms:W3CDTF">2026-03-25T03:26:41Z</dcterms:created>
  <dcterms:modified xsi:type="dcterms:W3CDTF">2026-03-25T03:26:41Z</dcterms:modified>
</cp:coreProperties>
</file>