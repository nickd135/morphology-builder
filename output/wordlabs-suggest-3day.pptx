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'suggest'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put forward an idea"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suggerere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'suggest' — to put forward an idea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'suggest' means 'to put forward an idea'.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'suggest'.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'suggest'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'suggest'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'suggest' means 'to put forward an idea'.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'suggest'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'suggest'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'suggestion' is a noun formed by adding the suffix '-ion' to the root 'suggest'.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'suggestive' contains the root 'suggest' and the suffix '-ive'.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'suggest' comes from a Latin word meaning to bring or carry up an idea.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'-ible' to 'suggest' makes the word 'suggestable'.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'suggesting' means that an idea has already been shared in the past.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'suggest'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put forward an idea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suggerere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'suggest'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Easily influenced by other people's ideas or suggestions.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hints at or brings an idea to mind.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or plan that someone puts forward for others to consider.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idea or plan put forward for others to think about.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is in the middle of sharing an idea or plan.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 or plan for someone to think about.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already shared an idea or plan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'suggest'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'suggest'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write down one suggestion for how we could improve our classroom library.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weather report was suggestive of more rain coming later in the week.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kept suggesting that we play soccer at lunch instead of staying inside.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made a helpful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his teacher agreed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 ideas was always welcome.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activities were fun; however, the most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tried everything, which shows how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suggestive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good idea can be!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forward an idea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'suggest' = to put forward an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'suggest'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suggestions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suggestively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'suggest' — 3-Day Teaching Deck</dc:title>
  <dc:subject>PptxGenJS Presentation</dc:subject>
  <dc:creator>Word Labs</dc:creator>
  <cp:lastModifiedBy>Word Labs</cp:lastModifiedBy>
  <cp:revision>1</cp:revision>
  <dcterms:created xsi:type="dcterms:W3CDTF">2026-04-09T22:14:48Z</dcterms:created>
  <dcterms:modified xsi:type="dcterms:W3CDTF">2026-04-09T22:14:48Z</dcterms:modified>
</cp:coreProperties>
</file>