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'suggest' has very few longer words built from it, so this deck practises adding the suffixes -s, -ed, -ion and -ing to the base (Years 3–4). Only 6 words with 'suggest'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class made suggestions for new games at lunchtime.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'suggest'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"offer an idea"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'suggest' has very few longer words built from it, so this deck practises adding the suffixes -s, -ed, -ion and -ing to the base (Years 3–4). Only 6 words with 'suggest'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'suggest' — offer an idea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'suggest'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'suggest' = offer an idea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-ed, -ion and -ing to the base 'suggest'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'suggest'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'suggest'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'suggest'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'suggest' = offer an idea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'suggest' means 'offer an idea'. You can find it in 'suggests'.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'suggestion', '-ion' means 'act or result of'.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'suggests', '-s' means 'plural or present tense'.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'suggest'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'suggest' = offer an idea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'suggests',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'suggested',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'suggesting',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'suggestions',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'suggest'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'suggest' = offer an idea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'suggests',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'suggested',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'suggesting',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'suggestions',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'suggest'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'suggest'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'suggest' = offer an idea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'suggest'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offer an idea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'suggest'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'suggest'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'suggest' = offer an idea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463040" y="3374136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463040" y="337413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77977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07238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07238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88620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297680" y="3374136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0" y="33741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'suggest'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'suggest'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'suggest' = offer an idea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puts forward an idea for consideration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put forward an idea or plan for consideration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putting forward an idea for consideration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put forward as an idea for consideration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an idea or plan put forward for consideration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'suggest'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'suggest'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'suggest' = offer an idea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put forward an idea or plan for consideration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puts forward an idea for consideration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put forward as an idea for consideration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an idea or plan put forward for consideration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putting forward an idea for consideration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'suggest'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'suggest'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'suggest' = offer an idea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'suggest'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suggest we leave early to avoid the traffic.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suggests she was telling the truth.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suggested we try a different approach.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'suggest'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'suggest' = offer an idea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'suggest'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'suggest' = offer an idea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class made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new games at lunchtime.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'suggest'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'suggest' = offer an idea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'suggest'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'suggest' = offer an idea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an idea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'suggest'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'suggest' = offer an idea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an idea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'suggest'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'suggest' = offer an idea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an idea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'suggest'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'suggest' = offer an idea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'suggest'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'suggest' = offer an idea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'suggest'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