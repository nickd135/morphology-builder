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'land'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 area of ground; to arrive"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'land' — an area of ground; to arrive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'land' means 'an area of ground; to arrive'.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'land'.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'land'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'land'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'land' means 'an area of ground; to arrive'.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'land'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'land'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'land' means 'the solid ground, or to come down onto the ground'.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'land' means 'a loud sound made by thunder'.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'lands' means 'arrives safely on the ground after being in the air'.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'lands' means 'argues loudly with someone nearby'.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'land' means 'an area of ground; to arrive'.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'land'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area of ground; to arrive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'land'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834640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834640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10565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45312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45312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4924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76072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solid ground, or to come down onto the ground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safely on the ground after being in the air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down onto the ground (past tense)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spacecraft designed to land on a planet or moon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spacecraft designed to land on a planet or moon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'land'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'land'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began to land on the runway.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eagle lands gracefully on the tallest branch.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landed safely despite the storm.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made a smooth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just as the storm began.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midland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town was far from the coast, surrounded by fields and hills.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airport recorded over two hundred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landings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day. Birmingham is a big city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midlands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England. They travelled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London to India by bus and train.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'land' = an area of ground; to arrive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'land'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'land'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