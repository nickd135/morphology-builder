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'farmland' really means 'land used for growing crops or keeping animals'.
'inland' really means 'away from the coast, towards the middle of a country'.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On the ferry back to the mainland, I read a book about a space lander that touched down on Mars.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explorers travelled overland through bushland and open grassland for many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'land'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area of ground; to arrive"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'land' — an area of ground; to arrive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'land' means 'an area of ground; to arrive'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'land'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'land'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'land'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'land' means 'an area of ground; to arrive'. You can find it in 'farmland'.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'farmland' joins 'farm' and 'land'.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'lander',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'land' means 'an area of ground; to arrive'.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'woodland' means 'land covered with trees'.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'farmland' means 'away from the coast, towards the middle of a country'.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'wetland' means 'an area of land that is soaked with water, like a swamp'.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'inland' means 'land used for growing crops or keeping animals'.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'land' means 'an area of ground; to arrive'.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'woodland' means 'land covered with trees'.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'farmland' means 'away from the coast, towards the middle of a country'.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'wetland' means 'an area of land that is soaked with water, like a swamp'.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'inland' means 'land used for growing crops or keeping animals'.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'land'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area of ground; to arrive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farmland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inland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wetland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woodland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'land'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88620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620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inland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land used for growing crops or keeping animals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farmland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solid ground, or to come down onto the ground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land covered with trees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wetland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away from the coast, towards the middle of a country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woodland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an area of land that is soaked with water, like a swamp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solid ground, or to come down onto the ground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farmland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land used for growing crops or keeping animals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inland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away from the coast, towards the middle of a country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wetland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an area of land that is soaked with water, like a swamp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woodland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land covered with trees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'land'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'land'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plane began to land on the runway.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farmland stretched out on both sides of the highway.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is far inland, so we rarely visit the beach.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ferry back to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mainland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read a book about a space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touched down on Mars.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mainland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biggest; most important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biggest; most important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biggest; most important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explorers travelled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overland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bushland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open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grassland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many weeks.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bushland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grassland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shrub; wild country covered in trees and shrubs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shrub; wild country covered in trees and shrubs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shrub; wild country covered in trees and shrubs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plant with thin leaves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plant with thin leaves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plant with thin leaves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area of ground; to arrive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'land' = an area of ground; to arrive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mainland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'land'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