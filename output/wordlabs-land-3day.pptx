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'land'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"ground, earth, territory"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landa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'land' — ground, earth, territory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'land' means 'ground, earth, territory'.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'land'.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'land'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'land'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'land' means 'ground, earth, territory'.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'land'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'land'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'landscape' contains the root 'land'.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'land' can be found in the word 'landmark'.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'landing' contains the root 'land' plus the suffix '-ing'.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'planet' contains the morpheme 'land'.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'land' comes from a Greek word meaning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'land'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ground, earth, territory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landa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lowland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'land'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waste-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-scape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owns a building or land and rents it to other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area of land that is low in height compared to the land around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can see when you look across an area of land, like hills, trees and fields.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high ground or hills far from the sea.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Travelling across land rather than by sea or air.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coming down and touching the ground, like a plane landing at an airport.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lowland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feature of the landscape, like a building or hill, that helps people find their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'land'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'land'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made a smooth landing on the runway after the long flight from Sydney.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drove overland through the outback to reach the remote cattle station.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lighthouse is an important landmark that sailors have used for hundreds of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stood tall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farmland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sheep had grazed for generations.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or feature that stands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or feature that stands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or feature that stands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used to grow food or raise animals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used to grow food or raise animals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used to grow food or raise animals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journey took us through stunning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scenery, and we watched the plane's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valley below.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 or ongoing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 or ongoing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earth,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 or ongoing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ground, earth,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waste-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-scape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upland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lowland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'land' — 3-Day Teaching Deck</dc:title>
  <dc:subject>PptxGenJS Presentation</dc:subject>
  <dc:creator>Word Labs</dc:creator>
  <cp:lastModifiedBy>Word Labs</cp:lastModifiedBy>
  <cp:revision>1</cp:revision>
  <dcterms:created xsi:type="dcterms:W3CDTF">2026-04-10T00:52:27Z</dcterms:created>
  <dcterms:modified xsi:type="dcterms:W3CDTF">2026-04-10T00:52:27Z</dcterms:modified>
</cp:coreProperties>
</file>