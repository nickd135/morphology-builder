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'land'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"earth, ground, territory"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land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'land' — earth, ground, territory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'land' means 'earth, ground, territory'.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'land'.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'land'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'land'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'land' means 'earth, ground, territory'.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'land'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'land'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'landmark' contains the root 'land' meaning ground or territory.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'land' comes from ancient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'landscape' uses 'land' as its base morpheme.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'homeland' is a place that someone comes from or belongs to.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'over' in 'overland' means under or beneath.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'land'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earth, ground, territory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land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landlord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landmark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homeland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farmland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'land'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-mark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-scape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coming down and touching the ground, like a plane landing at an airport.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landlord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that is used for growing crops or keeping animals on a farm.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landmark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well-known place or object that helps people find their way or remember an area.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Travelling across land rather than by sea or air.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wide view of an area of land, including hills, trees, rivers, and other features.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homeland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country or place where a person was born or grew up.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farmland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owns a building or land and rents it out to other people.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'land'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'land'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made a smooth landing on the runway after a long flight from Sydney.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Uluru is one of Australia's most famous landmarks and is very important to the Anangu people.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farmland stretched for kilometres in every direction, covered in golden wheat.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landscape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beautiful, and the pilot made a safe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landing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valley below.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territory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view, scene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territory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view, scene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scape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territory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view, scene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scape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territory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territory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territory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homeland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overland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route, the travellers admired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farmland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spread across the valley.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homeland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farmland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where one lives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territory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where one lives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territory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where one lives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territory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territory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territory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territory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agricultural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territory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agricultural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territory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agricultural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ground, territory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earth, ground, territory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-mark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-scape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landlord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landmark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homeland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farmland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outlandish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'land' — 3-Day Teaching Deck</dc:title>
  <dc:subject>PptxGenJS Presentation</dc:subject>
  <dc:creator>Word Labs</dc:creator>
  <cp:lastModifiedBy>Word Labs</cp:lastModifiedBy>
  <cp:revision>1</cp:revision>
  <dcterms:created xsi:type="dcterms:W3CDTF">2026-04-03T03:27:42Z</dcterms:created>
  <dcterms:modified xsi:type="dcterms:W3CDTF">2026-04-03T03:27:42Z</dcterms:modified>
</cp:coreProperties>
</file>