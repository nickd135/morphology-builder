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 afraid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'fear' — to be afraid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'fear' means 'to be afraid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'fear' means 'to be afraid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'fears' means 'feelings of happiness'.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'fear' means 'to be afraid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'fears' means 'feelings of being afraid, or worries'.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'fear' means 'a strong feeling of being afraid of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'fear' means 'a strong feeling of happiness and joy'.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 afraid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4348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being afraid of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or showing fear; afraid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afraid of something in the past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afraid of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feelings of being afraid, or worries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sudden fear when the lights went out.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about it helped calm her fears.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villagers feared the coming storm.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firefighter ran into the burning building. The child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peeked around the corner.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climbed to the top of the mountain.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kept her from going near the edge of the cliff.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impressed everyone at the diving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to be afraid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'fear'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