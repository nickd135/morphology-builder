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of danger or dread"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periculum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'fear' — feeling of danger or dread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'fear' means 'feeling of danger or dread'.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'fear' means 'feeling of danger or dread'.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'fearless' means without any fear.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'-ful' means without or lacking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'fearsome' can describe a powerful animal that frightens people.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fearless person shows great bravery and courage.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'fear' comes from the Greek word for love.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of danger or dread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periculum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unfearing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-some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very scared or worried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afraid of something that might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you are very scared or nervous.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scared of something, or was thought of as very scary by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showing or feeling any fear; very courageous.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scary or powerful that it makes you frightened.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unfearing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fear at all; very brave and daring.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fearless firefighter ran into the burning building to save the trapped kitten.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in the village was fearful of the dark storm clouds gathering overhead.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fearsome dragon in the story breathed fire and guarded a mountain of gold.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knight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dragon would return before sunrise.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fearsome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beast let out a roar,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villagers ran away,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they would never be safe again.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having a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an action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an action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dread or danger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an action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-some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unfearing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'fear' — 3-Day Teaching Deck</dc:title>
  <dc:subject>PptxGenJS Presentation</dc:subject>
  <dc:creator>Word Labs</dc:creator>
  <cp:lastModifiedBy>Word Labs</cp:lastModifiedBy>
  <cp:revision>1</cp:revision>
  <dcterms:created xsi:type="dcterms:W3CDTF">2026-04-03T03:22:59Z</dcterms:created>
  <dcterms:modified xsi:type="dcterms:W3CDTF">2026-04-03T03:22:59Z</dcterms:modified>
</cp:coreProperties>
</file>