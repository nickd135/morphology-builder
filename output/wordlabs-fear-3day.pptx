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'fear' suit Years 3–7, so Day 3 has 1 dictation word instead of 3.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'fear' really means 'to be afraid of'.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kitten peeked fearfully out from under the bed during the thunderstorm.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Everyone cheered for Ava's fearlessness as she jumped off the high diving board for the first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'fear'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 afraid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'fear' suit Years 3–7, so Day 3 has 1 dictation word instead of 3.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'fear' — to be afraid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'fear' means 'to be afraid of'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'fear'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'fear'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'fear'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'fear' means 'to be afraid of'. You can find it in 'fearful'.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'fearful', '-ful' means 'full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'fearless',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'fear' means 'to be afraid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'fearful' means 'feeling or showing fear; afraid'.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'fearless' means 'having no fear; brave'.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'fear'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'fear' means 'to be afraid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'fearful' means 'feeling or showing fear; afraid'.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'fearless' means 'having no fear; brave'.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'fear'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'fear'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be afraid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'fear'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feeling or showing fear; afraid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no fear; brave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strong feeling of being afraid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strong feeling of being afraid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or showing fear; afraid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no fear; brave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'fear'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'fear'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a sudden fear when the lights went out.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gave a fearful glance at the dark cellar.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fearless firefighter ran into the burning building.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kitten peeked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fearfully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from under the bed during the thunderstorm.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cheered for Ava's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fearlessness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she jumped off the high diving board for the first 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afraid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'fear' = to be afraid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fearfully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'fear'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