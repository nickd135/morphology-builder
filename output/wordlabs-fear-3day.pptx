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'fear'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"feeling of danger or dread"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feare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'fear' — feeling of danger or dread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'fear' means 'feeling of danger or dread'.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'fear'.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'fear'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'fear'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'fear' means 'feeling of danger or dread'.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'fear'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'fear'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'Fearless' means someone who is very easily frightened.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'fearless' contains the root 'fear' and the suffix '-less'.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'Fearsome' means something that causes great fright or alarm.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'-ful' to 'fear' creates the word 'fearful', meaning full of fear.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'fear' comes from ancient Greek.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'fear'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feeling of danger or dread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feare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fearsome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unfeared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fearfully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'fear'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-some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very scared or worried about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scared about something right now.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scared of something or someone.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looks or seems very frightening.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fearsome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a way that shows you are very scared.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unfeared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feared or treated as scary by others.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fearfully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no fear at all; very brave.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'fear'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'fear'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fearless firefighter ran into the burning building without hesitating.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young child looked fearfully at the large dog barking behind the fence.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fearsome dragon in the story breathed fire and guarded a pile of gold.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fearless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knight was admired by all, but even he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fearful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the storm struck.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danger or dread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danger or dread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danger or dread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danger or dread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danger or dread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danger or dread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fearsome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beast let out a roar, and the villagers,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fearing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worst, ran away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fearfully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the forest.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fearsome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fearsome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fearsome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danger or dread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causing or tending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fearsome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danger or dread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causing or tending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some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fearsome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danger or dread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causing or tending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some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danger or dread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danger or dread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danger or dread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danger or dread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danger or dread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of danger or dread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'fear' = feeling of danger or dread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'fear'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-some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fearsome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unfeared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fearfully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'fear' — 3-Day Teaching Deck</dc:title>
  <dc:subject>PptxGenJS Presentation</dc:subject>
  <dc:creator>Word Labs</dc:creator>
  <cp:lastModifiedBy>Word Labs</cp:lastModifiedBy>
  <cp:revision>1</cp:revision>
  <dcterms:created xsi:type="dcterms:W3CDTF">2026-04-10T00:42:02Z</dcterms:created>
  <dcterms:modified xsi:type="dcterms:W3CDTF">2026-04-10T00:42:02Z</dcterms:modified>
</cp:coreProperties>
</file>