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"without, lacking something"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leas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'-less' — without, lacking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'-less' means 'without, lacking something'.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'-less'.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'-less'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'-less'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'-less' means 'without, lacking something'.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'helpless', the root is the part before the suffix '-less'.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'fearless'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'-less' means 'without' or 'lacking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'-less' to a word makes it mean more of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'fearless' contains the base word 'fear'.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'-less' comes from Old English.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'-less' can only be added to verbs.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'-less'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without, lacking something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leas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thoughtless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'-less'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'-less'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thought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able to do things for yourself or unable to be helped.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thinking about how your actions might affect other people.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home or place to live.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hope; when a situation seems impossible to fix.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paying enough attention; making mistakes because you are not careful.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power or ability to do or change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thoughtless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fear at all; very brave.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'-less'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'-less'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puppy looked helpless sitting alone in the rain.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fearless firefighter ran into the burning building to save the family.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thoughtless of Jake to leave his friend out of the game.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speechless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she saw her lost book on the teacher's desk.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tireless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explorer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 storm destroyed her tent.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tireless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being scared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being scared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being scared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weary or exhausted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weary or exhausted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weary or exhausted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 or support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'-less'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'-less'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thought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thoughtless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speechless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'-less' — 3-Day Teaching Deck</dc:title>
  <dc:subject>PptxGenJS Presentation</dc:subject>
  <dc:creator>Word Labs</dc:creator>
  <cp:lastModifiedBy>Word Labs</cp:lastModifiedBy>
  <cp:revision>1</cp:revision>
  <dcterms:created xsi:type="dcterms:W3CDTF">2026-03-26T07:43:06Z</dcterms:created>
  <dcterms:modified xsi:type="dcterms:W3CDTF">2026-03-26T07:43:06Z</dcterms:modified>
</cp:coreProperties>
</file>