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"without, lacking something"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leas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'-less' — without, lacking something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'-less' means 'without, lacking something'.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'-less'.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'-less'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'-less'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'-less' means 'without, lacking something'.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'hopeless', the root is the part before the suffix '-less'.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'careless'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'careless' means someone who is very careful.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'-less' comes from Old English.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Adding '-less' to a word gives it the meaning 'full of'.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You can add '-less' to a base word to mean 'without' that thing.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'-less' turns a noun or adjective into a new adjective.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'-less'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without, lacking something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leas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wireless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'-less'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68503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03250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03250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20293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61441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61441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there is no chance of something getting better or working out.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goes on for so long it seems like it will never stop.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Unable to do anything to help yourself or change a situation.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afraid of anything; very brave and bold.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cannot hurt you or cause any damage.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wireless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without wires or cables, like Wi-Fi on a device.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paying enough attention to what you are doing, often making mistakes.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'-less'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'-less'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lost puppy looked helpless sitting in the rain outside the school gate.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speechless when she found out she had won the art competition.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don't be careless with your science equipment during the experiment.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girl climbed the tallest tree in the playground without any help.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afraid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ear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assist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storm made the sailors feel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powerless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the captain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speechless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when the mast snapped.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 or last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 or last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 or last point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or control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ow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spoken words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'less'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'-less' = without, lacking something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'-less'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mis-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power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hopeless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careless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helpless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harmless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fearless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wireless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speechless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'-less' — 3-Day Teaching Deck</dc:title>
  <dc:subject>PptxGenJS Presentation</dc:subject>
  <dc:creator>Word Labs</dc:creator>
  <cp:lastModifiedBy>Word Labs</cp:lastModifiedBy>
  <cp:revision>1</cp:revision>
  <dcterms:created xsi:type="dcterms:W3CDTF">2026-04-10T01:08:47Z</dcterms:created>
  <dcterms:modified xsi:type="dcterms:W3CDTF">2026-04-10T01:08:47Z</dcterms:modified>
</cp:coreProperties>
</file>