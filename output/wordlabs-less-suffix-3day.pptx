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'fearless' really means 'having no fear; brave'.
'restless' really means 'unable to stay still or relax'.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It was pointless to search the beach for my lost shell, but Gran said the memory was priceless.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On a cloudless night, we lay on the grass and saw countless stars. My graceless slide down the hill made everyone laugh.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'-less'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"without"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'-less' — without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'-less' means 'without'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'-less'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'-less'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'-less'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'-less' means 'without'. In 'useless', it is added to 'use'.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'useless', the base is 'use' (do something with).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'-less' means 'without'.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'careless' means 'not paying enough attention; making mistakes because of a lack of care'.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'fearless' means 'not helpful; serving no purpose'.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'helpless' means 'unable to help yourself or do anything'.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'restless' means 'having no fear; brave'.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'-less' means 'without'.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'careless' means 'not paying enough attention; making mistakes because of a lack of care'.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'fearless' means 'not helpful; serving no purpose'.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'helpless' means 'unable to help yourself or do anything'.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'restless' means 'having no fear; brave'.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'-less'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useless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careless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fearless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harmless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helpless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hopeless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restless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'-less'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523744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23744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1188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023360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useless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useless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 paying enough attention; making mistakes because of a lack of care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careless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helpful; serving no purpose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unable to help yourself or do anything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harmless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unable to stay still or relax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helpless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having no hope of success or improvement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hopeless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having no fear; brave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restless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not able or likely to cause harm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useless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 helpful; serving no purpose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careless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paying enough attention; making mistakes because of a lack of care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having no fear; brave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harmless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able or likely to cause harm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helpless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unable to help yourself or do anything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hopeless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having no hope of success or improvement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restless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unable to stay still or relax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'-less'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'-less'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broken umbrella was useless in the storm.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soup was tasteless because I forgot the salt.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desert seemed to stretch on in an endless expanse of sand.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pointless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search the beach for my lost shell, but Gran said the memory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priceless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pointless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priceless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spot or tip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spot or tip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spot or tip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money something costs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money something costs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money something costs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cloudless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night, we lay on the grass and saw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countless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stars. My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graceless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slide down the hill made everyone laugh.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cloudless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countless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graceless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 of water droplets in the sky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 of water droplets in the sky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 of water droplets in the sky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of movement; a prayer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of movement; a prayer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of movement; a prayer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'-less' = without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'-less'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