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"fasten, attach, make firm"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'fix' — fasten, attach, make firm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'fix' means 'fasten, attach, make firm'.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'fix' means 'fasten, attach, make firm'.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'fix' comes from a Latin word meaning to fasten or attach.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'fix' means to break apart or separate things.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prefix is a morpheme added before a root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'transfixed' means to be completely frozen with amazement.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'suffix' has nothing to do with the root 'fix'.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fasten, attach, make firm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beginning of a word to change its meaning.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Firmly attached or not able to be moved.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or group of letters attached to a word to change its meaning.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repairing or attaching something firmly.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 placed before a root word, like 'un' in 'unhappy'.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strong focus or attachment to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end of a word to change its meaning.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identify the prefix in the word 'unhappy' and explain how it changes the meaning.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workers needed to fix the fence so it was firmly attached to the ground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magician appeared on stage, the entire audience was transfixed and could not look away.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identify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word '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transfixed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affixed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label, which showed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fixation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chemical to the surface.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'fix'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