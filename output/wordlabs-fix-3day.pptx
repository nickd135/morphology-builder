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'fix'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fasten, attach, or set"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figere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'fix' — to fasten, attach, or set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'fix' means 'to fasten, attach, or set'.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'fix'.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'fix'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'fix'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'fix' means 'to fasten, attach, or set'.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'fix'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'fix'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'fix' comes from a Latin word meaning to fasten or attach.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prefix is added to the end of a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'suffix' contains the root 'fix'.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'fixture' refers to something permanently fastened in place.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'fix' comes from Greek.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'fix'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fasten, attach, or set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figere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affix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fixture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'fix'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cru-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-ture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letters added to the beginning of a word to change its meaning.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been fastened firmly in place or repaired.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affix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letter or group of letters added to a word to change its meaning — it can go at the start or end.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permanently attached or fastened to a building or place.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fixture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Letters placed before a root word that change or add to its meaning.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fixation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is extremely focused on or attached to one particular 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letters added to the end of a word to change its meaning.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'fix'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'fix'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explained that a prefix is a group of letters attached to the front of a word to change its meaning.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plumber needed to fix the leaking pipe before it caused any more damage to the floor.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Jamie was completely transfixed by the magician's incredible tricks at the school carnival.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identify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prefix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suffix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that long word?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after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attach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after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attach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after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attach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ff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identify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affix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find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prefix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then locate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suffix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each word.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affix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attach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attach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attach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ff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after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attach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after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attach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after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attach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ff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to fasten, attach, or set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cru-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-ture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affix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fixture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fixation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transfixed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'fix' — 3-Day Teaching Deck</dc:title>
  <dc:subject>PptxGenJS Presentation</dc:subject>
  <dc:creator>Word Labs</dc:creator>
  <cp:lastModifiedBy>Word Labs</cp:lastModifiedBy>
  <cp:revision>1</cp:revision>
  <dcterms:created xsi:type="dcterms:W3CDTF">2026-03-25T03:54:31Z</dcterms:created>
  <dcterms:modified xsi:type="dcterms:W3CDTF">2026-03-25T03:54:31Z</dcterms:modified>
</cp:coreProperties>
</file>