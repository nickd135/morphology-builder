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'fix'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"fasten; attach"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'fix' — fasten; attach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'fix' means 'fasten; attach'.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'fix'.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'fix'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'fix'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'fix' means 'fasten; attach'.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'fix'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'fix'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'fixed' means 'repaired or made to work properly 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'fix' means 'to repair something broken or solve a problem'.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'fixed' means 'broken deliberately into pieces'.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'fix' means 'fasten; attach'.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'fix' means 'to break something on purpose'.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'fix'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fasten; attach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'fix'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08760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508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63347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980944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980944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105656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453128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453128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349240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760720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0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repair something broken or solve a problem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repaired or made to work properly again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'fix'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'fix'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 will fix the broken chair tonight.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 fixed the car's engine yesterday.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technician fixes computers for a living.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technician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fixes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computers for a living. Dad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fixing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leaky tap in the kitchen.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'un-' changes 'happy' into 'unhappy'. Adding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suffix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"-ful" to "hope" makes "hopeful." Adding '-ing' 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changes 'run' into 'running'.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postfix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fasten;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fasten;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'fix'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