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'fix'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'fix' really means 'fasten; attach'.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Please affix a stamp to the top corner of the envelope.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'fix'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"fasten; attach"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'fix'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'fix' — fasten; attach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'fix' means 'fasten; attach'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'fix'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'fix'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'fix'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'fix' means 'fasten; attach'. You can find it in 'prefix'.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'prefix', 'pre-' means 'before'.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'fix' means 'fasten; attach'.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'prefix' means 'a group of letters added to the beginning of a word'.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'suffix' means 'a group of letters added to the end of a word to change its meaning'.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root 'fix'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'fix' means 'fasten; attach'.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'prefix' means 'a group of letters added to the beginning of a word'.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'suffix' means 'a group of letters added to the end of a word to change its meaning'.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root 'fix'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'fix'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fasten; attach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'fix'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group of letters added to the end of a word to change its meaning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repair something broken or solve a problem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group of letters added to the beginning of a word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repair something broken or solve a problem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group of letters added to the beginning of a word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group of letters added to the end of a word to change its meaning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'fix'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'fix'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will fix the broken chair tonight.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prefix 'un-' changes 'happy' into 'unhappy'.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suffix "-ful" to "hope" makes "hopeful."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affix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stamp to the top corner of the envelope.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affix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affix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affix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fasten; attach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affix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fasten; attach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affix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fasten; attach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'fix' = fasten;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affix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'fix'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