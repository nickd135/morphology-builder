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small, tiny"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'micro-' — very small, tiny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'micro-' means 'very small, tiny'.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'micro-'.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'micro-'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'micro-'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'micro-' means 'very small, tiny'.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'microscope', the root is the part after the prefix 'micro-'.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'micro-' means very large or enormous.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microphone is used to make sounds louder or to record them.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microscope is a tool that helps you see very tiny things.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'micro-' comes from the Greek word 'mikros'.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Microorganisms are creatures big enough to see with just your eyes.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'micro-'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small, tiny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'micro-'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of studying microscopic living things like bacteria and viruses.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kitchen appliance that uses invisible waves of energy to heat food very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so small you need a microscope to see it, like bacteria or a virus.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of material inside computers and electronic devices that stores and processes information.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collection of billions of tiny living microorganisms that live inside your body.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microbiome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tool that makes very tiny things look much bigger so you can see them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picks up sounds and makes them louder or records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'micro-'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'micro-'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microscope to look at the tiny cells on the slide.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speak into the microphone so everyone in the hall can hear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Microplastics are a serious problem for ocean animals and the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microorganisms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living in the pond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microchip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explain how germs spread.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flat piece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flat piece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flat piece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microbiome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microplastic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'micro-' — 3-Day Teaching Deck</dc:title>
  <dc:subject>PptxGenJS Presentation</dc:subject>
  <dc:creator>Word Labs</dc:creator>
  <cp:lastModifiedBy>Word Labs</cp:lastModifiedBy>
  <cp:revision>1</cp:revision>
  <dcterms:created xsi:type="dcterms:W3CDTF">2026-04-10T01:00:40Z</dcterms:created>
  <dcterms:modified xsi:type="dcterms:W3CDTF">2026-04-10T01:00:40Z</dcterms:modified>
</cp:coreProperties>
</file>