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'micro-'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"small"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'micro-' — small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'micro-' means 'small'.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'micro-'.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'micro-'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'micro-'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'micro-' means 'small'.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'micro', the root is the part after the prefix 'micro-'.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'microphones' means 'devices that pick up sound so it can be recorded or made louder'.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'micro' means 'small'.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'microphones' means 'small telescopes for looking at stars'.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'microphone' means 'a device that picks up sound so it can be recorded or made louder'.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'microphone' means 'a small telescope for looking at stars'.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'micro-'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'micro-'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'micro-'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" y="28072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508760" y="28072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508760" y="28072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79776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127248" y="28072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127248" y="28072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977640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325112" y="28072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325112" y="28072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495544" y="28072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907024" y="28072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07024" y="28072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'micro-'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'micro-'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singer spoke clearly into the microphone so everyone could hear her.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band set up three microphones on the stage before the concert.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studying microbiology at university to learn about bacteria and viruses.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singer spoke clearly into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everyone could hear her. The band set up three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microphones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stage before the concert. She is studying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university to learn about bacteria and viruses.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'micro-'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'micro-'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'micro-'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'micro-'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