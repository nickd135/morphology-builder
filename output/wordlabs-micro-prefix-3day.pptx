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'micro-'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'microbiology' really means 'the scientific study of very small living things such as bacteria'.
'microwave' really means 'an oven that heats food very quickly using tiny waves of energy'.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Under the microscope, the drop of pond water was full of tiny living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'micro-'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'micro-'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'micro-' — small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'micro-' means 'small'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'micro-'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'micro-'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'micro-'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'micro-' means 'small'. In 'microwave', it is added to 'wave'.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'microwave', the base is 'wave' (a moving ripple of energy).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'microbiology', '-logy' means 'study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'micro-' means 'small'.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'microclimate' means 'the weather in one small area that is different from the area around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'microbiology' means 'an oven that heats food very quickly using tiny waves of energy'.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'microphone' means 'a device that picks up sound so it can be recorded or made louder'.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'microwave' means 'the scientific study of very small living things such as bacteria'.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'micro-' means 'small'.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'microclimate' means 'the weather in one small area that is different from the area around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'microbiology' means 'an oven that heats food very quickly using tiny waves of energy'.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'microphone' means 'a device that picks up sound so it can be recorded or made louder'.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'microwave' means 'the scientific study of very small living things such as bacteria'.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'micro-'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microwave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microchip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microclimate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'micro-'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3522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3522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02336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434840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microwave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that picks up sound so it can be recorded or made louder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microchip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oven that heats food very quickly using tiny waves of energy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scientific study of very small living things such as bacteria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microclimate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tiny electronic part that stores information or runs a device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weather in one small area that is different from the area around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microwave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oven that heats food very quickly using tiny waves of energy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microchip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tiny electronic part that stores information or runs a device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picks up sound so it can be recorded or made louder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microclimate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weather in one small area that is different from the area around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scientific study of very small living things such as bacteria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'micro-'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'micro-'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heated my soup in the microwave.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scanned the microchip in our dog.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singer spoke clearly into the microphone so everyone could hear her.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drop of pond water was full of tiny living things.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'micro-'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'micro-'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