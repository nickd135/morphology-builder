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small, tiny"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'micro-' — very small, tiny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'micro-' means 'very small, tiny'.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'micro-'.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'micro-'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'micro-'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'micro-' means 'very small, tiny'.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'microscope', the root is the part after the prefix 'micro-'.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'micro-' comes from a Greek word meaning small.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microscope makes things look smaller so they are easier to study.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'micro-' is found in the word 'microphone'.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Something described as microscopic is extremely tiny.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'micro-' means the same thing as the prefix 'mega-'.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'micro-'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small, tiny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microclimate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'micro-'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conditions in a very small area that can be different from the area around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kitchen appliance that uses energy waves to heat food very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so tiny you need a microscope to see it, like bacteria or a virus.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of technology inside computers and other devices that stores and processes information.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that studies very tiny living things that you cannot see with just your eyes.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tool that makes tiny objects look much bigger so you can see them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microclimate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picks up sounds and makes them louder or records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'micro-'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'micro-'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microscope to look at a tiny insect wing in science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into the microphone so that everyone in the hall could hear her clearly.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Microorganisms like bacteria live all around us, even though we cannot see them.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study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details of a butterfly wing.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picked up the scientist's voice as she explained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microorganisms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studied under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microclimate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'micro-' — 3-Day Teaching Deck</dc:title>
  <dc:subject>PptxGenJS Presentation</dc:subject>
  <dc:creator>Word Labs</dc:creator>
  <cp:lastModifiedBy>Word Labs</cp:lastModifiedBy>
  <cp:revision>1</cp:revision>
  <dcterms:created xsi:type="dcterms:W3CDTF">2026-03-26T07:36:44Z</dcterms:created>
  <dcterms:modified xsi:type="dcterms:W3CDTF">2026-03-26T07:36:44Z</dcterms:modified>
</cp:coreProperties>
</file>