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'plan' has very few longer words built from it, so this deck practises adding the suffixes -s, -ed, -er and -ing to the base (Years 3–4). Only 6 words with 'plan' suit Years 3–7, so there is no Day 3 dictation. Day 3 is the word matrix lesson only. Day 2 has 1 dictation word instead of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event planners set up the stalls for the school fete.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'plan'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 organise what you will do"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'plan' has very few longer words built from it, so this deck practises adding the suffixes -s, -ed, -er and -ing to the base (Years 3–4). Only 6 words with 'plan' suit Years 3–7, so there is no Day 3 dictation. Day 3 is the word matrix lesson only. Day 2 has 1 dictation word instead of 2.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'plan' — to organise what you will do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'plan' = to organise what you will do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to add the suffixes -s, -ed, -er and -ing to the base 'plan' and spell the new words correctly.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each suffix tells us (for example, -ed means it has already happened).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the spelling rule (double the last consonant) when I add a suffix.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'plan'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'plan' = to organise what you will do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'plan' means 'to organise what you will do'. You can find it in 'plans'.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'planner', '-er' means 'person or thing that'.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'plans', '-s' means 'plural or present tense'.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'plan' = to organise what you will do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'plans', the suffix '-s' tells us more than one, or someone does it now.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'planned', the suffix '-ed' tells us it is happening now.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'planner', the suffix '-er' tells us more, or a person or thing that does it.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In 'planning', the suffix '-ing'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In 'planners', the suffix '-s' tells us more than one, or someone does it now.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'plan' = to organise what you will do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'plans', the suffix '-s' tells us more than one, or someone does it now.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'planned', the suffix '-ed' tells us it is happening now.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'planner', the suffix '-er' tells us more, or a person or thing that does it.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In 'planning', the suffix '-ing'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In 'planners', the suffix '-s' tells us more than one, or someone does it now.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'plan'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'plan' = to organise what you will do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'plan'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organise what you will do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planned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planner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planning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'plan'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'plan' = to organise what you will do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37413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463040" y="3374136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463040" y="3374136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2368296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2660904" y="3374136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2660904" y="337413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474720" y="337413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3886200" y="3374136"/>
            <a:ext cx="146304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86200" y="3374136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'plan'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'plan' = to organise what you will do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arranged or organised in advance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the act of deciding steps in advance to achieve a goal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planned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sets of steps decided in advance, or drawings showing how something will be built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planner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set of steps decided in advance to achieve something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planning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 person or tool that organises events or schedules in advance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'plan'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'plan' = to organise what you will do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set of steps decided in advance to achieve something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sets of steps decided in advance, or drawings showing how something will be built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planned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arranged or organised in advance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planner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person or tool that organises events or schedules in advance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planning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the act of deciding steps in advance to achieve a goal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'plan'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'plan' = to organise what you will do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'plan'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made a plan to finish the project by Friday.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 showed us the plans for the new library.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planned the school trip weeks before it happened.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'plan' = to organise what you will do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'plan' = to organise what you will do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event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planners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set up the stalls for the school fete.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planners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'plan' = to organise what you will do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planners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'plan' = to organise what you will do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planners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double the final 'n' before -er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organise what you will do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or thing that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'plan' = to organise what you will do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planners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double the final 'n' before -er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organise what you will do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or thing that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ners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'plan' = to organise what you will do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planners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double the final 'n' before -er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organise what you will do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or thing that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ners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nn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'plan' = to organise what you will do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'plan' = to organise what you will do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734056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474720" y="2734056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273405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97880" y="2734056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2095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65760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planners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'plan' — Teaching Deck</dc:title>
  <dc:subject>PptxGenJS Presentation</dc:subject>
  <dc:creator>Word Labs</dc:creator>
  <cp:lastModifiedBy>Word Labs</cp:lastModifiedBy>
  <cp:revision>1</cp:revision>
  <dcterms:created xsi:type="dcterms:W3CDTF">2026-10-22T10:14:33Z</dcterms:created>
  <dcterms:modified xsi:type="dcterms:W3CDTF">2026-10-22T10:14:33Z</dcterms:modified>
</cp:coreProperties>
</file>