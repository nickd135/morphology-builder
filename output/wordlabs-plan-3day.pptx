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'plan'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organise what you will do"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'plan' — to organise what you will do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'plan' means 'to organise what you will do'.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'plan'.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'plan'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'plan'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'plan' means 'to organise what you will do'.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'plan'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'plan'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'plans' means 'loud noises made by thunder'.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'plan' means 'a drawing of a person's face'.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'plan' means 'a set of steps decided in advance to achieve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'plans' means 'sets of steps decided in advance, or drawings showing how something will be built'.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'plan' means 'to organise what you will do'.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'plan'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organise what you will do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'plan'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834640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834640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0565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45312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45312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34924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76072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6072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or organised in advance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of steps decided in advance, or drawings showing how something will be built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steps decided in advance to achieve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tool that organises events or schedules in advance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'plan'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'plan'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made a plan to finish the project by Friday.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 showed us the plans for the new library.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planned the school trip weeks before it happened.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wise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preplan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route before a long journey. The event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planners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 to discuss the festival schedule.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the school concert run smoothly. The evacuation followed a carefully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preplanned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route. The teacher did some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preplanning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the school trip would run smoothly.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organise what you will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to organise what you will do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'plan'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