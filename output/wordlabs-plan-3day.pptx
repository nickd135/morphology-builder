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'plan'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"arrange, design, flat surface"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planus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'plan' — arrange, design, flat surface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'plan' means 'arrange, design, flat surface'.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'plan'.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'plan'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'plan'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'plan' means 'arrange, design, flat surface'.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'plan'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'plan'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'plan' comes from Latin and relates to a flat surface or design.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'biplane' has a prefix meaning 'three'.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'planner' contains the root 'plan' plus a suffix meaning a person or thing.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'explain' contains the root 'plan' and the prefix 'ex' meaning 'out'.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'planning' has no suffix added to the root 'plan'.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'plan'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arrange, design, flat surface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planus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airplane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'plan'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organises things carefully, or a book used to organise schedules.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clear so others can understand it.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in advance what you were going to do.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old-fashioned aeroplane that has two sets of wings, one above the 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flying vehicle with wings and an engine that carries people or cargo.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living thing that grows in soil and makes its own food from sunlight.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airplane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of working out how to do something ahead of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'plan'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'plan'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made a careful planning chart before starting their science project.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her planner to write down all her homework tasks for the week.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explain how you came up with your plan for the school fundraiser?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asked the students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ideas before the project began.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flat, clear, make clear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flat, clear, make clear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flat, clear, make clear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going well, but she needed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biplane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diagram more clearly.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arrange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 consonant before suffix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consonant doubled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ning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flat, clear, make clear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flat, clear, make clear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 from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flat, clear, make clear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plain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surface, level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surface, level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surface, level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'plan' = arrange, design, flat surface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'plan'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-t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planner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explain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biplane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airplane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explanation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'plan' — 3-Day Teaching Deck</dc:title>
  <dc:subject>PptxGenJS Presentation</dc:subject>
  <dc:creator>Word Labs</dc:creator>
  <cp:lastModifiedBy>Word Labs</cp:lastModifiedBy>
  <cp:revision>1</cp:revision>
  <dcterms:created xsi:type="dcterms:W3CDTF">2026-03-25T03:43:09Z</dcterms:created>
  <dcterms:modified xsi:type="dcterms:W3CDTF">2026-03-25T03:43:09Z</dcterms:modified>
</cp:coreProperties>
</file>