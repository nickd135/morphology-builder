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'plan'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scheme or flat surface"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'plan' — a scheme or flat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'plan' means 'a scheme or flat surface'.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'plan'.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'plan'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'plan'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'plan' means 'a scheme or flat surface'.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'plan'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'plan'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'planner' contains the root 'plan' and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'plan' comes from a Greek word meaning 'to write'.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'un' to 'planned' makes a word meaning not organised.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'plan' can be found in the word 'planning'.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'planet' contains the root 'plan' meaning a scheme.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'plan'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scheme or flat surface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outplanned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'plan'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organises things, or a book used to write down your schedule.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happened without being organised or thought about beforehand.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decided ahead of time what you were going to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made better plans than another person or group.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make something clear by giving reasons and details so others can understand.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outplanned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changed your plans and worked out a new way to do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working out how to do something before you start.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'plan'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'plan'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created a planning chart to organise their science project over the next two weeks.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an unplanned trip to the zoo would still be lots of fun.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council made several plans to improve the school playground.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unplanned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events would be rescheduled.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busy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trip,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replanned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schedule still needed a full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design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or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or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or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or flat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 scheme or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replanned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unplanned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outplanned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'plan' — 3-Day Teaching Deck</dc:title>
  <dc:subject>PptxGenJS Presentation</dc:subject>
  <dc:creator>Word Labs</dc:creator>
  <cp:lastModifiedBy>Word Labs</cp:lastModifiedBy>
  <cp:revision>1</cp:revision>
  <dcterms:created xsi:type="dcterms:W3CDTF">2026-04-09T22:33:04Z</dcterms:created>
  <dcterms:modified xsi:type="dcterms:W3CDTF">2026-04-09T22:33:04Z</dcterms:modified>
</cp:coreProperties>
</file>