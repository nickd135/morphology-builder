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'prepare'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ready beforehand"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praeparare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'prepare' — make ready beforehand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'prepare' means 'make ready beforehand'.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'prepare'.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'prepare'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'prepare'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'prepare' means 'make ready beforehand'.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'prepare'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'prepare'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'unprepared' contains the root 'prepare'.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're-' in 'reprepare' means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'-tion' to 'prepare' makes the word 'preparation'.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'prepare' comes from the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'Preparedness' means the state of being fully ready.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'prepare'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ready beforehand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praeparare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reprepare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'prepare'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getting things ready right now.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fully ready for something that might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everything ready before something happens.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ready for something that happens, often by surprise.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ready again after something did not go as planned.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getting ready or making things ready before an event.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reprepare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made ready for something that is about to happen.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'prepare'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'prepare'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needed to prepare their science experiment before the lesson began.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well prepared for a bushfire emergency can help keep your family safe.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spent hours on the preparation of the three-course meal for the school fundraiser.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meant they were 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big championship game.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unprepared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first,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preparedness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after weeks of diligently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exam.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state of being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state of being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/ state of being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condition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condition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condition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reprepare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'prepare' — 3-Day Teaching Deck</dc:title>
  <dc:subject>PptxGenJS Presentation</dc:subject>
  <dc:creator>Word Labs</dc:creator>
  <cp:lastModifiedBy>Word Labs</cp:lastModifiedBy>
  <cp:revision>1</cp:revision>
  <dcterms:created xsi:type="dcterms:W3CDTF">2026-04-09T22:07:52Z</dcterms:created>
  <dcterms:modified xsi:type="dcterms:W3CDTF">2026-04-09T22:07:52Z</dcterms:modified>
</cp:coreProperties>
</file>