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'prepare'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'prepare' really means 'get ready'.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felt underprepared for the spelling test because he had been sick.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'prepare'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ready"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'prepare'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'prepare' — get ready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'prepare' means 'get ready'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'prepare'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'prepare'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'prepare'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'prepare' means 'get ready'. You can find it in 'unprepared'.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'unprepared',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'preparation', '-ation' means 'act or process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'prepare' means 'get ready'.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'overprepared' means 'got ready far more than was really needed'.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'unprepared' means 'not ready for something that is about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'preparation' means 'the process of getting ready for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'prepare'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'prepare' means 'get ready'.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'overprepared' means 'got ready far more than was really needed'.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'unprepared' means 'not ready for something that is about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'preparation' means 'the process of getting ready for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'prepare'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'prepare'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ready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unprepared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overprepared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'prepare'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3308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3308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58384" y="2971800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971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unprepared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process of getting ready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unprepared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got ready far more than was really needed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ready for something that is about to happen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overprepared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get ready for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get ready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unprepared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ready for something that is about to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process of getting ready for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overprepared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got ready far more than was really needed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'prepare'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'prepare'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prepare the classroom for the visitors.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walked into the exam completely unprepared.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for the school play took several weeks.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underprepared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spelling test because he had been sick.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'prepare'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'prepare' = get 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'prepare'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