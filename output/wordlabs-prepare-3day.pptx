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'prepare'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ready beforehand"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praeparare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'prepare' — make ready beforehand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'prepare' means 'make ready beforehand'.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'prepare'.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'prepare'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'prepare'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'prepare' means 'make ready beforehand'.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'prepare'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'prepare'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'prepare' comes from Latin and means to make ready beforehand.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'unprepared' means you are very well ready for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'-tion' to 'prepare' makes the noun 'preparation'.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'pre-' in 'prepare' means before.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'preparatory' is a verb describing an action.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'prepare'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ready beforehand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praeparare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'prepare'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getting something ready.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order to get ready for something else.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something ready before it is needed.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ready for something that happens.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something ready (used with he, she, or it).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things you do to get ready for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made ready or organised for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'prepare'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'prepare'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prepare our costumes before the school concert next Friday.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well prepared for the maths test because they had studied all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preparation is the key to giving a confident and clear speech in front of the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decorations, so everything was perfectly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party.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unprepared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became 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their big science experiment.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59429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makes /sh/ sound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ready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'prepare' = make ready beforehand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'prepare'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preparatory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unprepared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preparedness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'prepare' — 3-Day Teaching Deck</dc:title>
  <dc:subject>PptxGenJS Presentation</dc:subject>
  <dc:creator>Word Labs</dc:creator>
  <cp:lastModifiedBy>Word Labs</cp:lastModifiedBy>
  <cp:revision>1</cp:revision>
  <dcterms:created xsi:type="dcterms:W3CDTF">2026-03-25T03:19:56Z</dcterms:created>
  <dcterms:modified xsi:type="dcterms:W3CDTF">2026-03-25T03:19:56Z</dcterms:modified>
</cp:coreProperties>
</file>