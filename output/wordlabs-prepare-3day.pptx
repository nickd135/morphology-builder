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'prepare'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"get ready"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'prepare' — get ready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get ready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'prepare' means 'get ready'.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'prepare'.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'prepare'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'prepare'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get ready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'prepare' means 'get ready'.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'prepare'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'prepare'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get ready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'prepare' means 'to get ready for something'.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'prepare' means 'get ready'.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'prepared' means 'sold at a high price'.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'prepared' means 'made ready in advance'.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'prepare' means 'to destroy something completely'.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'prepare'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get ready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get ready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unprepared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'prepare'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get ready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47640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7640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78815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619963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9963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get ready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or she gets ready for something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ready for something that is about to happen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get ready for something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 getting ready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unprepared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ready in advance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'prepare'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get ready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'prepare'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to prepare the classroom for the visitors.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prepared meal was waiting on the table when we arrived.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prepares breakfast every morning before school.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get ready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get ready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fire drill tested the school's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preparedness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emergencies. Their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unpreparedness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storm led to serious damage.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preparedness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unpreparedness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get ready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get ready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ready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get ready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ready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get ready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ready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get ready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unpreparedness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get ready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unpreparedness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ready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get ready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unpreparedness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ready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get ready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unpreparedness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ready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get ready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get ready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Preparation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school play took several weeks. The students attended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preparatory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session before the exam. The team made final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preparations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before the big match.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preparatory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preparations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get ready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get ready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ready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get ready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ready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get ready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ready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get ready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get ready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ready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of; 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get ready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ready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of; 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get ready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ready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of; 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get ready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get ready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ready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get ready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ready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get ready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ready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get ready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get ready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prepared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preparing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unprepared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'prepare' — 3-Day Teaching Deck</dc:title>
  <dc:subject>PptxGenJS Presentation</dc:subject>
  <dc:creator>Word Labs</dc:creator>
  <cp:lastModifiedBy>Word Labs</cp:lastModifiedBy>
  <cp:revision>1</cp:revision>
  <dcterms:created xsi:type="dcterms:W3CDTF">2026-07-07T10:22:36Z</dcterms:created>
  <dcterms:modified xsi:type="dcterms:W3CDTF">2026-07-07T10:22:36Z</dcterms:modified>
</cp:coreProperties>
</file>