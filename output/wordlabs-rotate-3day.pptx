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'rotate'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turn or spin around"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rotare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'rotate' — to turn or spin around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'rotate' means 'to turn or spin around'.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'rotate'.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'rotate'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'rotate'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'rotate' means 'to turn or spin around'.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'rotate'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'rotate'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'rotate' originally came from a Greek word.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'rotate' comes from a Latin word meaning to turn or spin.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'rotation' means to move in a straight line.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the suffix '-or' to 'rotate' can make the word 'rotator', meaning something that turns.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Earth's daily spin on its axis is an example of rotation.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'rotate'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turn or spin around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rotare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rotator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rotatory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co-rotate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'rotate'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spinning or turning around a central point.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something that moves in a spinning or turning way.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rotator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or someone that makes things spin or turn around.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rotatory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things spin together in the same direction at the same time.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spin or turn around a central point, like a wheel spinning on its axle.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turned or spun around a central point in the past.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co-rotate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turning around in a circle, like Earth spinning on its axis.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'rotate'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'rotate'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blades of the helicopter begin to rotate faster and faster before it lifts off the ground.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explained that one full rotation of Earth around the Sun takes exactly 365 days.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asked the players to rotate positions every five minutes so everyone could practise in different spots.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rotation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fan blades was steady,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rotating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motor kept the room cool all afternoon.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or spin around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or spin around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or spin around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or spin around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doing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or spin around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doing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or spin around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doing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rotator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machine spun smoothly; however, each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rotatory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movement was carefully measured by the engineer, who also noted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co-rotating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rotatory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co-rotating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or spin around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or spin around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or spin around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or spin around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characterised by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or spin around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characterised by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or spin around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characterised by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co-rotating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co-rotating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or jointly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or spin around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doing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co-rotating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or jointly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or spin around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doing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co-ro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co-rotating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or jointly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or spin around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doing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co-ro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9513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rotator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rotatory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co-rotate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counter-rotate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'rotate' — 3-Day Teaching Deck</dc:title>
  <dc:subject>PptxGenJS Presentation</dc:subject>
  <dc:creator>Word Labs</dc:creator>
  <cp:lastModifiedBy>Word Labs</cp:lastModifiedBy>
  <cp:revision>1</cp:revision>
  <dcterms:created xsi:type="dcterms:W3CDTF">2026-04-09T22:13:53Z</dcterms:created>
  <dcterms:modified xsi:type="dcterms:W3CDTF">2026-04-09T22:13:53Z</dcterms:modified>
</cp:coreProperties>
</file>