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'rotate'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around"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'rotate' — turn around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'rotate' means 'turn around'.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'rotate'.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'rotate'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'rotate'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'rotate' means 'turn around'.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'rotate'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'rotate'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'rotate' means 'turn around'.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'rotated' means 'turned around a central point in the past'.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'rotate' means 'to turn around a central point'.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'rotate' means 'to stop moving completely and freeze'.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'rotated' means 'shouted something loudly in anger'.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'rotate'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around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'rotate'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08760" y="37216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508760" y="37216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72384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19856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19856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15968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727448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around a central point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around a central point in the past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'rotate'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'rotate'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takes 24 hours to rotate once on its axis.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wheel rotated smoothly once we oiled the axle.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 rotates quickly to cool the room down.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rotates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quickly to cool the room down.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rotating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blades of the helicopter lifted it into the air.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Earth on its axis takes 24 hours. The wheel makes several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rotations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second. The ride has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rotational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movement that spins riders in a circle.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'rotate' = turn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'rotate'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'rotate' — 3-Day Teaching Deck</dc:title>
  <dc:subject>PptxGenJS Presentation</dc:subject>
  <dc:creator>Word Labs</dc:creator>
  <cp:lastModifiedBy>Word Labs</cp:lastModifiedBy>
  <cp:revision>1</cp:revision>
  <dcterms:created xsi:type="dcterms:W3CDTF">2026-07-07T10:24:23Z</dcterms:created>
  <dcterms:modified xsi:type="dcterms:W3CDTF">2026-07-07T10:24:23Z</dcterms:modified>
</cp:coreProperties>
</file>