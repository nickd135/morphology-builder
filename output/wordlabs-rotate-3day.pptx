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'rotate'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 or spin around"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'rotate' — to turn or spin around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'rotate' means 'to turn or spin around'.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'rotate'.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'rotate'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'rotate'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'rotate' means 'to turn or spin around'.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'rotate'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'rotate'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'rotate' comes from Latin and means to turn or spin.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'rotated' means something is currently spinning right now.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rotator is something that causes turning or spinning movement.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'-ion' in 'rotation' turns the verb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'counter' in 'counterrotation' means the same direction of spinning.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'rotate'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 or spin around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counterrotation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'rotate'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419856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419856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834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3095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3095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5508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6656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6656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turning in a circle, like a rotary phone dial that you spin with your finger.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makes things turn around, like a muscle that helps you twist your 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turned around to a different position, like when you spin a picture to make it straight.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movement that goes around in a circle, like the rotational spin of a merry-go-round.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turning around in a circle, like the Earth spinning on its axis.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counterrotation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spins in the opposite direction to something else turning nearby.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turning around and around, like a spinning top that keeps going.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'rotate'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'rotate'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completes one full rotation on its axis every twenty-four hours, which is why we have day and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rotate the shape ninety degrees clockwise and draw what they could see.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use crop rotation so that the soil stays healthy and full of nutrients for each new plant.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blades of the helicopter created a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air beneath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cuff helps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rotating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arm too far can cause an injury.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or spin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'rotate' = to turn or spin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'rotate'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counterrotation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autorotation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'rotate' — 3-Day Teaching Deck</dc:title>
  <dc:subject>PptxGenJS Presentation</dc:subject>
  <dc:creator>Word Labs</dc:creator>
  <cp:lastModifiedBy>Word Labs</cp:lastModifiedBy>
  <cp:revision>1</cp:revision>
  <dcterms:created xsi:type="dcterms:W3CDTF">2026-03-25T03:25:47Z</dcterms:created>
  <dcterms:modified xsi:type="dcterms:W3CDTF">2026-03-25T03:25:47Z</dcterms:modified>
</cp:coreProperties>
</file>