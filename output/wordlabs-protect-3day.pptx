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'protect'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"keep safe from harm"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protegere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'protect' — keep safe from harm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'protect' means 'keep safe from harm'.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'protect'.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'protect'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'protect'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'protect' means 'keep safe from harm'.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'protect'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'protect'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'protect' comes from Latin.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'protective' means to be in danger.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protector is a person or thing that keeps others safe.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'un-' to 'protected' means not kept safe.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'-ion' turns 'protect' into a describing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'protect'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 safe from harm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protegere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'protect'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9344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3459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3459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thing that keeps others safe from danger.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keeping someone or something safe from harm.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keeping someone or something safe from danger or harm.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kept safe; left without any shield or guard against danger.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tries to keep you too safe, stopping you from doing normal things.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safe from harm or danger, like a protected wildlife area.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designed to keep you safe, like a protective helmet.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'protect'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'protect'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wear sunscreen to protect our skin from the harsh Australian sun.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mother kangaroo is very protective of her joey and keeps it safe in her pouch.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parks offer protection to many endangered animals across Australia.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sea turtles is important, so marine rangers work 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protectors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ocean.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or result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tion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io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033565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or thing that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tors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gear is essential for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unprotected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workers; without it,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becomes very difficult.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828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828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0520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520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5858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5858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911969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11969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6535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6535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218730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218730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218730" y="4572000"/>
            <a:ext cx="603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587211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87211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52549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52549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178871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178871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832252" y="4169664"/>
            <a:ext cx="603504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832252" y="4169664"/>
            <a:ext cx="603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past / having been done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109855" y="4572000"/>
            <a:ext cx="5436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6703799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03799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297743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97743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91688" y="4169664"/>
            <a:ext cx="543652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91688" y="4169664"/>
            <a:ext cx="5436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safe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right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ting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5814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'protect' = keep safe from harm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'protect'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--or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--ed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--ing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protection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protective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protector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unprotected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overprotective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self-protective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'protect' — 3-Day Teaching Deck</dc:title>
  <dc:subject>PptxGenJS Presentation</dc:subject>
  <dc:creator>Word Labs</dc:creator>
  <cp:lastModifiedBy>Word Labs</cp:lastModifiedBy>
  <cp:revision>1</cp:revision>
  <dcterms:created xsi:type="dcterms:W3CDTF">2026-03-25T03:20:50Z</dcterms:created>
  <dcterms:modified xsi:type="dcterms:W3CDTF">2026-03-25T03:20:50Z</dcterms:modified>
</cp:coreProperties>
</file>