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'protect'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"keep safe from harm"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protegere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'protect' — keep safe from harm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'protect' means 'keep safe from harm'.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'protect'.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'protect'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'protect'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'protect' means 'keep safe from harm'.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'protect'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'protect'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'protector' is a person or thing that keeps something safe.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'protective' means to be in danger.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'protect' comes from the Latin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'-ion' to 'protect' makes the noun 'protection'.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'unprotected'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'protect'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safe from harm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protegere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'protect'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keeps someone or something safe.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Actively keeping someone or something safe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keeping someone or something safe from danger or harm.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having any protection or safety covering.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too careful about keeping someone safe, sometimes more than is needed.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safe from danger or harm by someone or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designed to keep you safe, like a helmet or sunscreen.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'protect'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'protect'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mother bear was very protective of her cubs in the forest.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sunscreen gives you protection from the harsh Australian sun.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wildlife ranger acted as a protector of the endangered animals in the national park.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gear kept the cyclist safe, and the helmet offered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the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unprotected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seedlings needed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the students enjoyed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with a special cover.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 from harm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self-protection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'protect' — 3-Day Teaching Deck</dc:title>
  <dc:subject>PptxGenJS Presentation</dc:subject>
  <dc:creator>Word Labs</dc:creator>
  <cp:lastModifiedBy>Word Labs</cp:lastModifiedBy>
  <cp:revision>1</cp:revision>
  <dcterms:created xsi:type="dcterms:W3CDTF">2026-04-09T22:08:47Z</dcterms:created>
  <dcterms:modified xsi:type="dcterms:W3CDTF">2026-04-09T22:08:47Z</dcterms:modified>
</cp:coreProperties>
</file>