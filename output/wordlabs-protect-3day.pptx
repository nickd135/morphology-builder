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'protect'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"keep safe"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'protect' — keep safe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'protect' means 'keep safe'.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'protect'.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'protect'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'protect'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'protect' means 'keep safe'.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'protect'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'protect'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'protect' means 'to draw a picture using coloured pencils'.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'protect' means 'to keep someone or something safe from harm'.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'protects' means 'keeps someone or something safe from harm'.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'protects' means 'draws pictures using bright colours'.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'protect' means 'keep safe'.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'protect'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safe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'protect'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98094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98094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908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03834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03834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06247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47395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7395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safe from harm or damage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someone or something safe right now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someone or something safe from harm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things that keep others safe from harm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kept safe from harm or danger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keeps someone or something safe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someone or something safe from harm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'protect'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'protect'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helmet will protect your head if you fall off your bike.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Sunscreen protects your skin from sunburn.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nest and its eggs were protected from the wind.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shouldn't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overprotect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children from every small risk. New laws added extra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endangered animals.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gloves kept his hands safe. The mother hen stood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her chicks.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overprotective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older sister wouldn't let him walk to school alone.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'protect'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