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7 word families with 'protect' suit Years 3–7, so there is no Day 3 dictation. Day 3 is the word matrix lesson only. Day 2 has 1 dictation word instead of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'protect' really means 'keep safe'.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My mum can be overprotective when I ride my bike to school.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'protect'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"keep safe"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7 word families with 'protect' suit Years 3–7, so there is no Day 3 dictation. Day 3 is the word matrix lesson only. Day 2 has 1 dictation word instead of 2.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'protect' — keep safe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'protect' means 'keep safe'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'protect'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'protect'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'protect'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'protect' means 'keep safe'. You can find it in 'protector'.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'unprotected', 'un-' means 'not'.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'protector', '-or' means 'person or 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'protect' means 'keep safe'.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'unprotected' means 'not kept safe from harm or danger'.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'protection' means 'the act of keeping someone or something safe from harm'.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'protector' means 'a person or thing that keeps someone or something safe'.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'protective' means 'wanting to keep someone or something safe from harm'.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'protect'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'protect' means 'keep safe'.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805940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805940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'unprotected' means 'not kept safe from harm or danger'.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805940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805940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404872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404872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'protection' means 'the act of keeping someone or something safe from harm'.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404872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404872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003804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003804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'protector' means 'a person or thing that keeps someone or something safe'.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003804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003804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602736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602736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'protective' means 'wanting to keep someone or something safe from harm'.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602736"/>
            <a:ext cx="1005840" cy="507492"/>
          </a:xfrm>
          <a:prstGeom prst="rect">
            <a:avLst>
              <a:gd name="adj" fmla="val 14414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602736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65760" y="4201668"/>
            <a:ext cx="7315200" cy="507492"/>
          </a:xfrm>
          <a:prstGeom prst="rect">
            <a:avLst>
              <a:gd name="adj" fmla="val 1441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548640" y="4201668"/>
            <a:ext cx="6949440" cy="5074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The base 'protect' means 'to break'.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7772400" y="4201668"/>
            <a:ext cx="1005840" cy="507492"/>
          </a:xfrm>
          <a:prstGeom prst="rect">
            <a:avLst>
              <a:gd name="adj" fmla="val 14414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0" y="4201668"/>
            <a:ext cx="1005840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'protect'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keep safe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protector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unprotected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protection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protective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'protect'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834640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8346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3374136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463040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463040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2231136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2523744" y="3374136"/>
            <a:ext cx="128016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2523744" y="3374136"/>
            <a:ext cx="1280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3840480" y="3374136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133088" y="3374136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4133088" y="3374136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946904" y="3374136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5358384" y="3374136"/>
            <a:ext cx="2167128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58384" y="3374136"/>
            <a:ext cx="2167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unprotected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wanting to keep someone or something safe from harm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the act of keeping someone or something safe from harm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unprotected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keep someone or something safe from harm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not kept safe from harm or danger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a person or thing that keeps someone or something safe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keep someone or something safe from harm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person or thing that keeps someone or something safe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unprotected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not kept safe from harm or danger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protection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the act of keeping someone or something safe from harm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236976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236976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protective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236976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236976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 wanting to keep someone or something safe from harm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'protect'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'protect'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helmet will protect your head if you fall off your bike.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dog became a loyal protector of the family.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unprotected seedlings died in the frost overnight.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mum can be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overprotective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when I ride my bike to school.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overprotective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overprotective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overprotective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overprotective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5" name="Text 4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overprotective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much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safe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ive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quality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tive</a:t>
            </a:r>
            <a:endParaRPr lang="en-US" sz="1400" dirty="0"/>
          </a:p>
        </p:txBody>
      </p:sp>
      <p:sp>
        <p:nvSpPr>
          <p:cNvPr id="42" name="Shape 4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52596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52596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249701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49701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04143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04143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er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585855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585855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13027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13027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7469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7469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521911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21911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763534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763534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630795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30795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685237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85237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7396793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396793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7941212" y="4187952"/>
            <a:ext cx="49377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941212" y="4187952"/>
            <a:ext cx="4937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'protect'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'protect' = keep safe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un-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protect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734056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-ive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-or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897880" y="2734056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-ion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365760" y="320954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365760" y="3575304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57530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overprotective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'protect' — Teaching Deck</dc:title>
  <dc:subject>PptxGenJS Presentation</dc:subject>
  <dc:creator>Word Labs</dc:creator>
  <cp:lastModifiedBy>Word Labs</cp:lastModifiedBy>
  <cp:revision>1</cp:revision>
  <dcterms:created xsi:type="dcterms:W3CDTF">2026-10-22T10:14:32Z</dcterms:created>
  <dcterms:modified xsi:type="dcterms:W3CDTF">2026-10-22T10:14:32Z</dcterms:modified>
</cp:coreProperties>
</file>