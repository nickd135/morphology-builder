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'kind'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"friendly, caring, gentle"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natura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'kind' — friendly, caring, gentle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'kind' means 'friendly, caring, gentle'.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'kind'.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'kind'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'kind'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'kind' means 'friendly, caring, gentle'.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'kind'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'kind'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'Kindly' is an adverb meaning done in a caring or gentle way.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'unkind' uses the prefix 'un' meaning 'not'.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'Kindness' is formed by adding the suffix '-ness' to the root 'kind'.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'kind' comes from the French language.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'Mankind' contains the root 'kind' meaning caring and gentle.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'kind'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friendly, caring, gentle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natura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mankind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'kind'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womankind-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gentle, caring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caring or gentle; mean towards 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caring and gentle of all.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caring and gentle towards others.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human beings; people as a group.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gentle and caring than someone or something else.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mankind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friendly and generous to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'kind'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'kind'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always spoke kindly to students who were struggling with their work.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kindness to others is one of the most important things you can do at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unkind to leave someone out of a game just because they are new to the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kindness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her new classmate, and everyone agreed she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kindest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person in the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he acted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unkindly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first,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kindred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spirit soon showed, and he became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kinder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two brothers.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group, set of people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group, set of people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group, set of people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(comparative)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(comparative)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(comparative)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friendly, caring, gentle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womankind-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mankind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kindred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'kind' — 3-Day Teaching Deck</dc:title>
  <dc:subject>PptxGenJS Presentation</dc:subject>
  <dc:creator>Word Labs</dc:creator>
  <cp:lastModifiedBy>Word Labs</cp:lastModifiedBy>
  <cp:revision>1</cp:revision>
  <dcterms:created xsi:type="dcterms:W3CDTF">2026-04-10T00:41:28Z</dcterms:created>
  <dcterms:modified xsi:type="dcterms:W3CDTF">2026-04-10T00:41:28Z</dcterms:modified>
</cp:coreProperties>
</file>