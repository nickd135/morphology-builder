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'kind'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"friendly and caring"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'kind' — friendly and caring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'kind' means 'friendly and caring'.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'kind'.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'kind'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'kind'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'kind' means 'friendly and caring'.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'kind'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'kind'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'kinds' means 'different types or sorts of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'kind' means 'extremely fast at running'.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'kinds' means 'gentle actions towards someone'.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'kind' means 'friendly and caring'.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'kind' means 'caring and gentle towards others'.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'kind'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 and caring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'kind'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caring or gentle (comparative of kind)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gentle and caring way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types or sorts of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 and gentle towards others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'kind'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'kind'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kind of her to help the new student.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sells many kinds of cheese.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to be kinder to your little brother.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unkind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him to laugh at her mistake. He is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kindest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boy in our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showed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kindness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sharing her lunch. He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unkindly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his little sister, and it made her cry. The teacher spoke to the class about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unkindness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some students had shown.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and caring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'kind' = friendly and caring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'kind'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'kind'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