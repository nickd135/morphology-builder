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'kind'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"caring, gentle, or type"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genus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'kind' — caring, gentle, or type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'kind' means 'caring, gentle, or type'.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'kind'.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'kind'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'kind'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'kind' means 'caring, gentle, or type'.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'kind'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'kind'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'unkind' contains the prefix 'un', which means 'not'.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'-ness' in 'kindness' changes the word into a verb.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'kindly' uses the suffix '-ly' to make it an adverb.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'kind' can mean both 'caring' and 'type or group'.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'mankind' means only women in the world.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'kind'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caring, gentle, or type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genus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mankind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kindhearted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'kind'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-hearted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caring and gentle than someone or something else.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caring and gentle of 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human beings thought of as one group.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friendly, generous, and caring towards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warm, caring nature and always willing to help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mankind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caring or gentle; behaving in a way that hurts others' feelings.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kindhearted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warm and gentle way; showing care for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'kind'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'kind'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showed great kindness by helping her classmate pick up all the books that had fallen on the floor.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unkind to leave someone out of a game just because they are new to the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Humankind has always looked up at the stars and wondered what might be out there in space.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acted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everyone agreed she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 in the whole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(makes an 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(makes an 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(makes an 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unkind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words,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kindhearted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nature won everyone's respect.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kindhearted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 (makes a noun)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 (makes a noun)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 (makes a noun)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kindhearted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kindhearted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 (makes an adjective)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kindhearted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 (makes an adjective)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kindhearted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 (makes an adjective)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caring, gentle, or type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-hearted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mankind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kindhearted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humankind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'kind' — 3-Day Teaching Deck</dc:title>
  <dc:subject>PptxGenJS Presentation</dc:subject>
  <dc:creator>Word Labs</dc:creator>
  <cp:lastModifiedBy>Word Labs</cp:lastModifiedBy>
  <cp:revision>1</cp:revision>
  <dcterms:created xsi:type="dcterms:W3CDTF">2026-04-03T03:22:27Z</dcterms:created>
  <dcterms:modified xsi:type="dcterms:W3CDTF">2026-04-03T03:22:27Z</dcterms:modified>
</cp:coreProperties>
</file>