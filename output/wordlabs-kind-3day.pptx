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7 word families with 'kind'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'kind' really means 'friendly and caring'.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It was unkind of Jack to laugh when his sister fell off her scooter.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'kind'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"friendly and caring"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7 word families with 'kind'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'kind' — friendly and caring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'kind'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'kind' = friendly and caring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'kind' means 'friendly and caring'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'kind'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'kind'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'kind'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'kind'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'kind' = friendly and caring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'kind' means 'friendly and caring'. You can find it in 'kinder'.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'unkind',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'kinder', '-er' means 'more'.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'kind'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'kind' = friendly and caring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'kind' means 'friendly and caring'.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'kindly' means 'in a gentle and caring way'.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'kindness' means 'the quality of being caring and gentle towards others'.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'kinder' means 'more caring or gentle (comparative of kind)'.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base 'kind'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'kind'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'kind' = friendly and caring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'kind' means 'friendly and caring'.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'kindly' means 'in a gentle and caring way'.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'kindness' means 'the quality of being caring and gentle towards others'.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'kinder' means 'more caring or gentle (comparative of kind)'.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base 'kind'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'kind'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'kind'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'kind' = friendly and caring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'kind'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friendly and caring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kindness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'kind'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'kind'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'kind' = friendly and caring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36829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660904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660904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47472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886200" y="2971800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86200" y="29718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'kind'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'kind'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'kind' = friendly and caring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quality of being caring and gentle towards others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caring and gentle towards others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more caring or gentle (comparative of kind)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kindness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in a gentle and caring way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'kind'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'kind'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'kind' = friendly and caring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caring and gentle towards others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more caring or gentle (comparative of kind)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in a gentle and caring way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kindness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quality of being caring and gentle towards others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'kind'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'kind'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'kind' = friendly and caring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'kind'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kind of her to help the new student.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be kinder to your little brother.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nurse kindly explained what would happen next.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'kind'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'kind' = friendly and caring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'kind'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'kind' = friendly and caring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unkind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Jack to laugh when his sister fell off her scooter.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unkind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'kind'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'kind' = friendly and caring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unkind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'kind'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'kind' = friendly and caring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unkind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and caring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'kind'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'kind' = friendly and caring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unkind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and caring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'kind'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'kind' = friendly and caring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unkind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and caring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'kind'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'kind' = friendly and caring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'kind'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'kind' = friendly and caring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unkindly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542032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42032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unkindness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18304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18304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unkind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'kind'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