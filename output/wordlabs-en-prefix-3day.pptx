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'en-'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make or put into"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'en-' — to make or put into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 or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'en-' means 'to make or put into'.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'en-'.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'en-'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'en-'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 or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'en-' means 'to make or put into'.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'enjoy', the root is the part after the prefix 'en-'.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 or put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'en-' can mean 'to make' or 'to put into'.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'en-' comes from a Greek word meaning 'against'.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'encourage' starts with the prefix 'en-'.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'en-' to a base word often turns it into a verb.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'en-' always makes words mean the opposite of the base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'en-'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 or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make or put into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in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enlarge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enforce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enrich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endanger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'en-'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 or put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'en-'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large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force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rich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55701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390448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390448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80060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21208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208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 or put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confidence to try or keep going.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enlarge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happiness or pleasure from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enforce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someone or something in a risky or harmful situation.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sure a rule or law is followed.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enrich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something inside or surround it completely.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better or more valuable.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endanger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bigger in size.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'en-'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 or put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'en-'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should always encourage our friends when they are finding something difficult.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rangers worked hard to protect and enrich the habitats of native animals.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us to enlarge the diagram so it was easier to see.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 or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 or put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Pollution can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endanger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wildlife, so we must all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enjoy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protect our environment.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endanger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 or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endanger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 or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endanger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or harm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 or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endanger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or harm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 or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endanger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danger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or harm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 or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 or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happiness or pleasure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 or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happiness or pleasure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 or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happiness or pleasure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 or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 or put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we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encourage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each other, we can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enlarge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our skills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enrich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our learning together.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enlarge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enrich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 or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 or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 or confidence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 or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 or confidence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 or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bravery or confidence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/er/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 or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enlarge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 or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enlarge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in size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 or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enlarge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in size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 or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enlarge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in size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large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 or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enrich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 or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enrich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value or goodness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 or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enrich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value or goodness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 or put into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enrich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put into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value or goodness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 or put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'en-'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'en-' = to make or put into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'en-'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large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force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courage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rich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enjoy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enlarge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enforce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encourage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enrich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enclose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endanger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'en-' — 3-Day Teaching Deck</dc:title>
  <dc:subject>PptxGenJS Presentation</dc:subject>
  <dc:creator>Word Labs</dc:creator>
  <cp:lastModifiedBy>Word Labs</cp:lastModifiedBy>
  <cp:revision>1</cp:revision>
  <dcterms:created xsi:type="dcterms:W3CDTF">2026-03-26T07:33:30Z</dcterms:created>
  <dcterms:modified xsi:type="dcterms:W3CDTF">2026-03-26T07:33:30Z</dcterms:modified>
</cp:coreProperties>
</file>