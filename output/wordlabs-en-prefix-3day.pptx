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'en-'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make, put into"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in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'en-' — to make, put into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to make, put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'en-' means 'to make, put into'.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'en-'.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'en-'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'en-'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to make, put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'en-' means 'to make, put into'.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'enjoy', the root is the part after the prefix 'en-'.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to make, put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'en-' always makes a word mean the opposite of its base word.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'enlarge' contains the prefix 'en-' and means to make something bigger.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prefix 'en-' is only ever used at the end of a word.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'en-' comes from Latin.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'en-' can mean 'to make something' or 'to put into a state'.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'en-'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to make, put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make, put into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in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enlarge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enrich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enforce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endanger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'en-'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to make, put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'en-'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large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rich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force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joy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55701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390448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390448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480060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21208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1208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to make, put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improve something by adding good things to it.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enlarge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get pleasure or happiness from something.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someone or something at risk of being hurt.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enrich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someone confidence to do something.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enforce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surround something or put it inside something else.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sure a rule or law is followed.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endanger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something bigger in size.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'en-'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to make, put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'en-'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should encourage our friends when they are trying something new.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wanted to ensure the experiment was done safely.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fence was built to enclose the animals in the paddock.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to make, put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to make, put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tried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encourage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her students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enjoyed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watching them succeed.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to make, put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to make, put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make, put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bravery, confidence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to make, put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make, put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bravery, confidence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to make, put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make, put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bravery, confidence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/er/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72740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/ij/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to make, put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to make, put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make, put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happiness, pleasure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to make, put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make, put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happiness, pleasure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joyed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to make, put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make, put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happiness, pleasure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joyed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oy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to make, put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to make, put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must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enforce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rules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ensure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safety of all, and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enrich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everyone's experience.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enforce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ensure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enrich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to make, put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enforce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to make, put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enforce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make, put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strength, power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to make, put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enforce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make, put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strength, power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force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to make, put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enforce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make, put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strength, power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force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72740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to make, put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to make, put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make, put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certain, definite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to make, put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make, put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certain, definite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to make, put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make, put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certain, definite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577840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703173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03173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031736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/er/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to make, put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enrich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to make, put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enrich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make, put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rich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great value or quality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to make, put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enrich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make, put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rich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great value or quality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rich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to make, put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enrich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make, put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rich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great value or quality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rich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to make, put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'en-'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to make, put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'en-'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large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rich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force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enlarge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enrich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enforce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endanger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ensure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'en-' — 3-Day Teaching Deck</dc:title>
  <dc:subject>PptxGenJS Presentation</dc:subject>
  <dc:creator>Word Labs</dc:creator>
  <cp:lastModifiedBy>Word Labs</cp:lastModifiedBy>
  <cp:revision>1</cp:revision>
  <dcterms:created xsi:type="dcterms:W3CDTF">2026-04-10T00:56:49Z</dcterms:created>
  <dcterms:modified xsi:type="dcterms:W3CDTF">2026-04-10T00:56:49Z</dcterms:modified>
</cp:coreProperties>
</file>