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"cause to; make"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'en-' — cause to; make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'en-' means 'cause to; make'.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'en-' means 'cause to; make'.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'empower', the root is the part after the prefix 'en-'.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'empower' means 'to give someone the confidence or power to do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'en' means 'cause to; make'.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'enacted' means 'eaten completely without leaving anything'.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'empower' means 'to take away someone's belongings'.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'enacted' means 'made into law; performed or acted 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cause to; make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encounter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confidence or power to do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confidence or power to do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responsibility for something important, past tense of entrust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responsibility for something important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meet someone or something, often unexpectedly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encounter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into law, or acting something out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into law; performed or acted out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programme aims to empower young people to speak up.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road safety rules were enacted last month.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decided to entrust Maya with the classroom keys.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chickens live in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 in the garden. Her name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engraved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trophy.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heavy; serious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heavy; serious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heavy; serious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lions have a large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zoo. The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engraving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coin showed a lion's head. The zoo built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giraffes.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heavy; serious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heavy; serious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engraving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heavy; serious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cause to;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enacted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enactment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encounter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entrusted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'en-'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