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9 word families with 'en-' suit Years 3–7, so Day 3 has 2 dictation words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'entrust' really means 'to give someone the responsibility for something important'.
'ensure' really means 'to make certain that something happens'.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Good books enrich our minds and empower us to share our own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Click the button to enlarge the map. This will enable you to see every walking track in the national park.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'en-'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"in; into; to make"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9 word families with 'en-' suit Years 3–7, so Day 3 has 2 dictation words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'en-' — in; into; to make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'en-' means 'in; into; to make'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'en-'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'en-'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'en-'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'en-' means 'in; into; to make'. In 'entrust', it is added to 'trust'.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'entrust', the base is 'trust' (to believe someone is reliable; belief).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'endangered', '-ed' means 'past tense'.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'en-' means 'in; into; to make'.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'encircle' means 'to form a circle around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'entrust' means 'at serious risk of dying out or disappearing'.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'endangered' means 'at serious risk of dying out or disappearing'.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'ensure' means 'to give someone the responsibility for something important'.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'en-' means 'in; into; to make'.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'encircle' means 'to form a circle around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'entrust' means 'at serious risk of dying out or disappearing'.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'endangered' means 'at serious risk of dying out or disappearing'.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'ensure' means 'to give someone the responsibility for something important'.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'en-'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in; into; to make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entrust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endangered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ensure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encircle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entangle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'en-'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danger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tangle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en-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523744" y="3776472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523744" y="377647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danger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70332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99592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99592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80974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221224" y="3776472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21224" y="37764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endangered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entrust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at serious risk of dying out or disappearing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endangered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give someone the responsibility for something important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ensure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catch something in a twisted mess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encircle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make certain that something happens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entangle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form a circle around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entrust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give someone the responsibility for something important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endangered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at serious risk of dying out or disappearing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ensure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make certain that something happens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encircle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form a circle around something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entangle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catch something in a twisted mess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'en-'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'en-'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giant panda is an endangered animal.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ensure the gate is shut behind you.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gum trees encircle the campground.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books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our minds and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empower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 to share our own ideas.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empower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enrich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empower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empower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en- becomes em- before 'p'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to; make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strength; control; energy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empower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en- becomes em- before 'p'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to; make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strength; control; energy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empower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en- becomes em- before 'p'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to; make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strength; control; energy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enrich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enrich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to; make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plenty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enrich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to; make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plenty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rich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enrich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to; make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plenty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rich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button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enlarge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map. This will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enable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to see every walking track in the national park.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enlarge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enlarge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enlarge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to; make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enlarge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to; make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enlarge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to; make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to; make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the power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to; make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the power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to; make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the power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'en-' = in; into; to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danger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tangle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empower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'en-'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