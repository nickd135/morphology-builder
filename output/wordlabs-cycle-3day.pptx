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'cycle'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'recycle' really means 'to use something again or turn waste into a new material'.
'motorcycle' really means 'a two-wheeled vehicle with an engine'.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circus performer juggled while riding a unicycle.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'cycle'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repeating series; a wheeled vehicle"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'cycle'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'cycle' — a repeating series; a wheeled vehicle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'cycle' means 'a repeating series; a wheeled vehicle'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'cycle'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'cycle'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'cycle'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'cycle' means 'a repeating series; a wheeled vehicle'. You can find it in 'recycle'.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'recycle',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'cyclic', '-ic'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'cycle' means 'a repeating series; a wheeled vehicle'.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'cyclist' means 'a person who rides a bicycle'.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'recycle' means 'happening in a repeating pattern or cycle'.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'cyclic' means 'happening in a repeating pattern or cycle'.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'motorcycle' means 'to use something again or turn waste into a new material'.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'cycle' means 'a repeating series; a wheeled vehicle'.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'cyclist' means 'a person who rides a bicycle'.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'recycle' means 'happening in a repeating pattern or cycle'.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'cyclic' means 'happening in a repeating pattern or cycle'.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'motorcycle' means 'to use something again or turn waste into a new material'.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'cycle'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repeating series; a wheeled vehicle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motorcycle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'cycle'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two-wheeled vehicle with an 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series of events that happen again and again in the same 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use something again or turn waste into a new material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happening in a repeating pattern or cycle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rides a bicycle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series of events that happen again and again in the same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use something again or turn waste into a new material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happening in a repeating pattern or cycle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rides a bicycle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two-wheeled vehicle with an engine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'cycle'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'cycle'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cycle explains how rain forms and falls again.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recycle our glass bottles and paper every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moon's phases follow a cyclic pattern each month.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circus performer juggled while riding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unicycle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'cycle'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'cycle' = a repeating series; a wheeled vehicle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'cycle'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