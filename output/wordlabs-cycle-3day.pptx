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'cycle'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"circle, ring, recurring round"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kyklos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'cycle' — circle, ring, recurring 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'cycle' means 'circle, ring, recurring round'.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'cycle'.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'cycle'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'cycle'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'cycle' means 'circle, ring, recurring round'.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'cycle'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'cycle'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Recycling means processing used materials so they can be used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'uni' in unicycle means 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'cycle' comes from a Greek word meaning circle or ring.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'cycle' comes from a Latin word meaning to spin.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tricycle has two wheels.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'cycle'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circle, ring, recurring round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kyklos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motorcycle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'cycle'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or sport of riding a bicycle.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one-wheeled vehicle that you balance on while pedalling.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rides a bicycle or takes part in cycling.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two-wheeled motor-powered vehicle ridden on roads.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motorcycle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with two wheels that you ride by pedalling.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process used materials so they can be made into something new.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three-wheeled vehicle, often ridden by young children.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'cycle'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'cycle'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recycle our paper and plastic at school to help protect the environment.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cyclist rode her bicycle all the way around the park without stopping.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science, we learned about the water cycle and how rain is formed.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cyclist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recycle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water bottles after the long race.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cycling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park, we watched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tricycle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race, and the winner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recycling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 bottles along the track.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recurring round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circle, ring, recurring 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motorcycle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'cycle' — 3-Day Teaching Deck</dc:title>
  <dc:subject>PptxGenJS Presentation</dc:subject>
  <dc:creator>Word Labs</dc:creator>
  <cp:lastModifiedBy>Word Labs</cp:lastModifiedBy>
  <cp:revision>1</cp:revision>
  <dcterms:created xsi:type="dcterms:W3CDTF">2026-07-03T09:14:35Z</dcterms:created>
  <dcterms:modified xsi:type="dcterms:W3CDTF">2026-07-03T09:14:35Z</dcterms:modified>
</cp:coreProperties>
</file>