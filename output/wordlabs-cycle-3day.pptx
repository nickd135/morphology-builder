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'cycle'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repeating series; a wheeled vehicle"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'cycle' — a repeating series; a wheeled vehicle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'cycle' means 'a repeating series; a wheeled vehicle'.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'cycle'.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'cycle'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'cycle'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'cycle' means 'a repeating series; a wheeled vehicle'.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'cycle'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'cycle'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'cycles' means 'single events that happen only once'.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'cycle' means 'a repeating series; a wheeled vehicle'.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'cycle' means 'a single event that never happens again'.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'cycle' means 'a series of events that happen again and again in the same order'.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'cycles' means 'series of events that repeat in the same order'.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'cycle'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repeating series; a wheeled vehicle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'cycle'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47141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47141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36752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577900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7900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in a repeating pattern or cycle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or turn waste into a new material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turning waste materials into new products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from materials that have been used before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events that happen again and again in the same order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bicycle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of events that repeat in the same order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'cycle'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'cycle'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water cycle explains how rain forms and falls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seasons follow predictable cycles throughout the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went cycling along the river path on Saturday.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circus performer balanced perfectly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clowns wheeled out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unicycles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show.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rode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school every morning. The park has a stand where you can hire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bicycles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day. The little boy rode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tricycle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the driveway.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bicycles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two; twice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tricycle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series; a wheeled vehicle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'cycle' = a repeating series; a wheeled vehicle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'cycle'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cycling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'cycle'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