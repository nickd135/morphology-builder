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'curricular'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"relating to a course of study"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curriculum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'curricular' — relating to a course of study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'curricular' means 'relating to a course of study'.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'curricular'.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'curricular'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'curricular'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'curricular' means 'relating to a course of study'.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'curricular'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'curricular'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'extra' in 'extracurricular' means outside or beyond.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 intracurricular activity takes place within the regular course of study.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word 'extracurricular' means something that is part of the main school timetable.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root 'curricular' is originally from a Greek word.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'curricular' comes from the Latin word 'curriculum', meaning a course or track.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'curricular'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relating to a course of study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curriculum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cocurricular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intercurricular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intracurricular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noncurricular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transcurricular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'curricular'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212140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55464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202936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202936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099048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510528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10528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learning that crosses over many different subject areas at once.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connections made between different subjects in the school curriculum.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cocurricular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something that is not part of the official school curriculum or course of study.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intercurricular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takes place within the normal curriculum or course of study.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intracurricular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something that is part of the official school program or course of study.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noncurricular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that go alongside classroom learning to support what students are studying.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transcurricular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that happen outside of normal school lessons, like sports clubs or drama.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'curricular'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'curricular'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school offers many extracurricular activities, including chess club, swimming squad, and debating.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explained that the science excursion was a cocurricular experience designed to support our classroom learning.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take part in intercurricular projects often find it easier to see connections between maths and science.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extracurricular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clubs is a great way to make friends, and our school also values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cocurricular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learning experiences.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cocurricular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outside,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outside,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outside,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897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897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55415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5415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455415" y="4572000"/>
            <a:ext cx="4515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/ks/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957933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57933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60451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60451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962969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62969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465487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65487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68006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68006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70524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70524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973042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73042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75560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75560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75560" y="4572000"/>
            <a:ext cx="4515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978078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78078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80596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80596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983114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83114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with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51828" y="45720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60520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0520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5858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5858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1196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1196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65350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65350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18730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730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87211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7211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872111" y="45720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52549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549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87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87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32252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2252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intercurricular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linked maths and art; meanwhile,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noncurricular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events like the school fair also kept students busy, making it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transcurricular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 of learning.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intercurricular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noncurricular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transcurricular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between, among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between, among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between, among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596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596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97015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7015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41435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1435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85855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5855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30274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0274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74694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4694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9114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9114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63534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3534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7953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7953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307953" y="457200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852373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2373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96793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96793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941212" y="4169664"/>
            <a:ext cx="49377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41212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not,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not,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not,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09855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703799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03799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29774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9774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916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916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across,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across,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transcurricular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across,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897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897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55415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5415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57933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7933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60451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60451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62969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62969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65487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65487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68006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68006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70524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70524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73042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73042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75560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5560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75560" y="4572000"/>
            <a:ext cx="4515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978078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78078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480596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80596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83114" y="4169664"/>
            <a:ext cx="451573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83114" y="4169664"/>
            <a:ext cx="451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'curricular' = relating to a course of study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'curricular'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curricular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cocurricular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intercurricular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intracurricular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noncurricular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transcurricular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extracurricularly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'curricular' — 3-Day Teaching Deck</dc:title>
  <dc:subject>PptxGenJS Presentation</dc:subject>
  <dc:creator>Word Labs</dc:creator>
  <cp:lastModifiedBy>Word Labs</cp:lastModifiedBy>
  <cp:revision>1</cp:revision>
  <dcterms:created xsi:type="dcterms:W3CDTF">2026-07-03T09:20:12Z</dcterms:created>
  <dcterms:modified xsi:type="dcterms:W3CDTF">2026-07-03T09:20:12Z</dcterms:modified>
</cp:coreProperties>
</file>