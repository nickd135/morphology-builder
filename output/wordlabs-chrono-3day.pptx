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'chrono-'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'chrono-' —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'chrono-' means 'time'.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prefix 'chrono-'.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'chrono-'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'chrono-'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The prefix 'chrono-' means 'time'.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'chronology', the root is the part after the prefix 'chrono-'.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'-ed' changes a verb to past tense.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'chronology' means 'the order in which events happened, or a record of events arranged in that order'.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'chronology' means 'a device used to tell the temperature outside'.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'chrono' means 'time'.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'chrono-'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'chrono-'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'chrono-'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08760" y="3264408"/>
            <a:ext cx="1389888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508760" y="32644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chrono-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926080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273552" y="32644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73552" y="32644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90872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38344" y="32644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38344" y="32644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34456" y="3264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345936" y="32644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3264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in which events happened, or a record of events arranged in that order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'chrono-'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'chrono-'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asked us to create a chronology of the key events leading up to the war.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ship's captain relied on a chronometer to work out the vessel's exact position.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historians compared several chronologies to work out exactly when the battle took place.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ship's captain relied on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chronometer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work out the vessel's exact position. The historians compared several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work out exactly when the battle took place.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chronometer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chronometer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sailing ships carried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chronometers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help navigators calculate longitude. The museum displayed the artefacts in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order, from oldest to newest. The photos were arranged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starting with the earliest holiday.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chronometers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chronometers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chronometers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chronometers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chronometers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3158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3158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19764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19764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886369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86369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352974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52974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819579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19579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286185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86185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2790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2790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219395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19395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686000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86000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52606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52606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619211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19211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085816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85816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552421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52421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019027" y="4169664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19027" y="4169664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'chrono-'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'chrono-'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'chrono-'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'chrono-' — 3-Day Teaching Deck</dc:title>
  <dc:subject>PptxGenJS Presentation</dc:subject>
  <dc:creator>Word Labs</dc:creator>
  <cp:lastModifiedBy>Word Labs</cp:lastModifiedBy>
  <cp:revision>1</cp:revision>
  <dcterms:created xsi:type="dcterms:W3CDTF">2026-07-07T10:36:52Z</dcterms:created>
  <dcterms:modified xsi:type="dcterms:W3CDTF">2026-07-07T10:36:52Z</dcterms:modified>
</cp:coreProperties>
</file>