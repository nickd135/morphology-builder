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'chrono'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'chrono' —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'chrono' means 'time'.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'chrono'.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'chrono'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'chrono'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'chrono' means 'time'.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'chrono'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'chrono'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Chronological order means arranging events from earliest to latest.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chronometer is a device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'chrono' means movement or speed.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'chrono' comes from the Greek word for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chronicle is a written record of events in time order.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'chrono'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chronos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'chrono'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watch or device that can record and measure time intervals.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record of important events listed in the order they happened.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placed in the wrong time period, like a knight using a mobile phone.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two or more things happen at exactly the same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arrangement of events in the order they happened in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precise clock or instrument used to measure time accurately.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from the earliest to the latest in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'chrono'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'chrono'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teacher asked us to put the events of World War II in chronological order.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on the ship used a chronometer to navigate accurately across the ocean.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library has a chronicle of every sporting event that has happened since the school opened.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track time,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notes helped the team retrace their journey.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author described how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synchronised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bells rang at dawn; this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anachronism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puzzled every reader.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 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nism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'chrono' =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'chrono'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chronicle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anachronism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chronograph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synchronous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'chrono' — 3-Day Teaching Deck</dc:title>
  <dc:subject>PptxGenJS Presentation</dc:subject>
  <dc:creator>Word Labs</dc:creator>
  <cp:lastModifiedBy>Word Labs</cp:lastModifiedBy>
  <cp:revision>1</cp:revision>
  <dcterms:created xsi:type="dcterms:W3CDTF">2026-04-10T00:35:33Z</dcterms:created>
  <dcterms:modified xsi:type="dcterms:W3CDTF">2026-04-10T00:35:33Z</dcterms:modified>
</cp:coreProperties>
</file>