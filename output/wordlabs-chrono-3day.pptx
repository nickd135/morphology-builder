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'chrono'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"time, relating to 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'chrono' — time, relating to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'chrono' means 'time, relating to 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'chrono'.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'chrono'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'chrono'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'chrono' means 'time, relating to 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'chrono'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'chrono'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'chrono' comes from Greek and means 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chronometer is a device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Chronological order means arranging events from first to last.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chronicle is a written record of events in the order they happened.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'syn' in synchronise means opposite or against.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'chrono'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time, relating to 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'chrono'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watch or device that can measure and record time very accurately.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of events listed in the order they happened.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belongs to a different time period and seems out of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two or more things happen at exactly the same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arrangement of events in the order they happened in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accurate clock or instrument used to measure time precisely.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things happened, from first to last.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'chrono'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'chrono'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teacher asked us to put the events in chronological order, starting with the earliest.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ship's captain used a chronometer to keep accurate time while sailing across the ocean.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a fascinating chronicle about life in ancient Egypt, written thousands of years ago.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 to write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reason,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reason,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reason,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project, we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time events, then recorded them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time, relating to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'chrono' — 3-Day Teaching Deck</dc:title>
  <dc:subject>PptxGenJS Presentation</dc:subject>
  <dc:creator>Word Labs</dc:creator>
  <cp:lastModifiedBy>Word Labs</cp:lastModifiedBy>
  <cp:revision>1</cp:revision>
  <dcterms:created xsi:type="dcterms:W3CDTF">2026-03-25T04:00:25Z</dcterms:created>
  <dcterms:modified xsi:type="dcterms:W3CDTF">2026-03-25T04:00:25Z</dcterms:modified>
</cp:coreProperties>
</file>