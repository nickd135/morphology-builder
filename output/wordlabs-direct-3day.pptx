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'direct'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"guide; control"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'direct' — guide; control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'direct' means 'guide; control'.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'direct'.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'direct'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'direct'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'direct' means 'guide; control'.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'direct'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'direct'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'direct' means 'to draw a picture'.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'direct' means 'to guide or show someone the way, or exactly straight without stopping'.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'directs' means 'guides or instructs someone; points the way'.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'direct' means 'guide; control'.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'directs' means 'cooks a meal'.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'direct'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guide; control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redirect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'direct'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2706624" y="46360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2706624" y="46360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427024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461772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461772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513832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5925312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925312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manages or leads a business, film, or organisation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something or someone in a different direction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show someone the way, or exactly straight without stopping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going straight to the point or destination; roundabout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or instructed someone, in the past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straight line or without delay; exactly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redirect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or instructs someone; points the way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'direct'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'direct'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direct me to the train station, please?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directs the students to line up quietly.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police officer directed the traffic around the accident.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lost tourist kept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misdirecting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other visitors around the museum. The manager issued a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directive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office hours.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misdirecting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misdirecting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misdirecting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guide; control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misdirecting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guide; control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misdirecting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guide; control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guide;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guide;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guide;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directives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were sent to every department in the company.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directorate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approved the new company policy. The computer stores files in different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directories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hard drive.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directives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directories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guide;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guide;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guide;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guide;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guide;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guide;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guide;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guide;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guide;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'direct' = guide; control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'direct'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redirect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'direct' — 3-Day Teaching Deck</dc:title>
  <dc:subject>PptxGenJS Presentation</dc:subject>
  <dc:creator>Word Labs</dc:creator>
  <cp:lastModifiedBy>Word Labs</cp:lastModifiedBy>
  <cp:revision>1</cp:revision>
  <dcterms:created xsi:type="dcterms:W3CDTF">2026-07-07T10:22:33Z</dcterms:created>
  <dcterms:modified xsi:type="dcterms:W3CDTF">2026-07-07T10:22:33Z</dcterms:modified>
</cp:coreProperties>
</file>