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9 word families with 'direct' suit Years 3–7, so Day 3 has 1 dictation word instead of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'director' really means 'a person who manages or leads a business, film, or organisation'.
'indirect' really means 'not going straight to the point or destination; roundabout'.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bridge was closed, so we could not drive directly to the beach. A worker helped redirect the traffic.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We looked up the vet's phone number in the local directory.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'direct'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"guide; control"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9 word families with 'direct' suit Years 3–7, so Day 3 has 1 dictation word instead of 3.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'direct' — guide; control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'direct'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'direct' = guide; control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'direct' means 'guide; control'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'direct'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'direct'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'direct'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'direct'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'direct' = guide; control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'direct' means 'guide; control'. You can find it in 'director'.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'indirect', 'in-' means 'not'.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'director', '-or' means 'person who'.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'direct'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'direct' = guide; control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'direct' means 'guide; control'.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'direction' means 'the way something moves or points; guidance on how to do something'.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'director' means 'not going straight to the point or destination; roundabout'.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'misdirected' means 'sent to the wrong place or aimed at the wrong target'.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'indirect' means 'a person who manages or leads a business, film, or organisation'.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'direct'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'direct' = guide; control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'direct' means 'guide; control'.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'direction' means 'the way something moves or points; guidance on how to do something'.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'director' means 'not going straight to the point or destination; roundabout'.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'misdirected' means 'sent to the wrong place or aimed at the wrong target'.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'indirect' means 'a person who manages or leads a business, film, or organisation'.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'direct'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'direct'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'direct' = guide; control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'direct'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guide; control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director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indirect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misdirected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'direct'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'direct'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'direct' = guide; control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897880" y="3236976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9788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-ory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463040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1463040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mis-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236829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2660904" y="3776472"/>
            <a:ext cx="114300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2660904" y="3776472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3840480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4133088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4133088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4946904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5358384" y="3776472"/>
            <a:ext cx="2167128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58384" y="3776472"/>
            <a:ext cx="2167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misdirected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'direct'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'direct'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'direct' = guide; control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sent to the wrong place or aimed at the wrong target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director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guide or show someone the way, or exactly straight without stopping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indirect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person who manages or leads a business, film, or organisation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not going straight to the point or destination; roundabout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misdirected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the way something moves or points; guidance on how to do something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'direct'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'direct'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'direct' = guide; control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guide or show someone the way, or exactly straight without stopping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director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person who manages or leads a business, film, or organisation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indirect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not going straight to the point or destination; roundabout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the way something moves or points; guidance on how to do something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misdirected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sent to the wrong place or aimed at the wrong target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'direct'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'direct'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'direct' = guide; control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'direct'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direct me to the train station, please?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director shouted 'action!' to begin filming the scene.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took an indirect route through the back streets to avoid traffic.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'direct'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'direct' = guide; control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'direct'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'direct' = guide; control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bridge was closed, so we could not drive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directly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the beach. A worker helped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redirect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traffic.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redirect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directly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'direct'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'direct' = guide; control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redirect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'direct'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'direct' = guide; control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redirect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again; back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guide; control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'direct'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'direct' = guide; control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redirect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again; back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guide; control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'direct'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'direct' = guide; control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redirect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again; back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guide; control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'direct'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'direct' = guide; control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'direct'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'direct' = guide; control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guide; control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'direct'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'direct' = guide; control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guide; control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'direct'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'direct' = guide; control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guide; control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'direct'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'direct' = guide; control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'direct'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'direct' = guide; control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looked up the vet's phone number in the local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directory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directory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'direct'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'direct' = guide; control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directory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'direct'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'direct' = guide; control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directory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guide; control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place of; characterised by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'direct'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'direct' = guide; control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directory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guide; control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place of; characterised by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'direct'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'direct' = guide; control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directory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guide; control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place of; characterised by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3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3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677363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77363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403397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03397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1294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294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55464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55464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5814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814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307531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07531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033565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33565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7595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7595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'direct'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'direct' = guide; control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'direct'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'direct' = guide; control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2240280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788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897880" y="2569464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9788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897880" y="2898648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9788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-ory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65760" y="3319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65760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indirectly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542032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42032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redirect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718304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18304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directly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894576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94576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directory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'direct' — Teaching Deck</dc:title>
  <dc:subject>PptxGenJS Presentation</dc:subject>
  <dc:creator>Word Labs</dc:creator>
  <cp:lastModifiedBy>Word Labs</cp:lastModifiedBy>
  <cp:revision>1</cp:revision>
  <dcterms:created xsi:type="dcterms:W3CDTF">2026-10-22T10:14:31Z</dcterms:created>
  <dcterms:modified xsi:type="dcterms:W3CDTF">2026-10-22T10:14:31Z</dcterms:modified>
</cp:coreProperties>
</file>