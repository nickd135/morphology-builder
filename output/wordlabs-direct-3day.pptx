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"straight, guide, manage"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directus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'direct' — straight, guide, manage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'direct' means 'straight, guide, manage'.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'direct' means 'straight, guide, manage'.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'direct' comes from Latin and means to guide or go straight.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'indirect' means to go in the most direct and straight path possible.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'director' is a person who guides and manages others.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're-' to 'direct' makes the word 'redirect', meaning to send in a new direction.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'directly' changes the word to mean a person who directs.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straight, guide, manage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directus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going the straight way; taking a longer path or not saying something clearly.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the wrong way or give them the wrong instructions.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someone or something towards a place or goal, or to do something in a straight, clear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guide something in a new or different direction.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a film, a company, or a group of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straight to a place or person without stopping or turning.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or way something is heading, or instructions that tell you how to get somewhere.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director gave the actors clear instructions before they began filming the scene.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walked directly to the library without stopping at the playground.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had to redirect the students when they started talking about something off topic.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audience at the end of the show.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redirect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team's efforts,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indirect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 is causing delays.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go straight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straight, guide, manage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'direct' — 3-Day Teaching Deck</dc:title>
  <dc:subject>PptxGenJS Presentation</dc:subject>
  <dc:creator>Word Labs</dc:creator>
  <cp:lastModifiedBy>Word Labs</cp:lastModifiedBy>
  <cp:revision>1</cp:revision>
  <dcterms:created xsi:type="dcterms:W3CDTF">2026-03-25T03:09:22Z</dcterms:created>
  <dcterms:modified xsi:type="dcterms:W3CDTF">2026-03-25T03:09:22Z</dcterms:modified>
</cp:coreProperties>
</file>