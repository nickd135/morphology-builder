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"straight, guide, lead"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directus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'direct' — straight, guide, lead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'direct' means 'straight, guide, lead'.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'direct' means 'straight, guide, lead'.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in 'redirect' means against or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director is a person who leads and guides others in their work.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'-ly' can be added to 'direct' to make the word 'directly'.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'indirect' means going straight to something without any detours.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'direct' comes from Latin and means to guide or lead straight.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straight, guide, lead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directus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going straight to something; taking a longer or roundabout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the wrong way or give them the wrong instructions.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someone straight to a place or to tell someone exactly what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or someone in a new or different direction.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and leads others, like the director of a film or a school.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straight to a place or doing something right away without stopping.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 need to go or the instructions that tell you how to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give me directions to the library from the front office?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director of the school play helped everyone know where to stand on stage.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redirect our path when we found the gate was locked.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that everyone knew exactly where to go.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redirect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lost traveller, because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misdirected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 had sent him completely the wrong way, and he ended up going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indirectly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the whole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'direct' — 3-Day Teaching Deck</dc:title>
  <dc:subject>PptxGenJS Presentation</dc:subject>
  <dc:creator>Word Labs</dc:creator>
  <cp:lastModifiedBy>Word Labs</cp:lastModifiedBy>
  <cp:revision>1</cp:revision>
  <dcterms:created xsi:type="dcterms:W3CDTF">2026-04-09T21:56:52Z</dcterms:created>
  <dcterms:modified xsi:type="dcterms:W3CDTF">2026-04-09T21:56:52Z</dcterms:modified>
</cp:coreProperties>
</file>