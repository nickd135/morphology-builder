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're-'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"again, back"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re-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're-' — again, back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're-' means 'again, back'.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prefix 're-'.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base words and other morphemes to build and decode 're-'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're-'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The prefix 're-' means 'again, back'.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In 'rebuild', the root is the part after the prefix 're-'.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'-ed' changes a verb to past tense.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're-' means to do something again or go back.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prefix 're-' comes from a Greek word.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word 'rebuild' uses the prefix 're-' to mean build again.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Adding 're-' to a word always changes its base meaning completely.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prefix 're-' can be added to words like 'play', 'write', and 'connect'.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're-'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again, back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re-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reconnect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recycle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're-'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35915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06624" y="41788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706624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831336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178808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178808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074920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486400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0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 or think about something carefully again.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join or link things back together again.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play something again, like watching a goal in a match a second time.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reconnect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process used materials so they can be used again.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something again after it has been damaged or destroyed.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 back to a place or give something back to someone.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recycle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something again, usually to make it better.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're-'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storm, the community worked together to rebuild the old fence.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teacher asked us to rewrite our stories and check for mistakes.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pressed the button to replay her favourite part of the video.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students had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reconnect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wires before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restarting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experiment.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join or link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join or link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join or link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 or ongoing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 or ongoing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 or ongoing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reviewing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plan, Sofia decided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redesign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poster and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reprint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in colour.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redesign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reprint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 or ongoing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 or ongoing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 or ongoing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ew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redesign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redesign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plan or create the look of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redesign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plan or create the look of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redesign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plan or create the look of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igh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produce text or images on paper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produce text or images on paper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produce text or images on paper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're-'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again,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're-'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reconnect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recycle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remind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're-' — 3-Day Teaching Deck</dc:title>
  <dc:subject>PptxGenJS Presentation</dc:subject>
  <dc:creator>Word Labs</dc:creator>
  <cp:lastModifiedBy>Word Labs</cp:lastModifiedBy>
  <cp:revision>1</cp:revision>
  <dcterms:created xsi:type="dcterms:W3CDTF">2026-03-25T00:36:47Z</dcterms:created>
  <dcterms:modified xsi:type="dcterms:W3CDTF">2026-03-25T00:36:47Z</dcterms:modified>
</cp:coreProperties>
</file>