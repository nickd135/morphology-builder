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're-'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"again, back"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re-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're-' — again, back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're-' means 'again, back'.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're-'.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're-'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're-' means 'again, back'.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'rebuild', the root is the part after the prefix 're-'.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're-' can mean 'again', as in 'rewrite' meaning to write again.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're-' comes from Greek.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're-' to a word often means the action is done a second time.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'rebuild' uses the prefix 're-' to mean build again.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're-' means 'before'.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're-'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again, back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re-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remind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're-'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7492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8640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something carefully again, often to give an opinion about it.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or link together again after being separated.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play something again, like a game or a video clip.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help someone remember something they might have forgotten.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something again after it has been damaged or knocked down.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process used materials so they can be used again.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remind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something again, usually to make it better.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storm, the community worked together to rebuild the old fence.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asked us to rewrite our stories and check our punctuation.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watched a replay of the goal because it was so exciting.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decided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rewrite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story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reconnect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her characters.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words on a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words on a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words on a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/n/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worked hard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rebuild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model,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recycle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leftover materials,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their results.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 or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 or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 or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or wheel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the vowel long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or wheel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the vowel long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or wheel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the vowel long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/ī/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/l/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or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or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or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iew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03173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/yoo/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're-'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're-'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remind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're-' — 3-Day Teaching Deck</dc:title>
  <dc:subject>PptxGenJS Presentation</dc:subject>
  <dc:creator>Word Labs</dc:creator>
  <cp:lastModifiedBy>Word Labs</cp:lastModifiedBy>
  <cp:revision>1</cp:revision>
  <dcterms:created xsi:type="dcterms:W3CDTF">2026-03-25T02:20:04Z</dcterms:created>
  <dcterms:modified xsi:type="dcterms:W3CDTF">2026-03-25T02:20:04Z</dcterms:modified>
</cp:coreProperties>
</file>