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're-'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"again, back"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re-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're-' — again, back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're-' means 'again, back'.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're-'.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're-'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're-' means 'again, back'.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'rebuild', the root is the part after the prefix 're-'.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're-' means to do something again or to go back.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'red' contains the prefix 're-' meaning again.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're-' to the word 'build' makes the word 'rebuild', meaning to build again.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're-' comes from Latin.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're-' means before or in front of.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're-'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again, back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re-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reuse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remind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're-'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7492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8640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think about something carefully again.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or link things together again after they have been separated.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play something again, like watching a goal happen a second time.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someone remember something they might have forgotten.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something again after it has been damaged or knocked down.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reuse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something again instead of throwing it away.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remind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something again, usually to make it better.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storm, the council decided to rebuild the playground so the children could use it again.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Jake to rewrite his story because some of the sentences were unclear.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watched the replay of the match to see exactly how the winning goal was scored.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reconnect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cables before she could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recharge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tablet.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recharge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or link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or link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27355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27355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or link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27355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27355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recharge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recharge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fill with power or energy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recharge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fill with power or energy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2735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charge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recharge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fill with power or energy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2735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charge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decided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reorganise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project,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rewrite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introduction,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rebuild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model.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in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do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in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do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27355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27355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27355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27355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27355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27355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27355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27355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27355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27355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27355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in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do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27355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27355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27355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27355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27355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27355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27355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27355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27355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27355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27355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words on paper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words on paper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2735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words on paper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2735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 or make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 or make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2735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 or make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2735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're-'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're-'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reuse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remind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're-' — 3-Day Teaching Deck</dc:title>
  <dc:subject>PptxGenJS Presentation</dc:subject>
  <dc:creator>Word Labs</dc:creator>
  <cp:lastModifiedBy>Word Labs</cp:lastModifiedBy>
  <cp:revision>1</cp:revision>
  <dcterms:created xsi:type="dcterms:W3CDTF">2026-03-24T22:12:01Z</dcterms:created>
  <dcterms:modified xsi:type="dcterms:W3CDTF">2026-03-24T22:12:01Z</dcterms:modified>
</cp:coreProperties>
</file>