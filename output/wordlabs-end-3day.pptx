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'end' has very few longer words built from it, so this deck practises adding the suffixes -ed, -ing, -less and -s to the base (Years 3–4). Only 5 words with 'end'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school holidays start when the term ends next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finish; the final part"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'end' has very few longer words built from it, so this deck practises adding the suffixes -ed, -ing, -less and -s to the base (Years 3–4). Only 5 words with 'end'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'end' — to finish; the final part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-ing, -less and -s to the base 'end'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'end'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'end' means 'to finish; the final part'. You can find it in 'ended'.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'endless', '-less' means 'without'.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'ending', '-ing' means 'the act of; something done or made'.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'ended',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'ending',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'ends',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'ended',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'ending',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'ends',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finish; the final part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52374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52374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749040" y="3374136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3741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no end; going on and 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last part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finished or came to a close (past tense)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last part of a story or event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last part of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finished or came to a close (past tense)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last part of a story or event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having no end; going on and 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stayed until the end of the film.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ended in a draw.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had a surprising ending.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holidays start when the term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ends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next Friday.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finish; the final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finish; the final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finish; the final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'end' = to finish; the final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'end'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