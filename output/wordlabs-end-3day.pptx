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finish; the final part"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'end' — to finish; the final part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'end' means 'to finish; the final part'.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'end' means 'to finish; the final part'.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'end' means 'the very beginning of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'end' means 'the last part of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'ends' means 'finishes or comes to a stop'.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'ends' means 'begins something new'.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'end' means 'to finish; the final part'.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finish; the final part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98094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298094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8770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2885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885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or came to a close (past tense)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part of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finishes or comes to a stop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stayed until the end of the film.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ends with a surprising twist.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match ended in a draw.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had a surprising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desert seemed to stretch on in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expanse of sand.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freezing temperatures on their journey.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enduring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friendship lasted over fifty years. Running a marathon takes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endurance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u_e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finish; the final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finish; the final part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'end'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