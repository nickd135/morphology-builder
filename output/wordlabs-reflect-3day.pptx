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4 word families with 'reflect'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'reflect' really means 'think back; show'.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Cyclists should wear reflective vests when they ride at 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'reflect'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"think back; show"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4 word families with 'reflect'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'reflect' — think back; show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'reflect' = think back; show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'reflect' means 'think back; show'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'reflect'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'reflect'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'reflect'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'reflect' = think back; show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'reflect' means 'think back; show'. You can find it in 'reflector'.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'reflector', '-or' means 'thing that'.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'reflection', '-ion' means 'act or result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'reflect' = think back; show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'reflect' means 'think back; show'.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'reflection' means 'an image thrown back by a shiny surface, or careful thought about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'reflector' means 'an object or surface that throws back light'.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'reflect'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'reflect' = think back; show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'reflect' means 'think back; show'.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'reflection' means 'an image thrown back by a shiny surface, or careful thought about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'reflector' means 'an object or surface that throws back light'.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'reflect'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'reflect'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'reflect' = think back; show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'reflect'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back; show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'reflect'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'reflect' = think back; show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463040" y="2971800"/>
            <a:ext cx="12801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463040" y="29718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77977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072384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072384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88620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297680" y="2971800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0" y="2971800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reflector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'reflect'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'reflect' = think back; show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an image thrown back by a shiny surface, or careful thought about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throw back light, heat or an image, or to think carefully about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an object or surface that throws back light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'reflect'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'reflect' = think back; show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throw back light, heat or an image, or to think carefully about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an object or surface that throws back light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an image thrown back by a shiny surface, or careful thought about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'reflect'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'reflect' = think back; show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'reflect'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calm lake seemed to reflect every star in the sky.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bicycle had a red reflector fixed to the back wheel.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could see her reflection in the shop window.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'reflect' = think back; show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'reflect' = think back; show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Cyclists should wear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reflective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vests when they ride at night.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'reflect' = think back; show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'reflect' = think back; show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back; show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'reflect' = think back; show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back; show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'reflect' = think back; show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back; show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'reflect' = think back; show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'reflect' = think back; show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reflective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'reflect'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