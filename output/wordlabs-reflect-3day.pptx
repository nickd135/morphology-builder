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'reflect'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"bend or throw back"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reflectere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'reflect' — bend or throw back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'reflect' means 'bend or throw back'.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'reflect'.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'reflect'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'reflect'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'reflect' means 'bend or throw back'.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'reflect'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'reflect'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'reflection' means to look forward to something in the future.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'reflective' contains the root 'reflect'.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'reflect' comes from Ancient Greek.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reflector on a bicycle bounces light back so drivers can see it.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Self-reflection means thinking carefully about your own actions and feelings.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'reflect'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bend or throw back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reflectere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'reflect'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throwing back light, or thinking carefully about something right now.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or object that bounces light back, like the red part on a bicycle.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bounce back light, or describing someone who thinks deeply.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image seen in a mirror or water, or several thoughts about a topic.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light, or to think carefully about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light was already bounced back, or when someone already thought about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you see in a mirror, or a thought about something that happened.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'reflect'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'reflect'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still water in the lake created a perfect reflection of the mountains behind us.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argument, Maya took time to reflect on how her words might have hurt her friend.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reflective strips on his school bag helped drivers see him clearly in the dark.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jacket helped the cyclist stay safe,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car lights made it shine brightly.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her bike glowed in the dark; after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her route, she chose the safer path.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self-reflection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'reflect' — 3-Day Teaching Deck</dc:title>
  <dc:subject>PptxGenJS Presentation</dc:subject>
  <dc:creator>Word Labs</dc:creator>
  <cp:lastModifiedBy>Word Labs</cp:lastModifiedBy>
  <cp:revision>1</cp:revision>
  <dcterms:created xsi:type="dcterms:W3CDTF">2026-04-09T22:09:51Z</dcterms:created>
  <dcterms:modified xsi:type="dcterms:W3CDTF">2026-04-09T22:09:51Z</dcterms:modified>
</cp:coreProperties>
</file>