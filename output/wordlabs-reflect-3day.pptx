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back; show"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'reflect' — think back; show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'reflect' means 'think back; show'.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'reflect' means 'think back; show'.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'reflect' means 'think back; show'.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'reflect' means 'to run very fast'.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'reflects' means 'throws back light or an image, or thinks carefully'.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'reflects' means 'cooks food in an oven'.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'reflect' means 'to throw back light, heat or an image, or to think carefully about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back; show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throwing back light or an image, or thinking carefully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or surface that throws back light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threw back light or an image, or thought carefully about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throws back light or an image, or thinks carefully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light, heat or an image, or to think carefully about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or surfaces that throw back light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calm lake seemed to reflect every star in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reflects the sunset beautifully every evening.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mountain was reflected perfectly in the still water.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see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shop window. The students wrote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school camp in their journals.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Cyclists wear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vests so drivers can see them at night. 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mistakes she had made.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attitude meant he never learned from his mistakes.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back;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think back;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'reflect'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