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'reflect'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"bend or throw back"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reflectere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'reflect' — bend or throw back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bend or throw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'reflect' means 'bend or throw back'.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'reflect'.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'reflect'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'reflect'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bend or throw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'reflect' means 'bend or throw back'.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'reflect'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'reflect'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bend or throw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'reflect' comes from Latin and means to bend or throw back.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 reflector absorbs all light that hits it.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'reflection' contains the root 'reflect' plus the suffix '-ion'.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Self-reflection means thinking carefully about your own actions and feelings.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'-ive' in 'reflective' means 'without'.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'reflect'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bend or throw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bend or throw back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reflectere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reflective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reflector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reflected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self-reflection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'reflect'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bend or throw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4165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64024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64024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78815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19963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9963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bend or throw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light or an image has been bounced back from a surface.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object or surface that bounces light back, like the red disc on the back of a bike.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reflective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bounces back light, or describing a person who thinks deeply.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reflector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thinking carefully about your own thoughts, feelings and actions.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throw back light or sound, or to think carefully about something.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reflecting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bouncing back light, or in the process of thinking carefully.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self-reflection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image you see in a mirror, or a careful thought about something.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'reflect'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bend or throw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'reflect'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still water in the lake created a perfect reflection of the mountains behind us.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argument, Sam took some time to reflect on how his words might have hurt his friend.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cyclists wore reflective vests so that car drivers could see them easily in the dark.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bend or throw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bend or throw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reflection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 puddle was clear and still, showing how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reflective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water's surface had become.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reflective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bend or throw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bend or throw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 or throw back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bend or throw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 or throw back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bend or throw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 or throw back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76779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/shun/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bend or throw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bend or throw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 or throw back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bend or throw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 or throw back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bend or throw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 or throw back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581498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bend or throw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bend or throw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self-reflection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Mia realised that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reflecting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her mistakes had made her a more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reflective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thoughtful student.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self-reflection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reflective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bend or throw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self-reflection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bend or throw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self-reflection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oneself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 or throw back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bend or throw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self-reflection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oneself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 or throw back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bend or throw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self-reflection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oneself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 or throw back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897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897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455415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55415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2957933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957933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460451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460451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3962969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962969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465487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465487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4968006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968006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470524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470524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5973042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973042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475560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475560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6978078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978078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6978078" y="4572000"/>
            <a:ext cx="45157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7480596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480596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7983114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983114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900" dirty="0"/>
          </a:p>
        </p:txBody>
      </p:sp>
      <p:sp>
        <p:nvSpPr>
          <p:cNvPr id="72" name="Text 70"/>
          <p:cNvSpPr/>
          <p:nvPr/>
        </p:nvSpPr>
        <p:spPr>
          <a:xfrm>
            <a:off x="7983114" y="4572000"/>
            <a:ext cx="45157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/shun/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bend or throw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bend or throw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 or throw back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bend or throw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 or throw back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bend or throw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 or throw back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581498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bend or throw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bend or throw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 or throw back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bend or throw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 or throw back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bend or throw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 or throw back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581498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bend or throw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'reflect' = bend or throw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'reflect'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reflection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reflective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reflector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reflected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reflecting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self-reflection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unreflective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'reflect' — 3-Day Teaching Deck</dc:title>
  <dc:subject>PptxGenJS Presentation</dc:subject>
  <dc:creator>Word Labs</dc:creator>
  <cp:lastModifiedBy>Word Labs</cp:lastModifiedBy>
  <cp:revision>1</cp:revision>
  <dcterms:created xsi:type="dcterms:W3CDTF">2026-03-25T03:21:47Z</dcterms:created>
  <dcterms:modified xsi:type="dcterms:W3CDTF">2026-03-25T03:21:47Z</dcterms:modified>
</cp:coreProperties>
</file>