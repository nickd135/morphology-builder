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"cut, divide, section"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'sect' — cut, divide, section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'sect' means 'cut, divide, section'.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'sect' means 'cut, divide, section'.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'sect' can be found in the word 'intersect'.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 bisect a line means to cut it into two equal parts.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'sect' means to join or connect things together.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'sect' comes from a Latin word meaning to cut or divide.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'insect' has nothing to do with the root 'sect'.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cut, divide, section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or strip used by scientists to study plants and animals across an area.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part or division of something, like a city or economy.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carefully cut something open to examine its parts.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creature with six legs and a body divided into three parts.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cut or divide something into exactly two equal halves.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or piece that has been cut or divided from a whole.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lines or roads cross over each other.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teacher asked us to bisect the angle carefully using a ruler and compass.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roads intersect, drivers must look both ways before continuing.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each section of the rock sample under the microscope.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shape, or will you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those two lines first?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dissection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scientist recorded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carefully, then studied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body parts.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'sect'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