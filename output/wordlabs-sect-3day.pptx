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"cut, divide, section"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'sect' — cut, divide, section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'sect' means 'cut, divide, section'.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'sect' means 'cut, divide, section'.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'sect' comes from Latin and means to cut or divide.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'bisect' means to cut something into three equal parts.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insect has a body that is divided into three sections.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'intersect' contains the root 'sect' meaning cut or divide.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'sect' comes from the Greek word for circle.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cut, divide, section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carefully cutting something apart to examine it, often done in science class.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distinct part or division of something, like a section of a pie chart or a part of a city.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or piece that has been cut or divided from a whole.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creature with six legs and a body divided into three sections, like an ant or butterfly.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lines or roads cross each other at a point.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cut or divide something into two equal parts.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carefully cut something apart to study it closely, like a scientist examining a frog.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maths today, we will bisect this angle to create two equal parts.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teacher asked us to carefully dissect the flower to see all its parts.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turn left at the intersection where the two main roads cross.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shape, then label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clearly?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leaf, you can identify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the veins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intersect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+ sect → dissect, doubled 's' at join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+ sect → dissect, doubled 's' at join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consonant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+ sect → dissect, doubled 's' at join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cut, divide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'sect' = cut, divide,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bisect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dissection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intersection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'sect' — 3-Day Teaching Deck</dc:title>
  <dc:subject>PptxGenJS Presentation</dc:subject>
  <dc:creator>Word Labs</dc:creator>
  <cp:lastModifiedBy>Word Labs</cp:lastModifiedBy>
  <cp:revision>1</cp:revision>
  <dcterms:created xsi:type="dcterms:W3CDTF">2026-03-25T03:52:04Z</dcterms:created>
  <dcterms:modified xsi:type="dcterms:W3CDTF">2026-03-25T03:52:04Z</dcterms:modified>
</cp:coreProperties>
</file>