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"cut"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'sect' — cut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'sect' means 'cut'.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'sect' means 'cut'.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'insect' means 'a small creature with six legs, often with wings and a hard outer body'.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'sect' means 'a sharp cutting tool used by builders'.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'sect' means 'a smaller group within a larger religion or belief system, with its own beliefs'.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'sect' means 'cut'.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'insect' means 'a large mammal that lives in the ocean'.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508760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508760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35915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06624" y="32644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2706624" y="32644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977640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325112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325112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221224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5632704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32704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creature with six legs, often with wings and a hard outer body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smaller group within a larger religion or belief system, with its own beliefs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 sect followed different customs from the main religion.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ladybird is a type of insect.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manufacturing sector employs thousands of workers.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manufacturing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employs thousands of workers. In science, we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flower to study its parts.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Bees and ants are both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insects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Different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sectors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economy grew at different rates. The line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the circle into two equal halves.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two; twice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two; twice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two; twice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'sect'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