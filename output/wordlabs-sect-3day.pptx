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'sect'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'bisect' really means 'to divide something into two equal parts'.
'insect' really means 'a small creature with six legs, often with wings and a hard outer body'.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two hiking trails intersect near the waterfall, so we will meet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'sect'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"cut"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'sect'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'sect' — cut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'sect'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'sect' means 'cut'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'sect'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'sect'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'sect'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'sect'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'sect' means 'cut'. You can find it in 'insect'.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'insect', 'in-' means 'in; into'.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'sectors', '-or' means 'thing that'.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'sect' = cut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'sect' means 'cut'.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'dissect' means 'to cut something apart carefully in order to examine it'.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'bisect' means 'a small creature with six legs, often with wings and a hard outer body'.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'sectors' means 'plural of sector; distinct areas or parts'.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'insect' means 'to divide something into two equal parts'.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'sect' = cut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'sect' means 'cut'.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'dissect' means 'to cut something apart carefully in order to examine it'.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'bisect' means 'a small creature with six legs, often with wings and a hard outer body'.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'sectors' means 'plural of sector; distinct areas or parts'.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'insect' means 'to divide something into two equal parts'.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'sect'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'sect'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dissect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sectors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bisect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'sect'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'sect' = cut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463040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463040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36829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66090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66090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42900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721608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721608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53542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4946904" y="3374136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46904" y="3374136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sectors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'sect' = cut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cut something apart carefully in order to examine 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dissect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small creature with six legs, often with wings and a hard outer body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sectors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divide something into two equal parts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bisect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plural of sector; distinct areas or parts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'sect' = cut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small creature with six legs, often with wings and a hard outer body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dissect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cut something apart carefully in order to examine 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sectors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plural of sector; distinct areas or parts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bisect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divide something into two equal parts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'sect'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'sect' = cut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'sect'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ladybird is a type of insect.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science, we will dissect a flower to study its parts.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sectors of the economy grew at different rates.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'sect'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'sect' = cut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hiking trails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intersect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near the waterfall, so we will meet there.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'sect'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'sect'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'sect'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'sect'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'sect' = cut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'sect' = cut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603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'sect'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