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'bi-'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'biannual' really means 'happening twice a year'.
'bifocals' really means 'glasses with two parts, one for seeing far and one for reading'.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Riding my bicycle up the hill works my legs, but carrying it up the stairs works my biceps.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During the biathlon on TV, Mia pointed out that every skier is a biped, because people move on two legs.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'bi-'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"two; twice"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'bi-'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'bi-' — two; twice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'bi-' means 'two; twice'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'bi-'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'bi-'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'bi-'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'bi-' means 'two; twice'. In 'bisect', it is added to 'sect'.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'bisect', the base is 'sect' (cut).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'bifocals', '-s' means 'more than one'.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'bi-' means 'two; twice'.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'bilingual' means 'able to speak two languages'.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'biannual' means 'to divide something into two equal parts'.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'biplane' means 'an aircraft with two sets of wings, one above the 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'bifocals' means 'happening twice a year'.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'bi-' means 'two; twice'.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'bilingual' means 'able to speak two languages'.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'biannual' means 'to divide something into two equal parts'.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'biplane' means 'an aircraft with two sets of wings, one above the 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'bifocals' means 'happening twice a year'.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'bi-'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two; twice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bifocals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8406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bifocals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happening twice a 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divide something into two equal parts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aircraft with two sets of wings, one above the 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glasses with two parts, one for seeing far and one for reading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bifocals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speak two languages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divide something into two equal parts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biplane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aircraft with two sets of wings, one above the 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speak two languages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happening twice a year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bifocals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glasses with two parts, one for seeing far and one for reading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'bi-'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straight line to bisect the circle into two equal halves.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vintage biplane looped through the sky at the airshow.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bilingual, she could easily switch between English and Spanish.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the hill works my legs, but carrying it up the stairs works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biceps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bicycle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biceps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bicycle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series; a wheeled vehicle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biathlon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TV, Mia pointed out that every skier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biped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people move on two legs.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biathlon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biathlon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biathlon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biathlon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biathlon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athlon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'bi-' = two; twice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'bi-'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