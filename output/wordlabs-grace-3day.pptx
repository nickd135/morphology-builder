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'grace'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"elegance, favour, goodwill"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gratia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'grace' — elegance, favour, goodwill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'grace' means 'elegance, favour, goodwill'.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'grace'.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'grace'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'grace'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'grace' means 'elegance, favour, goodwill'.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'grace'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'grace'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the prefix 'dis' to 'grace' creates a word that means shame or loss of respect.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'grace' originally came from the ancient Greek word 'logos'.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'grace' can be found in words like 'gracious' and 'disgrace'.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'graceful' means the same thing as 'graceless'.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'grace' comes from the Latin word 'gratia', meaning favour or elegance.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'grace'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elegance, favour, goodwill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gratia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'grace'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person has lost the respect of others because of bad behaviour.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or behaving in a clumsy or rude way, without any elegance.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does something very wrong or embarrassing that brings shame.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smooth, beautiful, and elegant 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very kind, polite, and pleasant to other people.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smooth, beautiful way of moving or behaving that is pleasing to watch.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a smooth and beautiful way, like a dancer or a swan.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'grace'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'grace'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ballet dancer moved with such grace that the whole audience was amazed.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disgraceful behaviour to leave the classroom without asking permission.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gracefully caught the ball and passed it to her teammate without missing a step.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graceful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skater bowed, but it would be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disgrace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leave without thanking the crowd.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beauty, favour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beauty, favour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beauty, favour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beauty, favour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beauty, favour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beauty, favour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graciously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toward others is admirable; behaving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gracelessly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however, is truly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disgraceful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beauty, favour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beauty, favour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beauty, favour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cious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ious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beauty, favour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beauty, favour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beauty, favour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lacking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beauty, favour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beauty, favour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elegance, beauty, favour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of, 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'grace' = elegance, favour, goodwill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'grace'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-ious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-fully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graceless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gracious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disgraced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ungraceful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'grace' — 3-Day Teaching Deck</dc:title>
  <dc:subject>PptxGenJS Presentation</dc:subject>
  <dc:creator>Word Labs</dc:creator>
  <cp:lastModifiedBy>Word Labs</cp:lastModifiedBy>
  <cp:revision>1</cp:revision>
  <dcterms:created xsi:type="dcterms:W3CDTF">2026-04-10T00:53:06Z</dcterms:created>
  <dcterms:modified xsi:type="dcterms:W3CDTF">2026-04-10T00:53:06Z</dcterms:modified>
</cp:coreProperties>
</file>