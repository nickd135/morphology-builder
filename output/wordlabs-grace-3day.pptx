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Only 8 word families with 'grace' suit Years 3–7, so Day 3 has 1 dictation word instead of 3. Day 2 has 1 dictation word instead of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'graceless' really means 'lacking elegance or smoothness in movement or manner'.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The pelican glided gracefully over the water and landed on a post.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The rubbish left on the beach after the long weekend was disgraceful.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Base: 'grace'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"beauty of movement; a prayer"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note: Only 8 word families with 'grace' suit Years 3–7, so Day 3 has 1 dictation word instead of 3. Day 2 has 1 dictation word instead of 2.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'grace' — beauty of movement; a prayer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'grace'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'grace' = beauty of movement; a prayer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base 'grace' means 'beauty of movement; a prayer' and how it helps us read and spell longer words.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base 'grace'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build and break down 'grace' words using prefixes and suffixes.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'grace'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'grace'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'grace' = beauty of movement; a prayer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is the main part of a word that carries its meaning. The base 'grace' means 'beauty of movement; a prayer'. You can find it in 'graceful'.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prefix is a word part added to the start of a word to change its meaning. In 'disgrace', 'dis-' means 'not; opposite; apart'.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'graceful', '-ful' means 'full of'.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'grace'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'grace' = beauty of movement; a prayer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'grace' means 'beauty of movement; a prayer'.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'gracious' means 'polite, kind and pleasant, especially towards other people'.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'graceless' means 'a loss of respect or honour caused by shameful behaviour'.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'disgrace' means 'a loss of respect or honour caused by shameful behaviour'.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'graceful' means 'moving in a smooth, elegant and controlled way'.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'grace'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'grace' = beauty of movement; a prayer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'grace' means 'beauty of movement; a prayer'.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'gracious' means 'polite, kind and pleasant, especially towards other people'.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'graceless' means 'a loss of respect or honour caused by shameful behaviour'.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'disgrace' means 'a loss of respect or honour caused by shameful behaviour'.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'graceful' means 'moving in a smooth, elegant and controlled way'.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'grace'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'grace'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'grace' = beauty of movement; a prayer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'grace'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beauty of movement; a prayer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base: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grace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graceful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disgrace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graceless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gracious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'grace'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'grace'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'grace' = beauty of movement; a prayer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1627632"/>
            <a:ext cx="193167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029968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432304"/>
            <a:ext cx="193167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2603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2603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526030" y="1627632"/>
            <a:ext cx="1931670" cy="36576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2603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grace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526030" y="2029968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26030" y="2432304"/>
            <a:ext cx="193167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8630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8630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686300" y="1627632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8630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-ful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686300" y="2029968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86300" y="2029968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-less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686300" y="2432304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86300" y="2432304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-ious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84657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4657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846570" y="1627632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4657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-ly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846570" y="2029968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846570" y="2432304"/>
            <a:ext cx="193167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2971800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1463040" y="2971800"/>
            <a:ext cx="100584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1463040" y="2971800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grace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2505456" y="2971800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2798064" y="2971800"/>
            <a:ext cx="86868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2798064" y="2971800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-ful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3749040" y="2971800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44" name="Shape 42"/>
          <p:cNvSpPr/>
          <p:nvPr/>
        </p:nvSpPr>
        <p:spPr>
          <a:xfrm>
            <a:off x="4160520" y="2971800"/>
            <a:ext cx="1700784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160520" y="2971800"/>
            <a:ext cx="17007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graceful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'grace'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'grace'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'grace' = beauty of movement; a prayer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grace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lacking elegance or smoothness in movement or manner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graceful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smooth, elegant beauty in the way someone moves or behaves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disgrace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polite, kind and pleasant, especially towards other people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graceless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moving in a smooth, elegant and controlled way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gracious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a loss of respect or honour caused by shameful behaviour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'grace'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'grace'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'grace' = beauty of movement; a prayer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grace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smooth, elegant beauty in the way someone moves or behaves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graceful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moving in a smooth, elegant and controlled way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disgrace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a loss of respect or honour caused by shameful behaviour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graceless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lacking elegance or smoothness in movement or manner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gracious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polite, kind and pleasant, especially towards other people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'grace'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'grace'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'grace' = beauty of movement; a prayer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'grace'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dancer moved with grace across the stage.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swan swam in a graceful curve across the lake.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Cheating in the exam brought disgrace upon the whole team.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'grace'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'grace' = beauty of movement; a prayer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'grace'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'grace' = beauty of movement; a prayer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pelican glided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gracefully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over the water and landed on a post.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29184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gracefully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1)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'grace'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'grace' = beauty of movement; a prayer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gracefully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'grace'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'grace' = beauty of movement; a prayer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gracefully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grace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beauty of movement; a prayer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way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'grace'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'grace' = beauty of movement; a prayer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gracefully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grace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beauty of movement; a prayer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way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grace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'grace'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'grace' = beauty of movement; a prayer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gracefully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grace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beauty of movement; a prayer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way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grace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0238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0238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8315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8315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a_e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4470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4470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2547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2547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8701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8701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76779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6779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'grace'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'grace' = beauty of movement; a prayer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'grace'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'grace' = beauty of movement; a prayer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rubbish left on the beach after the long weekend was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disgraceful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29184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disgraceful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1)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'grace'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'grace' = beauty of movement; a prayer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disgraceful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'grace'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'grace' = beauty of movement; a prayer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disgraceful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not; opposite; apart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grace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favour; honour; good manners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'grace'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'grace' = beauty of movement; a prayer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disgraceful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not; opposite; apart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grace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favour; honour; good manners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grace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'grace'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'grace' = beauty of movement; a prayer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disgraceful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not; opposite; apart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grace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favour; honour; good manners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grace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951828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951828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605209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605209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258589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258589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911969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911969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565350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65350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5218730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218730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a_e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5872111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872111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525491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525491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7178871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178871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7832252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832252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'grace'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'grace' = beauty of movement; a prayer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2603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2603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52603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2603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2603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2603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8630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8630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68630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8630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8630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8630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84657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4657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84657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84657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84657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84657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'grace'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'grace' = beauty of movement; a prayer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1581912"/>
            <a:ext cx="193167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581912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1965960"/>
            <a:ext cx="193167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350008"/>
            <a:ext cx="193167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2603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2603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526030" y="1581912"/>
            <a:ext cx="1931670" cy="347472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26030" y="1581912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grace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526030" y="1965960"/>
            <a:ext cx="193167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26030" y="2350008"/>
            <a:ext cx="193167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8630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8630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686300" y="1581912"/>
            <a:ext cx="193167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86300" y="1581912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-ful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686300" y="1965960"/>
            <a:ext cx="193167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86300" y="1965960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-less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686300" y="2350008"/>
            <a:ext cx="193167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86300" y="2350008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-ious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84657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4657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846570" y="1581912"/>
            <a:ext cx="193167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46570" y="1581912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-ly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846570" y="1965960"/>
            <a:ext cx="193167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846570" y="2350008"/>
            <a:ext cx="193167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282549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365760" y="3191256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319125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disgracefully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2542032" y="3191256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542032" y="319125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gracefully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4718304" y="3191256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18304" y="319125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disgraceful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Base 'grace' — Teaching Deck</dc:title>
  <dc:subject>PptxGenJS Presentation</dc:subject>
  <dc:creator>Word Labs</dc:creator>
  <cp:lastModifiedBy>Word Labs</cp:lastModifiedBy>
  <cp:revision>1</cp:revision>
  <dcterms:created xsi:type="dcterms:W3CDTF">2026-10-22T10:14:35Z</dcterms:created>
  <dcterms:modified xsi:type="dcterms:W3CDTF">2026-10-22T10:14:35Z</dcterms:modified>
</cp:coreProperties>
</file>