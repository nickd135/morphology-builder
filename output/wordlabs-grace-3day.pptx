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"beauty of movement; a prayer"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'grace' — beauty of movement; a prayer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'grace' means 'beauty of movement; a prayer'.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'grace' means 'beauty of movement; a prayer'.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'grace' means 'smooth, elegant beauty in the way someone moves or behaves'.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'grace' means 'beauty of movement; a prayer'.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'graced' means 'shouted angrily at someone nearby'.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'grace' means 'a loud and sudden crashing noise'.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'graced' means 'honoured a place or event with one's presence'.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beauty of movement; a prayer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brought shame or dishonour upon someone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beauty, honour or elegance to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loss of respect or honour caused by shameful behaviour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a smooth, elegant and controlled 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beauty, honour or elegance to something, happening now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elegant beauty in the way someone moves or behaves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honoured a place or event with one's presence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dancer moved with grace across the stage.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graced the ceremony with her presence.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vase of fresh flowers graces the dining table.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disgraceful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the players ignored the referee.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tripped over his own shoelaces.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gymnast performed her routine 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visiting team behaved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disgracefully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the referee.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host welcomed everyone warmly at the door.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qualities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qualities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of movement; a prayer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qualities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beauty of movement; a prayer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'grace'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