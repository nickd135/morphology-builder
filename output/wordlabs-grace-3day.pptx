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"elegance, beauty, divine favour"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gratia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'grace' — elegance, beauty, divine favour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'grace' means 'elegance, beauty, divine favour'.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'grace' means 'elegance, beauty, divine favour'.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'grace' comes from the Latin word 'gratia'.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'disgrace' means to show great elegance.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graceful dancer moves in a smooth and beautiful 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'-ful' means full of, so 'graceful' means full of grace.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'gracious' contains the suffix '-less'.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elegance, beauty, divine favour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gratia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ungraceful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moving or behaving in a smooth or elegant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very kind, polite, and generous to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smooth and beautiful 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elegant and smooth in movement or manner.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done something that makes others feel ashamed or disappointed.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a smooth, beautiful way, like a dancer.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ungraceful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a clumsy or awkward way, without elegance.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ballet dancer moved gracefully across the stage, making every step look effortless.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disgrace that someone had scribbled graffiti all over the new school mural.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gracious host welcomed every guest with a warm smile and kind words.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swan glided across the lake, but the duckling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ungraceful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splashed about.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ungraceful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judge smiled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gymnast bowed, though her teammate's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stumble made the crowd gasp.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beauty, divine favour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ungraceful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'grace' — 3-Day Teaching Deck</dc:title>
  <dc:subject>PptxGenJS Presentation</dc:subject>
  <dc:creator>Word Labs</dc:creator>
  <cp:lastModifiedBy>Word Labs</cp:lastModifiedBy>
  <cp:revision>1</cp:revision>
  <dcterms:created xsi:type="dcterms:W3CDTF">2026-04-03T03:28:17Z</dcterms:created>
  <dcterms:modified xsi:type="dcterms:W3CDTF">2026-04-03T03:28:17Z</dcterms:modified>
</cp:coreProperties>
</file>