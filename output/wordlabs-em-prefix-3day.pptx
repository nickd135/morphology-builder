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"cause to; make"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'em-' — cause to; make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'em-' means 'cause to; make'.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'em-'.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'em-'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'em-'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'em-' means 'cause to; make'.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'em', the root is the part after the prefix 'em-'.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'em' means 'cause to; make'.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'embark' means 'to finish a long piece of work'.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'embed' means 'to take something out of a box'.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'embark' means 'to get on a ship or plane, or to begin a journey or new project'.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'embed' means 'to fix something firmly and deeply into another 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'em-'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cause to; make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'em-'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027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0142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142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'em-'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'em-'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builders embed steel rods deep in the concrete to make it strong.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passengers embark on the ferry just before it sails.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kangaroo is an emblem that appears on many Australian coins.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steel rods deep in the concrete to make it strong. The passengers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embark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ferry just before it sails.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firmly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firmly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firmly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onto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boat (from barque)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onto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boat (from barque)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onto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boat (from barque)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kangaroo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emblem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appears on many Australian coins. She ran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embrace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grandmother at the airport. A good captain should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embody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fairness and teamwork for the whole 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emblem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emblem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emblem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set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or mark set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emblem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set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or mark set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emblem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set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or mark set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arms (from bracchium)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arms (from bracchium)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arms (from bracchium)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form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form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form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'em-' — 3-Day Teaching Deck</dc:title>
  <dc:subject>PptxGenJS Presentation</dc:subject>
  <dc:creator>Word Labs</dc:creator>
  <cp:lastModifiedBy>Word Labs</cp:lastModifiedBy>
  <cp:revision>1</cp:revision>
  <dcterms:created xsi:type="dcterms:W3CDTF">2026-07-07T10:53:35Z</dcterms:created>
  <dcterms:modified xsi:type="dcterms:W3CDTF">2026-07-07T10:53:35Z</dcterms:modified>
</cp:coreProperties>
</file>