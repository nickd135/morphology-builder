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Teacher note: Only 5 word families with 'em-' suit Years 3–7, so there is no Day 3 dictation. Day 3 is the word matrix lesson only. Day 2 has 1 dictation word instead of 2. Day 1 shows 4 example words instead of 5–7.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False statements, corrected:
'embark' really means 'to get on a ship or plane, or to begin a journey or new project'.
'embankment' really means 'a long raised wall of earth that holds back water or carries a road'.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Gently embed each seed in the soil, then water the garden bed.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Prefix: 'em-'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"in; into; to make"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3401568"/>
            <a:ext cx="4023360" cy="329184"/>
          </a:xfrm>
          <a:prstGeom prst="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4015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858768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8587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4242816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24281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Word Matrix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4880" y="402336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note: Only 5 word families with 'em-' suit Years 3–7, so there is no Day 3 dictation. Day 3 is the word matrix lesson only. Day 2 has 1 dictation word instead of 2. Day 1 shows 4 example words instead of 5–7.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Prefix 'em-' — in; into; to make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'em-'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'em-' = in; into; to make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that the prefix 'em-' means 'in; into; to make' and how it changes the meaning of a word.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what the prefix 'em-' means.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add 'em-' to a base and explain the new word's meaning.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'em-' words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'em-'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'em-' = in; into; to make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prefix is a word part added to the start of a base to change its meaning. The prefix 'em-' means 'in; into; to make'. In 'embark', it is added to 'bark'.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base is the main part of a word that carries its meaning. In 'embankment', the base is 'bank' (the raised ground beside a river).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5643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1328" y="345643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5643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349300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suffix is a word part added to the end of a word to change its meaning or job. In 'embankment', '-ment' means 'result or act of'.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'em-'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'em-' = in; into; to make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these statements true or false? Decide with a partner.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prefix 'em-' means 'in; into; to make'.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'embrace' means 'to hold someone closely in your arms; to welcome an idea warmly'.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'embark' means 'a long raised wall of earth that holds back water or carries a road'.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'empathy' means 'the ability to understand and share another person's feelings'.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'embankment' means 'to get on a ship or plane, or to begin a journey or new project'.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'em-'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'em-' = in; into; to make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answers.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prefix 'em-' means 'in; into; to make'.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'embrace' means 'to hold someone closely in your arms; to welcome an idea warmly'.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'embark' means 'a long raised wall of earth that holds back water or carries a road'.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'empathy' means 'the ability to understand and share another person's feelings'.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'embankment' means 'to get on a ship or plane, or to begin a journey or new project'.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 'em-' — Meaning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'em-'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'em-' = in; into; to make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'em-'</a:t>
            </a:r>
            <a:endParaRPr lang="en-US" sz="4800" dirty="0"/>
          </a:p>
        </p:txBody>
      </p:sp>
      <p:sp>
        <p:nvSpPr>
          <p:cNvPr id="12" name="Shape 10"/>
          <p:cNvSpPr/>
          <p:nvPr/>
        </p:nvSpPr>
        <p:spPr>
          <a:xfrm>
            <a:off x="352044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77724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in; into; to make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prefix: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embankment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51460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1460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embark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66344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embrace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81228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1228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empathy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'em-'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'em-'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'em-' = in; into; to make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part from each column, left to right (you can skip a column). Not every combination makes a real word!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51560" y="1627632"/>
            <a:ext cx="2194560" cy="365760"/>
          </a:xfrm>
          <a:prstGeom prst="rect">
            <a:avLst/>
          </a:prstGeom>
          <a:solidFill>
            <a:srgbClr val="DDD6FE"/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47472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7472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474720" y="1627632"/>
            <a:ext cx="2194560" cy="365760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7472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brace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89788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89788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897880" y="1627632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9788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-pathy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65760" y="2167128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1463040" y="2167128"/>
            <a:ext cx="731520" cy="420624"/>
          </a:xfrm>
          <a:prstGeom prst="rect">
            <a:avLst>
              <a:gd name="adj" fmla="val 17391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1463040" y="2167128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em-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2231136" y="2167128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2523744" y="2167128"/>
            <a:ext cx="1005840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2523744" y="2167128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brace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611880" y="2167128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4023360" y="2167128"/>
            <a:ext cx="1545336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023360" y="2167128"/>
            <a:ext cx="15453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embrace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'em-'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'em-'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'em-' = in; into; to make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each word to its meaning. The meanings are mixed up!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embankment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to get on a ship or plane, or to begin a journey or new project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embark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a long raised wall of earth that holds back water or carries a road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embrace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the ability to understand and share another person's feelings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empathy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to hold someone closely in your arms; to welcome an idea warmly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'em-' Word Definitions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'em-'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'em-' = in; into; to make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matches.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embankment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a long raised wall of earth that holds back water or carries a road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embark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to get on a ship or plane, or to begin a journey or new project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embrace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to hold someone closely in your arms; to welcome an idea warmly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empathy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the ability to understand and share another person's feelings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'em-'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'em-'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'em-' = in; into; to make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sentences. Underline the 'em-' word and talk about what it means.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train ran along a grassy embankment beside the river.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passengers embark on the ferry just before it sails.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ran to embrace her grandmother at the airport.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'em-'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'em-' = in; into; to make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marks</a:t>
            </a:r>
            <a:endParaRPr 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'em-'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'em-' = in; into; to make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Gently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embed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each seed in the soil, then water the garden bed.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9184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9184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329184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embed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29184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1)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'em-'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'em-' = in; into; to make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embed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'em-'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'em-' = in; into; to make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embed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in; into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fix firmly in place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'em-'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'em-' = in; into; to make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embed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in; into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fix firmly in place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bed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'em-'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'em-' = in; into; to make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embed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in; into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fix firmly in place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bed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42773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42773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6393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393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8508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508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0624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0624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727405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27405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→ Check → Write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'em-'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'em-' = in; into; to make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114300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4300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5156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05156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5156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5156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5156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7472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47472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7472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7472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7472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89788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9788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89788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89788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89788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89788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6576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3504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576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0040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03504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each.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'em-'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'em-' = in; into; to make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is the matrix. Which words did you build?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51560" y="1581912"/>
            <a:ext cx="2194560" cy="347472"/>
          </a:xfrm>
          <a:prstGeom prst="rect">
            <a:avLst/>
          </a:prstGeom>
          <a:solidFill>
            <a:srgbClr val="DDD6FE"/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47472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7472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474720" y="1581912"/>
            <a:ext cx="2194560" cy="347472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7472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brace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89788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89788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897880" y="1581912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9788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-pathy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Prefix 'em-' — Teaching Deck</dc:title>
  <dc:subject>PptxGenJS Presentation</dc:subject>
  <dc:creator>Word Labs</dc:creator>
  <cp:lastModifiedBy>Word Labs</cp:lastModifiedBy>
  <cp:revision>1</cp:revision>
  <dcterms:created xsi:type="dcterms:W3CDTF">2026-10-22T10:14:35Z</dcterms:created>
  <dcterms:modified xsi:type="dcterms:W3CDTF">2026-10-22T10:14:35Z</dcterms:modified>
</cp:coreProperties>
</file>