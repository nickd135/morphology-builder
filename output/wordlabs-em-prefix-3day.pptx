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'em-'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"put into, cause to be"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im / French: em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'em-' — put into, cause to be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'em-' means 'put into, cause to be'.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'em-'.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'em-'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'em-'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'em-' means 'put into, cause to be'.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'empower', the root is the part after the prefix 'em-'.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'em-' to a base word usually creates a verb.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'em-' always stays exactly the same spelling no matter what letter follows.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'Em-' comes from Latin and French origins.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'empty' contains the prefix 'em-' meaning 'put into'.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'em-' can mean 'to put into' or 'to cause to be'.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'em-'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 into, cause to be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im / French: em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embark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'em-'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'em-'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bark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 a journey or start something new.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the strength or ability to do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a job and pay them to work.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embark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fix something firmly inside something else.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out from a hidden or enclosed place.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 perfect example of a quality or idea.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someone in your arms, or to accept something willingly.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'em-'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'em-'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worked hard to empower her students to believe in themselves.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decided to embark on a new adventure by joining the school science club.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artist tried to embody the feeling of happiness in her colourful painting.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wanted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empower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younger students by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embracing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ideas.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ability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ability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ability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hold, clasp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hold, clasp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hold, clasp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began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embark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voyage, feeling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embedded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spirit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adventure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embark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embedded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embark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embark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ship or vessel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embark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ship or vessel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embark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ship or vessel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base, to fix in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'ed'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base, to fix in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'ed'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into,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base, to fix in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'ed'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adventure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'em-'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'em-' = put into, cause to be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'em-'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bark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body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embrace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embark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embody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'em-' — 3-Day Teaching Deck</dc:title>
  <dc:subject>PptxGenJS Presentation</dc:subject>
  <dc:creator>Word Labs</dc:creator>
  <cp:lastModifiedBy>Word Labs</cp:lastModifiedBy>
  <cp:revision>1</cp:revision>
  <dcterms:created xsi:type="dcterms:W3CDTF">2026-04-10T00:57:09Z</dcterms:created>
  <dcterms:modified xsi:type="dcterms:W3CDTF">2026-04-10T00:57:09Z</dcterms:modified>
</cp:coreProperties>
</file>