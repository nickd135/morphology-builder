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into, 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'em-' — put into,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'em-' means 'put into, 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'em-' means 'put into, 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'empower', the root is the part after the prefix 'em-'.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'em-' can mean 'put into' or 'make'.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'em-' comes from a Chinese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'empower' uses the prefix 'em-' added to the base word 'power'.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starting with 'em-' always describe something happening underground.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'em-' is related to the prefix 'en-', both meaning 'put into' or 'make'.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into, 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bodi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 a journey or start something new and exciting.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strength or ability to do something important.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job and pay them to work for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something firmly inside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out from somewhere, or to become known.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 perfect example of a quality or idea.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hug someone, or to accept something willingly.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tried to empower every student to believe in their own abilities.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watched a butterfly emerge slowly from its chrysalis in the garden.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emphasise the most important words in our sentences.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ideas in the new school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use, engage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use, engage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use, engage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embody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kindness, we should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embrace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others' differences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those who need our help.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arms,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arms,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arms,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bodi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'em-' — 3-Day Teaching Deck</dc:title>
  <dc:subject>PptxGenJS Presentation</dc:subject>
  <dc:creator>Word Labs</dc:creator>
  <cp:lastModifiedBy>Word Labs</cp:lastModifiedBy>
  <cp:revision>1</cp:revision>
  <dcterms:created xsi:type="dcterms:W3CDTF">2026-03-26T07:33:46Z</dcterms:created>
  <dcterms:modified xsi:type="dcterms:W3CDTF">2026-03-26T07:33:46Z</dcterms:modified>
</cp:coreProperties>
</file>