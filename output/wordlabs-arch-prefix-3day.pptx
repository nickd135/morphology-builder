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'arch-'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"chief; most important"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'arch-' — chief; most important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'arch-' means 'chief; most important'.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'arch-'.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'arch-'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'arch-'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'arch-' means 'chief; most important'.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'arch', the root is the part after the prefix 'arch-'.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'archrival' means 'someone's main or most serious rival'.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'archenemy' means 'someone's closest and most trusted friend'.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'arch' means 'chief; most 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'archrival' means 'someone's closest and most loyal friend'.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'archenemy' means 'someone's biggest or most important enemy'.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'arch-'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chief; most important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'arch-'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'arch-'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bishop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rival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08760" y="32644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08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arch-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33472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980944" y="32644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80944" y="32644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bishop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97680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709160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'arch-'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'arch-'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story, the superhero finally defeated his archenemy.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teams have been archrivals for over fifty years.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archbishop led the special service at the cathedral.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story, the superhero finally defeated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archenemy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two teams have been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archrival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for over fifty years.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archbishop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led the special service at the cathedral.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archenemy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archrival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archbishop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archenemy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archenemy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is against you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archenemy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is against you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archenemy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is against you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archrival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archrival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archrival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archrival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archbishop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archbishop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bishop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in the church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archbishop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bishop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in the church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archbishop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ancient; chief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bishop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in the church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'arch-'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'arch'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'arch-' = chief; most important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'arch-'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bishop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rival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'arch-' — 3-Day Teaching Deck</dc:title>
  <dc:subject>PptxGenJS Presentation</dc:subject>
  <dc:creator>Word Labs</dc:creator>
  <cp:lastModifiedBy>Word Labs</cp:lastModifiedBy>
  <cp:revision>1</cp:revision>
  <dcterms:created xsi:type="dcterms:W3CDTF">2026-07-07T10:24:25Z</dcterms:created>
  <dcterms:modified xsi:type="dcterms:W3CDTF">2026-07-07T10:24:25Z</dcterms:modified>
</cp:coreProperties>
</file>