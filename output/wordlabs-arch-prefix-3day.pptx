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'arch-'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"chief, most important, ruler"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arkhos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'arch-' — chief, most important, ruler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'arch-' means 'chief, most important, ruler'.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'arch-'.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'arch-'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'arch-'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'arch-' means 'chief, most important, ruler'.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'archbishop', the root is the part after the prefix 'arch-'.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'arch-' means 'under' or 'below'.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'arch-' comes from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archbishop is a chief or senior bishop.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'archenemy' means a friendly helper.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An archetype is the original or most perfect example of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'arch-'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chief, most important, ruler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arkhos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archbishop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archenemy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archangel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archetype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archives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'arch-'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'arch-'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enemy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bishop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angel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rival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enemy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archbishop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archbishop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designs buildings and plans how they are built.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archenemy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or most perfect example of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archangel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sport or skill of shooting arrows with a bow.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archetype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chief or most important angel, ranking above others.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collection of old and important records or documents kept for history.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senior or chief bishop in a church region.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archives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person's most powerful or important enemy.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'arch-'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'arch-'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archbishop visited our school to speak about helping others in the community.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story, the hero finally defeated his archenemy after a long and difficult battle.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 showed us her designs for the new library, which looked amazing.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architect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 drew plans for a new building near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archbishop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residence.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archbishop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chief, most important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builder, one who builds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chief, most important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builder, one who builds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chief, most important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builder, one who builds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archbishop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archbishop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chief, most important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bishop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church leader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archbishop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chief, most important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bishop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church leader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archbishop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chief, most important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bishop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church leader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archaeologist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discovered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archetype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ancient pottery, and later presented her findings to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archenemy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 rival museum.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archaeologist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archetype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archenemy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archaeologist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archaeologist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chief, most important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morphemes in Greek-origin word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word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archaeologist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chief, most important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morphemes in Greek-origin word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word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gist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archaeologist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chief, most important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morphemes in Greek-origin word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word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gist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archetype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archetype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chief, most important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model, example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archetype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chief, most important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model, example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archetype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chief, most important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model, example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archenemy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archenemy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chief, most important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enemy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foe or opponent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archenemy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chief, most important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enemy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foe or opponent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archenemy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chief, most important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enemy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foe or opponent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'arch-'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'arch-' = chief, most important, ruler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'arch-'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enemy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bishop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angel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rival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archbishop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archenemy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archangel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archetype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archery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archives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archaeology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'arch-' — 3-Day Teaching Deck</dc:title>
  <dc:subject>PptxGenJS Presentation</dc:subject>
  <dc:creator>Word Labs</dc:creator>
  <cp:lastModifiedBy>Word Labs</cp:lastModifiedBy>
  <cp:revision>1</cp:revision>
  <dcterms:created xsi:type="dcterms:W3CDTF">2026-04-10T01:36:26Z</dcterms:created>
  <dcterms:modified xsi:type="dcterms:W3CDTF">2026-04-10T01:36:26Z</dcterms:modified>
</cp:coreProperties>
</file>