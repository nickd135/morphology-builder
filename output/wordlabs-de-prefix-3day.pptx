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'de-'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"down, away, remove, reverse"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'de-' — down, away, remove, reverse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remove,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'de-' means 'down, away, remove, reverse'.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'de-'.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'de-'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'de-'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remove,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'de-' means 'down, away, remove, reverse'.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'decode', the root is the part after the prefix 'de-'.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remove, reverse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'de-' means to do something again, like the prefix 're-'.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'de-' always makes a word mean the opposite of its base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'deforest' uses the prefix 'de-' to mean removing trees from a forest.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'de-' can mean to reverse or undo an action, like in 'defrost'.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'de-' comes from Latin.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'de-'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remove,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down, away, remove, reverse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decode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defrost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deforest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decompose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deactivate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derail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demolish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'de-'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remove, reverse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'de-'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frost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activate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compose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68503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03250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03250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492861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34009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34009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decode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remove, reverse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decode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something off or stop it from working.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defrost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knock down or completely destroy a building or structure.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deforest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out the meaning of something written in a secret code or difficult language.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decompose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off the tracks, or to stop something from going the way it was planned.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deactivate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cut down or remove all the trees from a large area of land.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derail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break down and rot, like leaves and food scraps breaking apart in the soil.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demolish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remove ice or frost from something, like taking food out of the freezer to thaw.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'de-'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remove, reverse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'de-'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decode the secret message that was left on the whiteboard?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scientists watched the leaves decompose slowly on the forest floor.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to defrost the chicken before Mum gets home from work.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remove,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remove, reverse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deactivate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alarm before she could begin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decoding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signal.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deactivate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decoding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remove,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deactivate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remove,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deactivate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remove, reverse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active, doing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a verb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remove,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deactivate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remove, reverse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active, doing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a verb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vate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remove,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deactivate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remove, reverse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active, doing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a verb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vate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remove,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remove,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remove, reverse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system of signs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remove,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remove, reverse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system of signs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remove,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remove, reverse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system of signs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remove,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remove, reverse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Deforestation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demolish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habitats, so we must find ways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decompose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waste instead of burning it.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deforestation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demolish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decompose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remove,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deforestation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remove,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deforestation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area of trees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remove,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deforestation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area of trees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remove,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deforestation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area of trees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717887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remove,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demolish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remove,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demolish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molish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build, structure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remove,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demolish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molish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build, structure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remove,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demolish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molish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build, structure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remove,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decompose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remove,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decompose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remove,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decompose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remove,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decompose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remove, reverse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'de-'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'de-' = down, away, remove, reverse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'de-'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frost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activate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compose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decode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defrost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deforest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decompose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deactivate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derail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demolish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'de-' — 3-Day Teaching Deck</dc:title>
  <dc:subject>PptxGenJS Presentation</dc:subject>
  <dc:creator>Word Labs</dc:creator>
  <cp:lastModifiedBy>Word Labs</cp:lastModifiedBy>
  <cp:revision>1</cp:revision>
  <dcterms:created xsi:type="dcterms:W3CDTF">2026-04-10T00:56:19Z</dcterms:created>
  <dcterms:modified xsi:type="dcterms:W3CDTF">2026-04-10T00:56:19Z</dcterms:modified>
</cp:coreProperties>
</file>