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'descriptor' really means 'a word or phrase used to describe something'.
'design' really means 'a plan or drawing showing how something will be made or how it looks'.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While the chicken began to defrost on the bench, Sam tried to decode the secret message from his sister.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Before our departure, the guide described the walking track. Her description of the waterfall made everyone keen to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'de-'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"undo; remove; down"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'de-' — undo; remove; down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'de-' means 'undo; remove; down'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'de-'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'de-'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'de-'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'de-' means 'undo; remove; down'. In 'devalue', it is added to 'value'.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'devalue', the base is 'value' (how much something is worth).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'department', '-ment' means 'result of action'.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'de-' means 'undo; remove; down'.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'department' means 'a separate section of an organisation or building'.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'descriptor' means 'to make something worth less or seem less important'.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'destruction' means 'the act of destroying something completely'.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'design' means 'a word or phrase used to describe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'de-' means 'undo; remove; down'.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'department' means 'a separate section of an organisation or building'.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'descriptor' means 'to make something worth less or seem less important'.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'destruction' means 'the act of destroying something completely'.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'design' means 'a word or phrase used to describe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'de-'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undo; remove; down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devalue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'de-'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721608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721608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devalue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plan or drawing showing how something will be made or how it looks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something worth less or seem less important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act of destroying something completely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separate section of an organisation or building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word or phrase used to describe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devalue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something worth less or seem less important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separate section of an organisation or building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word or phrase used to describe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act of destroying something completely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plan or drawing showing how something will be made or how it looks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'de-'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'de-'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works in the sports department of the school.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'Enormous' is a powerful descriptor for the size of the giant.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fallen tree could derail the train.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chicken began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defrost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bench, Sam tried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secret message from his sister.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defrost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secret signs or letters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secret signs or letters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secret signs or letters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defrost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defrost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layer of 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defrost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layer of 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defrost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layer of 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departure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guide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described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walking track. 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waterfall made everyone keen to go.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something; a section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something; a section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something; a section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'de-' = undo; remove; down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departure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'de-'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