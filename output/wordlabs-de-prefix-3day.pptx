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"down, away, undo, remove"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'de-' — down, away, undo, remove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'de-' means 'down, away, undo, remove'.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'de-'.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'de-'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'de-' means 'down, away, undo, remove'.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'decode', the root is the part after the prefix 'de-'.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'de-' can mean to undo or reverse an action, like in 'defrost'.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'de-' always makes a word mean the opposite of its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'decode' uses 'de-' to mean removing or reversing — taking apart a code.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'de-'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'de-' means to add more of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'de-'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down, away, undo, remove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words to tell someone what something looks, sounds, or feels like.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discussion where people share and argue different opinions.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out the meaning of something hidden or written in code.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ask for something very strongly, as if you must have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a place and go somewhere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down and rot, like leaves on the ground.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ice or frozen parts from something, like a freezer.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worked hard to decode the secret message left in the ancient cave.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defrost the chicken before we can cook it for dinner tonight.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a lively debate about whether school uniforms should be compulsory.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message before the train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departs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hidden symbols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hidden symbols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hidden symbols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away, leave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away, leave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away, leave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defrost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equipment,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map,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sunrise.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or frozen layer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or frozen layer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or frozen layer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hidden symbols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hidden symbols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hidden symbols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away, leave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away, leave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away, leave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undo, remove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'de-' — 3-Day Teaching Deck</dc:title>
  <dc:subject>PptxGenJS Presentation</dc:subject>
  <dc:creator>Word Labs</dc:creator>
  <cp:lastModifiedBy>Word Labs</cp:lastModifiedBy>
  <cp:revision>1</cp:revision>
  <dcterms:created xsi:type="dcterms:W3CDTF">2026-03-26T07:32:57Z</dcterms:created>
  <dcterms:modified xsi:type="dcterms:W3CDTF">2026-03-26T07:32:57Z</dcterms:modified>
</cp:coreProperties>
</file>