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'de-'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"undo; remove; down"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'de-' — undo; remove; down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'de-' means 'undo; remove; down'.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'de-'.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'de-'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'de-'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'de-' means 'undo; remove; down'.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'debit', the root is the part after the prefix 'de-'.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'de' means 'undo; remove; down'.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'depart' means 'to arrive somewhere after a journey'.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'debit' means 'a type of loud celebration'.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'depart' means 'to leave a place, especially to start a journey'.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'debit' means 'an amount of money taken out of a bank account'.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'de-'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undo; remove; down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debit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devalue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'de-'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'de-'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06624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06624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55701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3904488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904488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492861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34009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4009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debit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debit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worth less or seem less important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or takes something to a place or person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amount of money taken out of a bank account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that give great pleasure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devalue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pleasure or joy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or take something to a place or person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leave a place, especially to start a journey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'de-'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'de-'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 will debit ten dollars from her account for the book.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 will depart from platform two at nine o'clock.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squealed with delight when they saw the puppy.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left her phone at home to avoid distractions. Diet and exercise are important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determinants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health.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deliberately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determinants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deliberately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deliberately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liber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deliberately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liber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lib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deliberately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liber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lib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determinants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determinants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boundary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determinants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boundary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nants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determinants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boundary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nants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her finish the marathon despite the pain. The judges announced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reviewing all the evidence. The scientist studied how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dehydrogenase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speeds up reactions inside living cells.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determinations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dehydrogenase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boundary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boundary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boundary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boundary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boundary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boundary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dehydrogenase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dehydrogenase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enzyme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dehydrogenase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enzyme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ase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dehydrogenase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enzyme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ase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'de-'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undo; remove; down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'de-'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debit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devalue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'de-' — 3-Day Teaching Deck</dc:title>
  <dc:subject>PptxGenJS Presentation</dc:subject>
  <dc:creator>Word Labs</dc:creator>
  <cp:lastModifiedBy>Word Labs</cp:lastModifiedBy>
  <cp:revision>1</cp:revision>
  <dcterms:created xsi:type="dcterms:W3CDTF">2026-07-07T10:22:43Z</dcterms:created>
  <dcterms:modified xsi:type="dcterms:W3CDTF">2026-07-07T10:22:43Z</dcterms:modified>
</cp:coreProperties>
</file>