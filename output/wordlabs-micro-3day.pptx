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'micro'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"small"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'micro' — small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'micro' means 'small'.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'micro'.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'micro'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'micro'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'micro' means 'small'.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'micro'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'micro'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'microscope' means 'an instrument used to see things too small to see with the naked eye'.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'micro' means 'extremely large in size'.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'micro' means 'small'.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'micro' means 'extremely small in size'.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'microscope' means 'an instrument used to see far-away objects like stars'.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'micro'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'micro'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08760" y="23500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08760" y="23500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73552" y="2350008"/>
            <a:ext cx="1243584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73552" y="2350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0288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01768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'micro'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'micro'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 chip can store huge amounts of information in a tiny space.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 looked at the cell through a microscope in science class.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laboratory bought new microscopes so every student could examine the samples.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chip can store huge amounts of information in a tiny space.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 looked at the cell through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science class. The laboratory bought new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microscopes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every student could examine the samples. Bacteria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need special equipment to study them.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'micro' = small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'micro'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'micro' — 3-Day Teaching Deck</dc:title>
  <dc:subject>PptxGenJS Presentation</dc:subject>
  <dc:creator>Word Labs</dc:creator>
  <cp:lastModifiedBy>Word Labs</cp:lastModifiedBy>
  <cp:revision>1</cp:revision>
  <dcterms:created xsi:type="dcterms:W3CDTF">2026-07-07T10:24:24Z</dcterms:created>
  <dcterms:modified xsi:type="dcterms:W3CDTF">2026-07-07T10:24:24Z</dcterms:modified>
</cp:coreProperties>
</file>