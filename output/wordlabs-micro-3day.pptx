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'micro'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"very small, tiny"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'micro' — very small, tiny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'micro' means 'very small, tiny'.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'micro'.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'micro'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'micro'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'micro' means 'very small, tiny'.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'micro'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'micro'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'micro' means very small or tiny.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microscope is used to make things look smaller.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'micro' comes from the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microorganism is a living thing too small to see without a microscope.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'microwave' has nothing to do with size.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'micro'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small, tiny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'micro'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-organism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living things that are too small to see with the naked eye.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piece of technology inside computers and devices that stores and processes information.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so small you cannot see it without a microscope, like bacteria.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oven that uses special energy waves to heat food very quickly.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extremely tiny that you need a microscope to see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tool that makes very tiny things look much bigger so you can see them clearly.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picks up sounds and makes them louder or records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'micro'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'micro'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a microscope to look at a tiny insect wing in science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speak into the microphone so everyone in the hall can hear you.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 are microorganisms that can be found almost everywhere on Earth.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looked through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discovered a fascinating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microorganism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living in the pond water.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body part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body part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body part or structure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04143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scientists use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study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creatures that cannot be seen with just your eyes.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-organism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microclimate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'micro' — 3-Day Teaching Deck</dc:title>
  <dc:subject>PptxGenJS Presentation</dc:subject>
  <dc:creator>Word Labs</dc:creator>
  <cp:lastModifiedBy>Word Labs</cp:lastModifiedBy>
  <cp:revision>1</cp:revision>
  <dcterms:created xsi:type="dcterms:W3CDTF">2026-03-25T03:58:00Z</dcterms:created>
  <dcterms:modified xsi:type="dcterms:W3CDTF">2026-03-25T03:58:00Z</dcterms:modified>
</cp:coreProperties>
</file>