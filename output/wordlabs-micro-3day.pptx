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'micro'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"very small, tiny"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'micro' — very small, tiny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'micro' means 'very small, tiny'.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'micro'.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'micro'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'micro'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'micro' means 'very small, tiny'.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'micro'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'micro'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microscope makes things look smaller so scientists can study large objects.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'microchip' contains the morpheme 'micro' meaning tiny.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Microorganisms are living things too small to see without a microscope.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'Micro' is a suffix that is added to the end of words.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morpheme 'micro' comes from Greek and means very small.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'micro'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small, tiny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mikros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'micro'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-organism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of studying very tiny living things like bacteria and viruses.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of technology inside computers and phones that stores and processes information.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so tiny you can only see it with a microscope, like bacteria.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kitchen appliance that uses special waves to heat food very quickly.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extremely small that it can only be seen with a microscope.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tool that makes very tiny things look much bigger so you can see them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picks up sounds and makes them louder, used when singing or speaking to a crowd.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'micro'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'micro'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a microscope to look at the tiny cells from the leaf sample.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spoke into the microphone so that everyone in the hall could hear her clearly.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millions of microorganisms living in a single spoonful of soil.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observe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creatures living in the pond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or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lesson was fascinating; we learned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microorganisms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survive, and our teacher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explain each stage.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being or system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being or system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living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being or system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or voice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'micro' = very small, tiny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'micro'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-organism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microphone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microchip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microorganism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microbiology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microhabitat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'micro' — 3-Day Teaching Deck</dc:title>
  <dc:subject>PptxGenJS Presentation</dc:subject>
  <dc:creator>Word Labs</dc:creator>
  <cp:lastModifiedBy>Word Labs</cp:lastModifiedBy>
  <cp:revision>1</cp:revision>
  <dcterms:created xsi:type="dcterms:W3CDTF">2026-04-10T00:32:48Z</dcterms:created>
  <dcterms:modified xsi:type="dcterms:W3CDTF">2026-04-10T00:32:48Z</dcterms:modified>
</cp:coreProperties>
</file>