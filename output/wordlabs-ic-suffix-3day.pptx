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'-ic'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"relating to, having the nature of"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-ikos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'-ic' — relating to, having the nature of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'-ic' means 'relating to, having the nature of'.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'-ic'.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'-ic'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'-ic'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'-ic' means 'relating to, having the nature of'.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'comic', the root is the part before the suffix '-ic'.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'magic'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'-ic' comes from Greek and means 'relating to' something.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'-ic' to a word turns it into a noun.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'volcanic' contains the suffix '-ic'.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Words ending in '-ic' are usually adjectives that describe something.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'-ic' always changes the meaning of a word to mean 'without' something.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'-ic'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relating to, having the nature 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-ikos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comic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magic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atomic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volcanic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electric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oceanic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'-ic'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'-ic'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atom-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magnet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ocean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poet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volcano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130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6052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6052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566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681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681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comic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comic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the ocean or the deep water that covers most of Earth.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magic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funny or relating to humour, like a comic book or a comic performance.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atomic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Acting in a very brave or courageous way, like a hero would.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a volcano or the hot, melted rock that erupts from one.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volcanic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electricity, the energy that powers lights, computers and appliances.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electric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atoms, which are the tiny particles that make up everything around us.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oceanic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mysterious powers or tricks that seem impossible to explain.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'-ic'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'-ic'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made an atomic discovery that changed the way we understand matter.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heroic firefighter rescued the family from the burning building.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watched a comic performance at the school assembly that made everyone laugh.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volcanic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eruption created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electric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atmosphere among the students watching the documentary.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volcanic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electric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volcanic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volcanic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volcan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volcano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volcanic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volcan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volcano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volcanic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volcan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volcano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/ik/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electricity, amber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electricity, amber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tric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electricity, amber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tric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/ik/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heroic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diver explored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oceanic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depths and discovered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atomic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-sized creature living on the reef.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oceanic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atomic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brave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brave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brave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/ik/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oceanic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oceanic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ocean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oceanic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ocean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oceanic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ocean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/ik/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atomic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atomic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particle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atomic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particle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atomic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particle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/ik/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'-ic'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'-ic'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atom-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magnet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ocean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poet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volcano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comic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magic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atomic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volcanic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electric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oceanic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poetic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'-ic' — 3-Day Teaching Deck</dc:title>
  <dc:subject>PptxGenJS Presentation</dc:subject>
  <dc:creator>Word Labs</dc:creator>
  <cp:lastModifiedBy>Word Labs</cp:lastModifiedBy>
  <cp:revision>1</cp:revision>
  <dcterms:created xsi:type="dcterms:W3CDTF">2026-03-26T07:47:00Z</dcterms:created>
  <dcterms:modified xsi:type="dcterms:W3CDTF">2026-03-26T07:47:00Z</dcterms:modified>
</cp:coreProperties>
</file>