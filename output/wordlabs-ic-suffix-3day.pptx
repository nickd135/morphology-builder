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'-ic'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"relating to, having the nature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-ikos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'-ic' — relating to, having the nature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'-ic' means 'relating to, having the nature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'-ic'.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'-ic'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'-ic'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'-ic' means 'relating to, having the nature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'electric', the root is the part before the suffix '-ic'.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'heroic'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'-ic' means relating to or having the nature of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'-ic' always comes from Old English.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'-ic' can turn a noun into an adjective (describing word).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'heroic' contains the suffix '-ic'.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'-ic' to a word always makes it a verb (action word).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'-ic'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 to, having the nature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-ikos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volcanic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magnetic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cosmic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athletic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artistic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'-ic'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'-ic'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artist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rhythm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magnet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 art or showing skill in making art.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with electricity or electrical power.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volcanic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power to attract metal, like a magnet.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magnetic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outer space or the universe.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cosmic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at sport and physical activities; strong and fit.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athletic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 volcanoes or caused by a volcano.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artistic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great bravery, like a hero.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'-ic'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'-ic'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explained that the electric eel can produce a powerful shock.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had an athletic carnival where everyone ran their fastest.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volcanic island was formed millions of years ago deep under the sea.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magnetic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rocks near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cosmic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dust amazed every student on the excursion.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magnetic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cosmic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magnetic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magnetic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force that attracts metal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magnetic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force that attracts metal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magnetic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force that attracts metal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universe,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universe,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universe,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volcanic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eruption was a dramatic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rhythmic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explosion that lit up the dark,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electric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rhythmic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rhythmic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rhythmic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rhythm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regular beat or pattern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rhythmic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rhythm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regular beat or pattern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rhyth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rhythmic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rhythm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regular beat or pattern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rhyth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rh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electricity, amber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electricity, amber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electricity, amber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'-ic'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relating to, having the nature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'-ic'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artist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rhythm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volcanic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magnetic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cosmic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athletic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artistic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rhythmic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'-ic' — 3-Day Teaching Deck</dc:title>
  <dc:subject>PptxGenJS Presentation</dc:subject>
  <dc:creator>Word Labs</dc:creator>
  <cp:lastModifiedBy>Word Labs</cp:lastModifiedBy>
  <cp:revision>1</cp:revision>
  <dcterms:created xsi:type="dcterms:W3CDTF">2026-04-10T01:12:53Z</dcterms:created>
  <dcterms:modified xsi:type="dcterms:W3CDTF">2026-04-10T01:12:53Z</dcterms:modified>
</cp:coreProperties>
</file>