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'vertical' really means 'going straight up and down'.
'chronic' really means 'lasting for a long time or happening repeatedly, especially about an illness or problem'.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firefighter's heroic rescue of a koala was on the news, and her metallic helmet shone in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athletic coach used a telescopic pointer and a magnetic board to show us where to stand in netball.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'-ic'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"related to"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'-ic' — related 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'-ic' means 'related to'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'-ic'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'-ic'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'-ic'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'-ic' means 'related to'. In 'graphic', it is added to 'graph'.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'cyclic', the base is 'cycle' (a repeating series; a wheeled vehicle).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'telescopic', 'tele-' means 'far; at a distance'.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'-ic' means 'related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'cyclic' means 'happening in a repeating pattern or cycle'.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'vertical' means 'a method of teaching reading by linking sounds to letters'.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'graphic' means 'relating to visual images, or described in vivid detail'.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'chronic' means 'made by or coming from a volcano'.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'-ic' means 'related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'cyclic' means 'happening in a repeating pattern or cycle'.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'vertical' means 'a method of teaching reading by linking sounds to letters'.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'graphic' means 'relating to visual images, or described in vivid detail'.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'chronic' means 'made by or coming from a volcano'.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'-ic'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volcanic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'-ic'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946904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method of teaching reading by linking sounds to letters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going straight up and down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made by or coming from a volcano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lasting for a long time or happening repeatedly, especially about an illness or problem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visual images, or described in vivid detail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happening in a repeating pattern or cycle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happening in a repeating pattern or cycle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method of teaching reading by linking sounds to letters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lasting for a long time or happening repeatedly, especially about an illness or problem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visual images, or described in vivid detail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made by or coming from a volcano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going straight up and down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'-ic'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'-ic'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phonics lessons, we learn how letters make different sounds.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had a graphic showing how volcanoes erupt.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rocks on the beach are volcanic.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firefighter's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heroic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rescue of a koala was on the news, and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metallic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helmet shone in the sun.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metallic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metallic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metallic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'l'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hard, shiny material like iron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metallic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'l'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hard, shiny material like iron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metallic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'l'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hard, shiny material like iron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athletic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coach used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telescopic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 and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magnetic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board to show us where to stand in netball.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is good at 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is good at 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athlete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is good at 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metal that attracts iron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metal that attracts iron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metal that attracts iron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'-ic'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'-ic'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