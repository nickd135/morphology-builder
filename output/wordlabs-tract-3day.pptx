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'tract'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"pull; draw"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'tract' — pull; draw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'tract' = pull; draw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'tract' means 'pull; draw'.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'tract'.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'tract'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'tract'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'tract' = pull; draw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'tract' means 'pull; draw'.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'tract'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'tract'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'tract' = pull; draw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'tractor' means 'a small handheld tool for writing'.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'extract' means 'to add extra pieces onto something'.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'tractor' means 'a large vehicle used on farms to pull heavy equipment'.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'extract' means 'to take something out, often carefully or with effort'.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'tract' means 'pull; draw'.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'tract'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'tract' = pull; draw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'tract'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pull; draw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extract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tractor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contract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extracts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traction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tractors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contracts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'tract'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'tract' = pull; draw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'tract'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tract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640080" y="40416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291840" y="40416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365760" y="46360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1508760" y="46360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1508760" y="46360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2487168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9" name="Shape 47"/>
          <p:cNvSpPr/>
          <p:nvPr/>
        </p:nvSpPr>
        <p:spPr>
          <a:xfrm>
            <a:off x="2834640" y="4636008"/>
            <a:ext cx="1389888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0" name="Text 48"/>
          <p:cNvSpPr/>
          <p:nvPr/>
        </p:nvSpPr>
        <p:spPr>
          <a:xfrm>
            <a:off x="2834640" y="46360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'tract'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4251960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2" name="Shape 50"/>
          <p:cNvSpPr/>
          <p:nvPr/>
        </p:nvSpPr>
        <p:spPr>
          <a:xfrm>
            <a:off x="4599432" y="46360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3" name="Text 51"/>
          <p:cNvSpPr/>
          <p:nvPr/>
        </p:nvSpPr>
        <p:spPr>
          <a:xfrm>
            <a:off x="4599432" y="46360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4" name="Text 52"/>
          <p:cNvSpPr/>
          <p:nvPr/>
        </p:nvSpPr>
        <p:spPr>
          <a:xfrm>
            <a:off x="5495544" y="46360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5" name="Shape 53"/>
          <p:cNvSpPr/>
          <p:nvPr/>
        </p:nvSpPr>
        <p:spPr>
          <a:xfrm>
            <a:off x="5907024" y="46360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907024" y="46360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extract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'tract'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'tract' = pull; draw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extract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take something out, often carefully or with effort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tractor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written agreement between people that they must follow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contract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vehicles used on farms to pull heavy equipment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extracts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takes something out, often carefully or with effort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traction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grip or friction that keeps something from slipping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tractors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written agreements, or shrinks and becomes smaller (verb)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contracts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large vehicle used on farms to pull heavy equipment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'tract'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'tract' = pull; draw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'tract'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dentist had to extract the broken tooth.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farmer drove the tractor across the muddy field.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footballer signed a new contract with the club.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'tract' = pull; draw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'tract' = pull; draw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tooth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extraction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only took a few minutes. The council is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contracting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local firm to repair the roads.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extraction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contracting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'tract' = pull; draw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extraction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'tract' = pull; draw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extraction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of; former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pull; draw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'tract' = pull; draw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extraction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of; former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pull; draw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'tract' = pull; draw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extraction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of; former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pull; draw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'tract' = pull; draw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contracting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'tract' = pull; draw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contracting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or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pull; draw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'tract' = pull; draw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contracting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or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pull; draw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tract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'tract' = pull; draw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contracting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or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pull; draw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tract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'tract' = pull; draw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'tract' = pull; draw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"Don't" is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contraction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"do not". Several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contractors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were hired to build the new houses. The stadium has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retractable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roof that opens in good weather.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contraction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contractors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retractable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'tract' = pull; draw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'tract' = pull; draw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or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pull; draw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'tract' = pull; draw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or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pull; draw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'tract' = pull; draw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or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pull; draw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'tract' = pull; draw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contractors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'tract' = pull; draw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contractors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or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pull; draw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'tract' = pull; draw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contractors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or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pull; draw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trac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tors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'tract' = pull; draw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contractors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or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pull; draw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trac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tors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2244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2244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5461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5461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14013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14013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734077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734077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328021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328021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4921966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921966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515910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515910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6109855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109855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6703799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703799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29774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29774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78916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8916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'tract' = pull; draw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retractable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'tract' = pull; draw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retractable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pull; draw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'tract' = pull; draw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retractable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pull; draw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tract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'tract' = pull; draw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retractable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pull; draw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tract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'tract' = pull; draw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'tract'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'tract' = pull; draw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'tract'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tract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365760" y="3666744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971800" y="3666744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extract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tractor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contract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extracts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traction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tractors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contracts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'tract' — 3-Day Teaching Deck</dc:title>
  <dc:subject>PptxGenJS Presentation</dc:subject>
  <dc:creator>Word Labs</dc:creator>
  <cp:lastModifiedBy>Word Labs</cp:lastModifiedBy>
  <cp:revision>1</cp:revision>
  <dcterms:created xsi:type="dcterms:W3CDTF">2026-07-07T10:22:38Z</dcterms:created>
  <dcterms:modified xsi:type="dcterms:W3CDTF">2026-07-07T10:22:38Z</dcterms:modified>
</cp:coreProperties>
</file>