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'tract'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"pull, drag, draw"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trahere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'tract' — pull, drag, draw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'tract' means 'pull, drag, draw'.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'tract'.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'tract'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'tract'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'tract' means 'pull, drag, draw'.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'tract'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'tract'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'extract' means to push something deeper inside.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'subtract' has nothing to do with the root 'tract'.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tractor is named 'tractor' because it pulls farm equipment.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'tract' can be found in the word 'distract'.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'tract' comes from a Latin word meaning to pull or drag.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'tract'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pull, drag, draw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trahere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tractor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subtract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distract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'tract'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tractor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large, powerful vehicle used on farms to pull heavy equipment across fields.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agreement between people, or when muscles pull tight and get shorter.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something back in, like a cat pulling its claws back inside its paws.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subtract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away a number from another number in maths.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distract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someone's attention away from what they are doing.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something or someone closer, like a magnet drawing metal objects towards it.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or take something out from somewhere, like pulling a tooth or getting juice from fruit.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'tract'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'tract'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farmer used a tractor to pull the heavy plough across the muddy paddock.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hard to concentrate on your work when loud noises distract you.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dentist had to extract the tooth carefully because it was badly decayed.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 magnet can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attract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metal objects, but it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retract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its casing when switched off.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at before 't'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pull, draw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at before 't'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pull, draw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at before 't'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pull, draw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/kt/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pull,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pull,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pull,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/kt/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much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distraction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class managed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subtract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numbers and then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correct answer.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distraction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subtract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pull,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pull,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pull,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7832252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pull,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pull,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pull,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/kt/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out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pull,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out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pull,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out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pull, draw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/kt/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pull, drag, draw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tractor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subtract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distract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'tract' — 3-Day Teaching Deck</dc:title>
  <dc:subject>PptxGenJS Presentation</dc:subject>
  <dc:creator>Word Labs</dc:creator>
  <cp:lastModifiedBy>Word Labs</cp:lastModifiedBy>
  <cp:revision>1</cp:revision>
  <dcterms:created xsi:type="dcterms:W3CDTF">2026-04-09T22:34:06Z</dcterms:created>
  <dcterms:modified xsi:type="dcterms:W3CDTF">2026-04-09T22:34:06Z</dcterms:modified>
</cp:coreProperties>
</file>