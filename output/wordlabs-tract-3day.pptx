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pull or drag"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'tract' — to pull or drag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'tract' means 'to pull or drag'.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'tract' means 'to pull or drag'.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'tract' comes from a Latin word meaning to pull or drag.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'distract' means to pull your attention towards something helpful.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tractor is named after this root because it pulls heavy loads.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'subtract' contains the root 'tract' meaning to pull.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'tract' comes from a Greek word meaning to push.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pull or drag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trahere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detract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something or someone towards you, like a magnet attracts metal.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away from the value or importance of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detract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a number away from another number to make it smaller.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someone's attention away from what they are doing.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something out from where it is, like pulling a tooth or juice from a fruit.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powerful farm vehicle that pulls heavy loads or machinery across fields.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written down that pulls two people or groups together with rules.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colours on the poster were designed to attract students to the science fair.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subtract nine from fifteen, you get six.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 noise outside began to distract the students from their reading.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sounds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you, so try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during the test.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at before 't'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8638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stated that the builder should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workers,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noise made that very difficult.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drag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who,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'tract' = to pull or drag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detract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distract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tractor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retract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'tract' — 3-Day Teaching Deck</dc:title>
  <dc:subject>PptxGenJS Presentation</dc:subject>
  <dc:creator>Word Labs</dc:creator>
  <cp:lastModifiedBy>Word Labs</cp:lastModifiedBy>
  <cp:revision>1</cp:revision>
  <dcterms:created xsi:type="dcterms:W3CDTF">2026-03-25T03:44:03Z</dcterms:created>
  <dcterms:modified xsi:type="dcterms:W3CDTF">2026-03-25T03:44:03Z</dcterms:modified>
</cp:coreProperties>
</file>