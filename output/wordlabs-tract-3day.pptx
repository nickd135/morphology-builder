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'extract' really means 'to take something out, often carefully or with effort'.
'attraction' really means 'something that draws people's interest, such as a place to visit or a feeling of liking someone'.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Try not to distract me while I subtract these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tractor lost traction in the muddy paddock. Nearby, bees were drawn by the attractiveness of the bright yellow canola flowers.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'tract'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"pull; draw"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'tract' — pull; draw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'tract' means 'pull; draw'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'tract'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'tract'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'tract'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'tract' means 'pull; draw'. You can find it in 'attraction'.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'attraction', 'at-' means 'towards; 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'attraction',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'tract' means 'pull; draw'.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'contract' means 'a written agreement between people that they must follow'.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'extract' means 'something that draws people's interest, such as a place to visit or a feeling of liking someone'.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'protractor' means 'a maths tool shaped like a half circle, used to measure angles'.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'attraction' means 'to take something out, often carefully or with effort'.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'tract' means 'pull; draw'.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'contract' means 'a written agreement between people that they must follow'.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'extract' means 'something that draws people's interest, such as a place to visit or a feeling of liking someone'.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'protractor' means 'a maths tool shaped like a half circle, used to measure angles'.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'attraction' means 'to take something out, often carefully or with effort'.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'tract'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pull; draw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protractor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retractable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'tract'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66090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66090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70332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99592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99592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protractor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written agreement between people that they must follow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able to be pulled back in or drawn back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something that draws people's interest, such as a place to visit or a feeling of liking someone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protractor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take something out, often carefully or with effort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retractable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maths tool shaped like a half circle, used to measure angles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something that draws people's interest, such as a place to visit or a feeling of liking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take something out, often carefully or with effort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written agreement between people that they must follow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protractor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maths tool shaped like a half circle, used to measure angles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retractable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able to be pulled back in or drawn back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'tract'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'tract'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dentist had to extract the broken tooth.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footballer signed a new contract with the club.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protractor to measure the angle in degrees.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not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distract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 while I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subtract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these numbers.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tractor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muddy paddock. Nearby, bees were drawn by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attractiveness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bright yellow canola flowers.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attractiveness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at- before 't'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at- before 't'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at- before 't'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'tract' = pull; draw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contractor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extractor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tractor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894576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94576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'tract'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