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'visit'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go see someone"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visitare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'visit' — to go see someone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'visit' means 'to go see someone'.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'visit'.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'visit'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'visit'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'visit' means 'to go see someone'.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'visit'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'visit'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'visit' comes from Latin.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'visitor' means the act of visiting, not a person.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're-' to 'visit' makes the word 'revisit', meaning to visit again.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'visitation' is a kind of formal or official visit.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'visit' originally comes from Greek.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'visit'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go see someone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visitare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visitation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revisiting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'visit'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going to see someone or somewhere right now.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back and visit a place or idea again.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comes to see a place or someone.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visitation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going back to look at something again.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person who comes to see a place or someone.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official or formal visit to a place or person.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revisiting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went to see a place or person in the past.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'visit'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'visit'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visitor at our school today showed us how to care for native Australian animals.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revisiting the story we read last week to look for examples of figurative language.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visitation from the school inspector made everyone a little nervous.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visitor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signed in at the front office before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visiting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our classroom.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and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and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and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and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and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and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visitors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enjoyed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revisiting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museum,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visitation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a great success!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visitation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and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and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and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94220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and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and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and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and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and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and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visitation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revisiting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revisited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'visit' — 3-Day Teaching Deck</dc:title>
  <dc:subject>PptxGenJS Presentation</dc:subject>
  <dc:creator>Word Labs</dc:creator>
  <cp:lastModifiedBy>Word Labs</cp:lastModifiedBy>
  <cp:revision>1</cp:revision>
  <dcterms:created xsi:type="dcterms:W3CDTF">2026-03-25T03:28:25Z</dcterms:created>
  <dcterms:modified xsi:type="dcterms:W3CDTF">2026-03-25T03:28:25Z</dcterms:modified>
</cp:coreProperties>
</file>