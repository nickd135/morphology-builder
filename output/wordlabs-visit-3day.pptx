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'visit'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go see someone"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visitare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'visit' — to go see someone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'visit' means 'to go see someone'.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'visit'.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'visit'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'visit'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'visit' means 'to go see someone'.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'visit'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'visit'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'visitor' has no suffix added to the root 'visit'.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're' before 'visit' makes the word 'revisit', meaning to visit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'visit' originally comes from a Greek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'visitation' contains the root 'visit'.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'visit' comes from a Latin word meaning to go and see.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'visit'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go see someone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visitare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'visit'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 of going to see someone or somewhere.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or formal visit to a place or person.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to a place or person to spend time with them.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has come to see a place or person.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visit a place or idea again for a second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Went to see a person or place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travels to see a place or another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'visit'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'visit'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visitor from overseas was excited to explore our school and meet the students.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revisit the museum next term to see the new dinosaur exhibition.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planned a special visitation to the local wildlife sanctuary for our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signed the guestbook, and we loved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art gallery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Mum said we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farm;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visited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animals were so cute!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307531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and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'visit' = to go see someone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'visit'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visitors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'visit' — 3-Day Teaching Deck</dc:title>
  <dc:subject>PptxGenJS Presentation</dc:subject>
  <dc:creator>Word Labs</dc:creator>
  <cp:lastModifiedBy>Word Labs</cp:lastModifiedBy>
  <cp:revision>1</cp:revision>
  <dcterms:created xsi:type="dcterms:W3CDTF">2026-04-09T22:16:38Z</dcterms:created>
  <dcterms:modified xsi:type="dcterms:W3CDTF">2026-04-09T22:16:38Z</dcterms:modified>
</cp:coreProperties>
</file>