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'visit'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 to see"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'visit' — go to see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'visit' means 'go to see'.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'visit'.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'visit'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'visit'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'visit' means 'go to see'.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'visit'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'visit'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'visits' means 'goes to see a place or person for a short time'.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'visits' means 'leaves a place and never returns'.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'visit' means 'go to see'.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'visit' means 'to build something from scratch'.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'visit' means 'to go and see a person or place'.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'visit'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 to see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'visit'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visit or think about something again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visits a place or person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 a person or place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to see a place or person for a short time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went to see a person or place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'visit'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'visit'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plan to visit our grandparents next weekend.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Grandma visits us every Sunday afternoon.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revisit this topic tomorrow when we know more.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cousins in the city this weekend. The museum welcomes thousands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visitors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year.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castle on our holiday. We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same museum again this year. The inspector's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school was announced in advance.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go to see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'visit'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