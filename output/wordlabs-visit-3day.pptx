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'visit' has very few longer words built from it, so this deck practises adding the suffixes -s, -ed, -or and -ing to the base (Years 3–4). Only 9 words with 'visit'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first visitor to the new class garden asked if she could revisit it in spring.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revisited the rock pools at low tide and are already looking forward to revisiting them next summer.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'visit'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to see"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'visit' has very few longer words built from it, so this deck practises adding the suffixes -s, -ed, -or and -ing to the base (Years 3–4). Only 9 words with 'visit'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'visit' — go to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-or and -ing to the base 'visit'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'visit'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'visit'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'visit' means 'go to see'. You can find it in 'visits'.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'revisit',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'visitors',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'visits',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'visited',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'visiting',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'visitors',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'visits',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'visited',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'visiting',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'visitors',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'visit'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to 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'visit'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goes to see a place or person for a short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going to see a person or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go and see a person or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went to see a person or place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people who come to see a place or a person for a while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go and see a person or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goes to see a place or person for a short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went to see a person or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who come to see a place or a person for a while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going to see a person or place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'visit'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'visit'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to visit our grandparents next weekend.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visits us every Sunday afternoon.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summer, we visited a museum full of dinosaur bones.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new class garden asked if she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revisit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in spring.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revisited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rock pools at low tide and are already looking forward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revisiting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next summer.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'visit' = go to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'visit'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