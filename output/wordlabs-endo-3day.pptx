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'endo'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"within, inside, inner"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Greek: endon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'endo' — within, inside, inner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'endo' = within, inside, inner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'endo' means 'within, inside, inner'.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'endo'.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'endo'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'endo'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'endo' = within, inside, inner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'endo' means 'within, inside, inner'.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'endo'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'endo'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'endo' = within, inside, inner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morpheme 'endo' comes from Greek and means 'within' or 'inside'.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An endoscope is a tool used to look at things outside the body.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An endoskeleton is a skeleton found on the inside of the body.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Words containing 'endo' are often used in science and medicine.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morpheme 'endo' means 'above' or 'beyond'.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'endo'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'endo' = within, inside, inner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'endo'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within, inside, inner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Greek: endon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endoscope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endocrine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endoderm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endoskeleton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endospore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endothermic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endogenous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'endo'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'endo' = within, inside, inner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'endo'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-scope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meso-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-crine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peri-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-derm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neo-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291840" y="31272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-gen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poly-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291840" y="35844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-logy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5760" y="41788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508760" y="4178808"/>
            <a:ext cx="1243584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508760" y="4178808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hyper-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2779776" y="41788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127248" y="4178808"/>
            <a:ext cx="1243584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3127248" y="4178808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'endo'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398264" y="41788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4745736" y="4178808"/>
            <a:ext cx="1243584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745736" y="4178808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-scope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062472" y="41788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6473952" y="41788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73952" y="41788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endoscope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'endo'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'endo' = within, inside, inner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endoscope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skeleton found on the inside of the body, like the bones inside humans and other animals.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1907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19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endocrine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1907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1907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thin tube with a camera that doctors use to look inside your body.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49424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494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endoderm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49424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49424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that is produced or grows from within an organism or system rather than coming from outside.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79776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797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endoskeleton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79776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7977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innermost layer of cells in an animal's body during early development.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310128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3101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endospore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310128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310128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a reaction or animal that takes in or produces heat from within, like warm-blooded animals.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84048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endothermic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84048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8404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tough protective coating that some bacteria form around themselves when conditions get dangerous.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37083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3708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endogenous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37083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37083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 glands inside your body that release chemicals called hormones into your blood.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'endo'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'endo' = within, inside, inner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'endo'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doctor used an endoscope to look inside the patient's stomach without doing surgery.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have an endoskeleton, which means our bones are found on the inside of our bodies.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endocrine system releases hormones that help control how our bodies grow and work.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'endo' = within, inside, inner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'endo' = within, inside, inner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doctor used an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endoscope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examine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endoderm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layer during the procedure.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737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endoscope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endoderm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'endo' = within, inside, inner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endoscope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'endo' = within, inside, inner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endoscope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within, inside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look at, observe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'endo' = within, inside, inner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endoscope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within, inside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look at, observe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'endo' = within, inside, inner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endoscope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within, inside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look at, observe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03352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942207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5089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759577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759577" y="457200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/sk/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66826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6826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576947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76947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'endo' = within, inside, inner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endoderm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'endo' = within, inside, inner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endoderm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within, inside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skin, layer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'endo' = within, inside, inner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endoderm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within, inside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skin, layer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derm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'endo' = within, inside, inner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endoderm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within, inside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skin, layer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derm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03352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94220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75957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66826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57694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'endo' = within, inside, inner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'endo' = within, inside, inner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endoskeleton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protects vital organs, while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endocrine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system uses hormones, and an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endoscope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helps doctors see inside the body.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endoskeleton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endocrine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endoscope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'endo' = within, inside, inner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endoskeleton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'endo' = within, inside, inner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endoskeleton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within, inside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skeleton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bony frame of the body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'endo' = within, inside, inner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endoskeleton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within, inside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skeleton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bony frame of the body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skel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ton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'endo' = within, inside, inner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endoskeleton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within, inside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skeleton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bony frame of the body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skel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ton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2244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2244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546188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46188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140133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40133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734077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34077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328021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28021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921966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21966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515910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515910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109855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09855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703799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03799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297743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297743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891688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91688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'endo' = within, inside, inner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endocrine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'endo' = within, inside, inner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endocrine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within, inside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secrete, release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'endo' = within, inside, inner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endocrine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within, inside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secrete, release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crine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'endo' = within, inside, inner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endocrine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within, inside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secrete, release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crine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2387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2387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83159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159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3931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44703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4703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25475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475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254752" y="457200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/k/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06247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6247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87019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7019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67791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67791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'endo' = within, inside, inner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endoscope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'endo' = within, inside, inner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endoscope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within, inside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look at, observe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'endo' = within, inside, inner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endoscope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within, inside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look at, observe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'endo' = within, inside, inner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endoscope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within, inside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look at, observe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03352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942207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5089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759577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759577" y="457200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/sk/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66826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6826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576947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76947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'endo' = within, inside, inner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'endo'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'endo' = within, inside, inner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'endo'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-scope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meso-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-crine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peri-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-derm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neo-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971800" y="2825496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-gen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poly-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971800" y="3246120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-logy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endoscope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542032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42032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endocrine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718304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18304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endoderm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894576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94576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endoskeleton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65760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endospore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542032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42032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endothermic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718304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18304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endogenous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894576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94576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endoplasm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'endo' — 3-Day Teaching Deck</dc:title>
  <dc:subject>PptxGenJS Presentation</dc:subject>
  <dc:creator>Word Labs</dc:creator>
  <cp:lastModifiedBy>Word Labs</cp:lastModifiedBy>
  <cp:revision>1</cp:revision>
  <dcterms:created xsi:type="dcterms:W3CDTF">2026-04-03T03:22:21Z</dcterms:created>
  <dcterms:modified xsi:type="dcterms:W3CDTF">2026-04-03T03:22:21Z</dcterms:modified>
</cp:coreProperties>
</file>