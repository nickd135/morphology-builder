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'endo'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"within, inside, internal"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endon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'endo' — within, inside, internal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'endo' means 'within, inside, internal'.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'endo'.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'endo'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'endo'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'endo' means 'within, inside, internal'.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'endo'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'endo'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endoskeleton is a skeleton found on the outside of an animal's body, like a crab's shell.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Words containing 'endo' always describe things that are extremely large or outside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'endo' comes from Greek and means 'within' or 'inside'.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endoscope is a tool doctors use to see inside the body.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'endorphin' contains the root 'endo', relating to chemicals produced inside the brain.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'endo'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within, inside, internal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endon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endocrine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endospore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'endo'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-crine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-derm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skeleton that is found on the inside of an animal's body, like the bones inside a human or a fish.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endocrine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long, thin tube with a tiny camera that doctors use to look inside your body without cutting it open.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tough protective coat that some tiny bacteria grow on the inside to help them survive when conditions are harsh.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layer of cells that forms first when a baby animal is growing, which later becomes the lining of organs like the stomach.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 chemical made inside your brain that makes you feel happy or reduces pain, especially after exercise.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keep going through something hard or painful for a long time without giving up.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endospore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the glands inside your body that release chemicals called hormones directly into your blood.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'endo'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'endo'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an endoscope to look inside the patient's stomach without performing major surgery.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endoskeleton — made up of bones — protects our organs and helps us stand upright.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discovered that endorphins are released inside the brain during exercise, which is why people feel happy after a run.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doctor examine the patient's insides,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endoderm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clearly visible on the screen.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skin, layer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skin, layer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skin, layer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running the race,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tested,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endorphins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released inside her body kept her going,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endoskeleton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leg bones held strong.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last, to hold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last, to hold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last, to hold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orphin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morphine, a pain-relief substance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orphin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morphine, a pain-relief substance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orphin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morphine, a pain-relief substance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skelet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dried up body, skeleton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skelet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dried up body, skeleton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skelet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dried up body, skeleton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'endo' = within, inside, internal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-crine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-derm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endocrine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endoderm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endoskeleton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endorphin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endospore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'endo' — 3-Day Teaching Deck</dc:title>
  <dc:subject>PptxGenJS Presentation</dc:subject>
  <dc:creator>Word Labs</dc:creator>
  <cp:lastModifiedBy>Word Labs</cp:lastModifiedBy>
  <cp:revision>1</cp:revision>
  <dcterms:created xsi:type="dcterms:W3CDTF">2026-04-10T00:38:20Z</dcterms:created>
  <dcterms:modified xsi:type="dcterms:W3CDTF">2026-04-10T00:38:20Z</dcterms:modified>
</cp:coreProperties>
</file>