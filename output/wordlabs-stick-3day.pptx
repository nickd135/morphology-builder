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'unstick' really means 'to free something that is stuck'.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fingers were sticky from my ice block, so the sticker I got at school stuck to my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In art, we made a tiny scarecrow. A chopstick formed its body, a matchstick its arms, and an old candlestick held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'stick'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thin piece of wood; to attach"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'stick' — a thin piece of wood; to attach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'stick' means 'a thin piece of wood; to attach'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'stick'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'stick'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'stick'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'stick' means 'a thin piece of wood; to attach'. You can find it in 'nonstick'.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'drumstick' joins 'drum' and 'stick'.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'sticky', '-y' means 'characterised by'.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'stick' means 'a thin piece of wood; to attach'.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'joystick' means 'a lever you move to control a game or machine'.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'unstick' means 'a stick for hitting a drum'.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'drumstick' means 'a stick for hitting a drum'.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'nonstick' means 'designed so food does not stick to its surface, e.g. a frying pan'.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'stick' means 'a thin piece of wood; to attach'.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'joystick' means 'a lever you move to control a game or machine'.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'unstick' means 'a stick for hitting a drum'.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'drumstick' means 'a stick for hitting a drum'.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'nonstick' means 'designed so food does not stick to its surface, e.g. a frying pan'.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'stick'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thin piece of wood; to attach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unstick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drumstick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'stick'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160520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drumstick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lever you move to control a game or machine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long thin piece of wood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stick for hitting a drum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drumstick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free something that is stuck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designed so food does not stick to its surface, e.g. a frying pan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long thin piece of wood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designed so food does not stick to its surface, e.g. a frying pan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free something that is stuck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drumstick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stick for hitting a drum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lever you move to control a game or machine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'stick'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'stick'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fetched the stick from the garden.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warm water over the lid to unstick it from the jar.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leader tapped a drumstick to start the song.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fingers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sticky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my ice block, so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sticker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got at school stuck to my hand.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art, we made a tiny scarecrow.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chopstick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formed its body,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matchstick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arms, and an old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held it up.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matchstick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stick that makes fire when struck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stick that makes fire when struck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stick that makes fire when struck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 of wax with a wick that burns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piece of wood; to attach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'stick' = a thin piece of wood; to attach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sticker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chopstick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'stick'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