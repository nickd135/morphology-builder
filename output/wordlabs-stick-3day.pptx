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'stick'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adhere, fasten, or pierce"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stingere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'stick' — to adhere, fasten, or pierce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'stick' means 'to adhere, fasten, or pierce'.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'stick'.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'stick'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'stick'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'stick' means 'to adhere, fasten, or pierce'.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'stick'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'stick'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'sticker' means something that moves very quickly.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'-er' can be added to 'stick' to make 'sticker'.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'stick' comes from Greek and means 'to write'.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'sticky' contains the root 'stick'.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'drumstick' contains the root 'stick'.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'stick'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adhere, fasten, or pierce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stingere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drumstick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lipstick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chopstick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'stick'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lip-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lip-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a pan or surface that food does not stick or cling to when cooking.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coloured make-up product in a stick shape that people apply to their lips.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rod used to hit a drum to make music.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drumstick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a pair of thin sticks used to pick up and eat food, common in Asian cultures.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lipstick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something that clings to things or leaves a gluey feeling on your fingers.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chopstick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piece of paper or plastic with a sticky back that you press onto a surface.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fastening itself to another surface or getting caught on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'stick'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'stick'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gymnast used a nonstick grip on the bars so her hands would not slip during her routine.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Jake collected every shiny sticker he could find and filled three whole pages of his album.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held the candlestick carefully as she walked through the dark hallway during the power outage.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nonstick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pan was perfect for cooking,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sticker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its handle warned us not to overheat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adhere or cling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adhere or cling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adhere or cling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adhere or cling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that which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adhere or cling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that which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adhere or cling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that which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drumstick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tap the beat, while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sticky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toffee left a mess on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chopstick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she had borrowed.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drumstick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chopstick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percussion instrument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rod or something that pierces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percussion instrument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rod or something that pierces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percussion instrument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rod or something that pierces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adhere or cling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adhere or cling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adhere or cling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cut or break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rod used to pick up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cut or break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rod used to pick up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cut or break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rod used to pick up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to adhere, fasten, or pierce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lip-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drumstick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lipstick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chopstick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candlestick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'stick' — 3-Day Teaching Deck</dc:title>
  <dc:subject>PptxGenJS Presentation</dc:subject>
  <dc:creator>Word Labs</dc:creator>
  <cp:lastModifiedBy>Word Labs</cp:lastModifiedBy>
  <cp:revision>1</cp:revision>
  <dcterms:created xsi:type="dcterms:W3CDTF">2026-07-03T09:13:30Z</dcterms:created>
  <dcterms:modified xsi:type="dcterms:W3CDTF">2026-07-03T09:13:30Z</dcterms:modified>
</cp:coreProperties>
</file>