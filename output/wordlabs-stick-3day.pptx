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'stick'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thin piece of wood; to attach"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'stick' — a thin piece of wood; to attach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'stick' means 'a thin piece of wood; to attach'.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'stick'.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'stick'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'stick'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'stick' means 'a thin piece of wood; to attach'.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'stick'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'stick'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'stick' means 'a long thin piece of wood'.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'sticks' means 'soft round cushions'.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'sticks' means 'long thin pieces of wood'.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'stick' means 'a soft round cushion'.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'stick' means 'a thin piece of wood; to attach'.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'stick'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thin piece of wood; to attach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'stick'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487168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834640" y="37216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834640" y="37216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251960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599432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599432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95544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907024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907024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thin pieces of wood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long thin piece of wood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'stick'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'stick'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dog fetched the stick from the garden.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collected sticks to build a den in the woods.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hands were sticky after eating the toffee.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hands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sticky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eating the toffee. She put a shiny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sticker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her homework book.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fried the eggs in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nonstick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pan. She collects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stickers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every country she visits. 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sticking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pictures into his scrapbook.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nonstick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thin piece of wood; to attach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'stick' = a thin piece of wood; to attach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'stick'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sticks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'stick' — 3-Day Teaching Deck</dc:title>
  <dc:subject>PptxGenJS Presentation</dc:subject>
  <dc:creator>Word Labs</dc:creator>
  <cp:lastModifiedBy>Word Labs</cp:lastModifiedBy>
  <cp:revision>1</cp:revision>
  <dcterms:created xsi:type="dcterms:W3CDTF">2026-07-07T10:22:42Z</dcterms:created>
  <dcterms:modified xsi:type="dcterms:W3CDTF">2026-07-07T10:22:42Z</dcterms:modified>
</cp:coreProperties>
</file>