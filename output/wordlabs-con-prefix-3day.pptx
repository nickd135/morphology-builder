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'con-'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"together, with, thoroughly"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com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Prefix 'con-' — together, with, thoroughly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'con-' = together, with, thoroughly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prefix 'con-' means 'together, with, thoroughly'.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prefix 'con-'.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base words and other morphemes to build and decode 'con-'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'con-'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'con-' = together, with, thoroughly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The prefix 'con-' means 'together, with, thoroughly'.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In 'connect', the root is the part after the prefix 'con-'.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'-ed' changes a verb to past tense.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'con-' = together, with, thoroughly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prefix 'con-' comes from Latin and means 'together' or 'with'.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prefix 'con-' always stays spelled exactly as 'con-' no matter what letter follows it.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word 'connect' uses the prefix 'con-' meaning together.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Adding 'con-' to a base word always makes the word mean the opposite.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prefix 'con-' can help us understand the meaning of words like 'construct' and 'confirm'.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 'con-'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'con-' = together, with, thoroughly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together, with, thoroughly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com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prefix: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connect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construct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contain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confirm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convert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conclude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consider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'con-'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'con-' = together, with, thoroughly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'con-'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nect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tain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firm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-tion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vert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48716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834640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834640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nect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81304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160520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160520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184648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596128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596128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connect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'con-' = together, with, thoroughly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connect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think carefully about something before making a decision.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construct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say that something is definitely true or will definitely happen.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contain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finish something or decide something after thinking carefully.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confirm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change something from one form or use into another.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convert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join two or more things together so they work as one.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conclude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hold something inside or keep it from spreading.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consider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build or put something together carefully, piece by piece.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'con-'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'con-' = together, with, thoroughly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'con-'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students worked together to construct a model of the solar system.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you confirm that the excursion is on Friday?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need to connect the two pieces of wire carefully.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'con-' = together, with, thoroughly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'con-' = together, with, thoroughly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engineer helped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construct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bridge and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confirm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it was safe.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construct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confirm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'con-' = together, with, thoroughly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construct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'con-' = together, with, thoroughly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construct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'con-' = together, with, thoroughly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construct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'con-' = together, with, thoroughly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construct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ct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'con-' = together, with, thoroughly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confirm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'con-' = together, with, thoroughly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confirm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thoroughly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firm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strong or fixed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'con-' = together, with, thoroughly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confirm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thoroughly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firm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strong or fixed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firm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'con-' = together, with, thoroughly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confirm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thoroughly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firm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strong or fixed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firm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'con-' = together, with, thoroughly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'con-' = together, with, thoroughly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the meeting, we had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consider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plan,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connect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our ideas, and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conclude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with a decision.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consider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connect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conclude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'con-' = together, with, thoroughly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consider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'con-' = together, with, thoroughly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consider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thoroughly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sider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examine, think about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'con-' = together, with, thoroughly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consider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thoroughly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sider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examine, think about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sid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'con-' = together, with, thoroughly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consider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thoroughly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sider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examine, think about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sid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'con-' = together, with, thoroughly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connect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'con-' = together, with, thoroughly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connect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bind, tie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'con-' = together, with, thoroughly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connect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bind, tie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nect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'con-' = together, with, thoroughly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connect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bind, tie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nect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nn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ct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'con-' = together, with, thoroughly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conclude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'con-' = together, with, thoroughly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conclude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clude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close, shut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'con-' = together, with, thoroughly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conclude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clude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close, shut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clude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'con-' = together, with, thoroughly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conclude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clude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close, shut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clude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'con-' = together, with, thoroughly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'con-'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'con-' = together, with, thoroughly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'con-'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nect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tain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firm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-tion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vert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connect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construct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contain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confirm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convert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conclude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consider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contribute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Prefix 'con-' — 3-Day Teaching Deck</dc:title>
  <dc:subject>PptxGenJS Presentation</dc:subject>
  <dc:creator>Word Labs</dc:creator>
  <cp:lastModifiedBy>Word Labs</cp:lastModifiedBy>
  <cp:revision>1</cp:revision>
  <dcterms:created xsi:type="dcterms:W3CDTF">2026-03-26T07:32:22Z</dcterms:created>
  <dcterms:modified xsi:type="dcterms:W3CDTF">2026-03-26T07:32:22Z</dcterms:modified>
</cp:coreProperties>
</file>