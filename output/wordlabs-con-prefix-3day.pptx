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"together, with,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'con-' — together, with,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'con-' means 'together, with,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'con-' means 'together, with,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'connect', the root is the part after the prefix 'con-'.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'con-' always stays spelled exactly the same in every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'con-' comes from the Latin word 'cum'.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'connect' uses the prefix 'con-' to mean things are joined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'con-' means 'against' or 'opposite'.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'con-' can mean 'together' or 'with'.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together, with,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1846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5961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961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focus all your attention on one 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for certain that something is true or will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carefully about something before making a decision.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 or use into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two or more things together so they work or go with each 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inside, like a box containing toys.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a building or a model.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worked together to construct a model of the solar system.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concentrate on your work so you can finish before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consider both sides of the argument before deciding.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cables carefully before 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machine is ready.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steady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steady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steady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builder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shelter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contribute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supplies to the camp.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tribut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tribut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tribut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'con-' — 3-Day Teaching Deck</dc:title>
  <dc:subject>PptxGenJS Presentation</dc:subject>
  <dc:creator>Word Labs</dc:creator>
  <cp:lastModifiedBy>Word Labs</cp:lastModifiedBy>
  <cp:revision>1</cp:revision>
  <dcterms:created xsi:type="dcterms:W3CDTF">2026-04-10T00:55:35Z</dcterms:created>
  <dcterms:modified xsi:type="dcterms:W3CDTF">2026-04-10T00:55:35Z</dcterms:modified>
</cp:coreProperties>
</file>