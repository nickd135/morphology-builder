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'convert' really means 'to change something from one form, use, or system into another'.
'conserve' really means 'to protect something and keep it from being lost or wasted'.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the captain gave the command, the whole team had to cooperate to pull the boat up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wanted to conquer her fear of heights. The climbing gym was convenient, and for extra convenience it had shoes to borrow.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'con-'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or together"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'con-' — with or together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'con-' means 'with or together'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'con-'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'con-'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'con-'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'con-' means 'with or together'. In 'conduct', it is added to 'duct'.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'conduct', the base is 'duct' (lead).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'convenient', '-ent' means 'doing; having the quality of; one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'con-' means 'with or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'conduct' means 'to carry out or organise something, such as an experiment or meeting'.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'convert' means 'to carry out an action, often a crime, or to promise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'conform' means 'to behave or act according to accepted rules or standards'.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'conserve' means 'to change something from one form, use, or system into another'.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'con-' means 'with or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'conduct' means 'to carry out or organise something, such as an experiment or meeting'.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'convert' means 'to carry out an action, often a crime, or to promise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'conform' means 'to behave or act according to accepted rules or standards'.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'conserve' means 'to change something from one form, use, or system into another'.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'con-'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or together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'con-'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squeeze or press something so it takes up less space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protect something and keep it from being lost or wasted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carry out an action, often a crime, or to promise to do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carry out or organise something, such as an experiment or meeting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change something from one form, use, or system into another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written agreement between people that they must follow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behave or act according to accepted rules or standards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carry out an action, often a crime, or to promise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carry out or organise something, such as an experiment or meeting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behave or act according to accepted rules or standards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change something from one form, use, or system into another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squeeze or press something so it takes up less space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protect something and keep it from being lost or wasted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written agreement between people that they must follow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'con-'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'con-'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 to convert the loft into a bedroom.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conserve water during the drought.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lot of confusion when the fire alarm went off during the test.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captain gave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whole team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cooperate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pull the boat up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co- before 'o'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co- before 'o'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co- before 'o'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order; command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order; command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order; command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wanted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fear of heights. The climbing gym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convenient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for extra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had shoes to borrow.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seek; ask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seek; ask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conquer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seek; ask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'con-' = with or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'con-'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