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"with or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'con-' — with or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'con-' means 'with or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'con-'.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'con-'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'con-' means 'with or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'congo', the root is the part after the prefix 'con-'.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'commit' means 'to quietly whisper a secret'.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'con' means 'with or together'.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'congo' means 'a type of fast dance done in a long line'.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'commit' means 'to carry out an action, often a crime, or to promise to do something'.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'congo' means 'a country and river in Central Africa'.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'con-'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or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83464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03250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03250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from one form, use, or system into another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out or organise something, such as an experiment or meeting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competition where people try to win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behave or act according to accepted rules or standards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conform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country and river in Central Africa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out an action, especially a crime, or promises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carry out an action, often a crime, or to promise to do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Congo River flows through the rainforest in Central Africa.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suspect was accused of trying to commit a crime.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commits that offence will be punished.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 at the hotel received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complimentary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breakfast each morning. The senator gave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congressional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speech about the new law.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slowly regained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fainting. It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decision that changed the whole plan. My brother has two games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consoles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connected to the TV.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consequential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consoles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scious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scious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sequ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sequ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sequ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consoles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consoles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sun; alone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consoles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sun; alone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consoles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sun; alone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with or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congo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conform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'con-'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