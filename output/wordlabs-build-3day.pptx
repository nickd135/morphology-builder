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'build' has very few longer words built from it, so this deck practises adding the suffixes -s, -er and -ing to the base (Years 3–4). Only 9 words with 'build'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After the storm, a builder came to help us rebuild the back fence.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Many buildings were damaged by the flood, and workers are rebuilding the school hall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'build'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by putting parts together"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'build' has very few longer words built from it, so this deck practises adding the suffixes -s, -er and -ing to the base (Years 3–4). Only 9 words with 'build'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'build' — make by putting parts together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-er and -ing to the base 'build'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'build'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'build'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'build' means 'make by putting parts together'. You can find it in 'builds'.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'rebuilds',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'builders',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'builds',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'building',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'builder',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'builders',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'buildings',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'builds',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'building',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'builder',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'builders',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'buildings',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'build'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by putting parts together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'build'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2374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2374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6616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5876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85876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7258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084064" y="2971800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29718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puts together the parts of something to make it whole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builds something again after it has been damaged or destroyed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something by putting parts together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structure with walls and a roof, such as a house or school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people whose job is to construct buildings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by putting parts together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puts together the parts of something to make it whole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builds something again after it has been damaged or destroyed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people whose job is to construct buildings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structure with walls and a roof, such as a house or school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'build'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'build'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workers will build a new bridge across the river.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builds model aeroplanes out of balsa wood.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council rebuilds the playground every time it is vandalised.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storm,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came to help us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back fence.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damaged by the flood, and workers are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rebuilding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school hall first.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by putting parts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'build'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'build' = make by putting parts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94576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'build'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