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'build'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by putting parts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'build' — make by putting parts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'build' means 'make by putting parts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'build'.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'build'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'build'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'build' means 'make by putting parts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'build'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'build'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'build' means 'make by putting parts together'.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'builds' means 'breaks something into small pieces'.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'builds' means 'puts together the parts of something to make it whole'.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'build' means 'to make something by putting parts together'.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'build' means 'to break something into small pieces'.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'build'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by putting parts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'build'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0876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508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63347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980944" y="32644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980944" y="32644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398264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45736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745736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641848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53328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53328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by putting parts together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construct buildings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whose job is to construct buildings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together the parts of something to make it whole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destroyed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'build'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'build'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will build a new bridge across the river.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builds model aeroplanes out of balsa wood.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finished the new house in just three months.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is a tall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centre of town. The city council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playground every time it is vandalised.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skyline was full of tall glass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buildings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Workers spent months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rebuilding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bridge after the flood. The council worried developers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overbuild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small town with too many new flats.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overbuild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overbuild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by putting parts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'build' = make by putting parts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'build'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'build'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