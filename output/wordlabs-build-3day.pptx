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'build'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construct or put together"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byldan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'build' — to construct or put together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'build' means 'to construct or put together'.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'build'.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'build'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'build'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'build' means 'to construct or put together'.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'build'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'build'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'builder' is a person who constructs things.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'rebuild' means to destroy something permanently.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'-ing' can be added to 'build' to make 'building'.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building is a structure you can enter and use for shelter or work.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're-' in 'rebuild' means to do something for the very first time.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'build'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construct or put together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byldan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outbuild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upbuilding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'build'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constructs buildings and other structures.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something again after it has been damaged or destroyed.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more or better than someone else.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developing or improving something over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outbuild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whose job is to construct buildings.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upbuilding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constructing something again from scratch.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with walls and a roof, like a house or school.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'build'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'build'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 carefully measured each wall before nailing the timber in place.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the community worked together on rebuilding the damaged hall.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the construction team as they started building the new school library.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spent all morning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rebuilding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collapsed stone wall.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builders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rebuilding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hall, but the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building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must be finished before winter.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 or a result of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 or a result of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 or a result of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outbuild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upbuilding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overbuild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'build' — 3-Day Teaching Deck</dc:title>
  <dc:subject>PptxGenJS Presentation</dc:subject>
  <dc:creator>Word Labs</dc:creator>
  <cp:lastModifiedBy>Word Labs</cp:lastModifiedBy>
  <cp:revision>1</cp:revision>
  <dcterms:created xsi:type="dcterms:W3CDTF">2026-03-25T03:05:42Z</dcterms:created>
  <dcterms:modified xsi:type="dcterms:W3CDTF">2026-03-25T03:05:42Z</dcterms:modified>
</cp:coreProperties>
</file>