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'build'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construct or make"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buildjan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'build' — to construct or make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'build' means 'to construct or make'.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'build'.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'build'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'build'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'build' means 'to construct or make'.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'build'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'build'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'builder' is a person who constructs or makes structures.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'-ing' to 'build' gives you the word 'building'.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'build' comes from the ancient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'out' in 'outbuilding' means 'before' or 'earlier'.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'rebuild' contains the root 'build' with a prefix added to the front.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'build'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construct or make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buildjan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upbuilding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'build'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constructs houses or other structures.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destroyed.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whose job is to construct buildings.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upbuilding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building separate from the main one, like a shed or barn.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developing or strengthening something over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constructing something again that was broken or destroyed.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with walls and a roof, like a school or house.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'build'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'build'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used strong bricks and steel beams to construct the new school hall.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community worked together to start rebuilding the damaged bridge.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outbuilding at the back of the farm was used to store tools and hay.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planned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library.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finished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quickly, but they still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collapsed fence.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or separate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result of an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or separate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result of an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or separate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result of an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 or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to construct or make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upbuilding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outbuilding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'build' — 3-Day Teaching Deck</dc:title>
  <dc:subject>PptxGenJS Presentation</dc:subject>
  <dc:creator>Word Labs</dc:creator>
  <cp:lastModifiedBy>Word Labs</cp:lastModifiedBy>
  <cp:revision>1</cp:revision>
  <dcterms:created xsi:type="dcterms:W3CDTF">2026-04-09T21:53:55Z</dcterms:created>
  <dcterms:modified xsi:type="dcterms:W3CDTF">2026-04-09T21:53:55Z</dcterms:modified>
</cp:coreProperties>
</file>