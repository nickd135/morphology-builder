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'watch'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 at or observe"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vigilare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'watch' — to look at or observe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'watch' means 'to look at or observe'.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'watch'.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'watch'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'watch'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'watch' means 'to look at or observe'.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'watch'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'watch'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'watch' comes from a French word meaning to sleep.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'-ful' to 'watch' makes the word 'watchful', meaning alert and observant.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'stopwatch' contains the root 'watch'.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'-ing' changes 'watch' into a noun that names a type of clock.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'watchman' is a person who keeps guard and observes a place.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'watch'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 at or observe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vigilare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watchman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outwatch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'watch'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death-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looked at something in the past, like you watched the sunset yesterday.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very careful and alert, always looking out for things around you.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clock used to time events exactly, like races at sports day.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longer or more carefully than someone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watchman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looks at something carefully, like a bird watcher in the park.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outwatch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guard and keep an eye on a building at night.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looking at something as it happens, like watching a movie.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'watch'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'watch'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watchful lifeguard kept her eyes on every swimmer in the pool.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a stopwatch to time how fast each student ran around the oval.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birdwatcher sat quietly in the bush, waiting for a rare cockatoo to appear.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watchful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security guard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stopwatch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time the patrol around the building.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nightwatch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volunteer, always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watching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reminded the younger students that a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watcher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notices everything.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nightwatch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nightwatch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nightwatch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dark hours, time of darkness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nightwatch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dark hours, time of darkness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nightwatch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dark hours, time of darkness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observe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death-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watchman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outwatch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nightwatch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'watch' — 3-Day Teaching Deck</dc:title>
  <dc:subject>PptxGenJS Presentation</dc:subject>
  <dc:creator>Word Labs</dc:creator>
  <cp:lastModifiedBy>Word Labs</cp:lastModifiedBy>
  <cp:revision>1</cp:revision>
  <dcterms:created xsi:type="dcterms:W3CDTF">2026-04-09T22:16:58Z</dcterms:created>
  <dcterms:modified xsi:type="dcterms:W3CDTF">2026-04-09T22:16:58Z</dcterms:modified>
</cp:coreProperties>
</file>