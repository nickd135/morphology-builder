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'watch'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"look at for a time"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'watch' — look at for a time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'watch' means 'look at for a time'.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'watch'.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'watch'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'watch'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'watch' means 'look at for a time'.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'watch'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'watch'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'watch' means 'look at for a time'.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'watch' means 'to look at someone or something carefully for a period of time'.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'watched' means 'cooked something in the oven'.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'watched' means 'looked at carefully, past tense of watch'.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'watch' means 'to listen closely to music'.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'watch'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 at for a time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'watch'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50876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150876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92608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27355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327355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1696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45811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811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clocks that people wear on their wrists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someone or something carefully for a period of time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looked at carefully, past tense of watch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'watch'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'watch'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like to watch the sunset every evening.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watched the film together last night.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sold digital and analogue watches.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watchers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tower reported every movement below.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watchful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guard noticed the open gate at once.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for a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for a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for a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for a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for a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for a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spent the afternoon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watching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birds in the garden. The dog waited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watchfully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door for its owner.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watchfulness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her spot the mistake early.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for a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for a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for a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for a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for a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for a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for a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for a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for a 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tch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'watch' = look at for a time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'watch'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watched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'watch' — 3-Day Teaching Deck</dc:title>
  <dc:subject>PptxGenJS Presentation</dc:subject>
  <dc:creator>Word Labs</dc:creator>
  <cp:lastModifiedBy>Word Labs</cp:lastModifiedBy>
  <cp:revision>1</cp:revision>
  <dcterms:created xsi:type="dcterms:W3CDTF">2026-07-07T10:24:23Z</dcterms:created>
  <dcterms:modified xsi:type="dcterms:W3CDTF">2026-07-07T10:24:23Z</dcterms:modified>
</cp:coreProperties>
</file>