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'watch' has very few longer words built from it, so this deck practises adding the suffixes -es, -ful, -ing and -ed to the base (Years 3–4). Only 5 words with 'watch' suit Years 3–7, so there is no Day 3 dictation. Day 3 is the word matrix lesson only.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-s really means 'more than one, or someone does it now'.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We watched the kookaburras splash in the birdbath after school.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'watch'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"look at for a time"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'watch' has very few longer words built from it, so this deck practises adding the suffixes -es, -ful, -ing and -ed to the base (Years 3–4). Only 5 words with 'watch' suit Years 3–7, so there is no Day 3 dictation. Day 3 is the word matrix lesson only.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'watch' — look at for a time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'watch'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'watch' = look at for a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-es, -ful, -ing and -ed to the base 'watch'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-ed means it has already happened).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find the base 'watch' inside each longer word.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'watch'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'watch'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'watch' = look at for a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'watch' means 'look at for a time'. You can find it in 'watches'.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'watchful', '-ful' means 'full of'.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'watches', '-es' means 'plural or present tense'.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'watch'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'watch' = look at for a time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'watches', the suffix '-es'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'watching', the suffix '-ing'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'watched', the suffix '-ed' tells us it has already happened.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'watch'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'watch' = look at for a time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'watches', the suffix '-es'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'watching', the suffix '-ing'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'watched', the suffix '-ed' tells us it has already happened.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'watch'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'watch'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'watch' = look at for a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'watch'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look at for a time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watchful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watching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'watch'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'watch'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'watch' = look at for a time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463040" y="3374136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463040" y="337413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50545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798064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798064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611880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023360" y="3374136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23360" y="3374136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watches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'watch'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'watch'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'watch' = look at for a time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small clocks that people wear on their wrists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look at someone or something carefully for a period of time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watchful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looking at something carefully, present participle of watch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paying close attention in order to notice danger or problems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'watch'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'watch'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'watch' = look at for a time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look at someone or something carefully for a period of 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small clocks that people wear on their wrists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watchful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paying close attention in order to notice danger or problems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looking at something carefully, present participle of watch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'watch'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'watch'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'watch' = look at for a time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'watch'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like to watch the sunset every evening.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shop sold digital and analogue watches.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watchful guard noticed the open gate at once.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'watch'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'watch' = look at for a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'watch'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'watch' = look at for a time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watched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kookaburras splash in the birdbath after school.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'watch'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'watch' = look at for a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'watch'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'watch' = look at for a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for a time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'watch'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'watch' = look at for a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for a time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watched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'watch'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'watch' = look at for a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for a time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watched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7004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7004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123944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23944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577840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0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tch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03173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3173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'watch'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'watch' = look at for a time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'watch'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'watch' = look at for a time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6300" y="2734056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'watch'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