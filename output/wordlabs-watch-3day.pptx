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'watch'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wachtan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'watch' — to look at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'watch' means 'to look at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'watch'.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'watch'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'watch'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'watch' means 'to look at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'watch'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'watch'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'watchful' contains the root 'watch' and means being alert and paying close attention.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'watch'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'watchman' is a person who guards or keeps a lookout over a place.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'-er' to 'watch' creates a word that means a person who watches.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'unwatched' means being watched very carefully all the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'watch'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wachtan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overwatching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'watch'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something carefully as it happens, like watching a movie.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guard and keep an eye on a building or place at night.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being looked at or supervised by anyone.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over someone or something too much or from a high position to keep it safe.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careful and always paying attention to what is happening around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overwatching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watches and plans so cleverly that they beat another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something closely, like a bird watcher who looks for birds.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'watch'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'watch'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watchful lifeguard kept his eyes on the swimmers in the pool at all times.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neighbour works as a night watchman at the museum on weekends.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rewatched her favourite documentary about sharks three times this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ranger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rewatching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footage to find the missing animal.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unwatched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rewatching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cartoons,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soon noticed.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to look at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watchman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outwit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overwatching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unwatched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rewatched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'watch' — 3-Day Teaching Deck</dc:title>
  <dc:subject>PptxGenJS Presentation</dc:subject>
  <dc:creator>Word Labs</dc:creator>
  <cp:lastModifiedBy>Word Labs</cp:lastModifiedBy>
  <cp:revision>1</cp:revision>
  <dcterms:created xsi:type="dcterms:W3CDTF">2026-03-25T03:28:43Z</dcterms:created>
  <dcterms:modified xsi:type="dcterms:W3CDTF">2026-03-25T03:28:43Z</dcterms:modified>
</cp:coreProperties>
</file>