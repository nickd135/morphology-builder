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'ultra-'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'ultrasound' really means 'a medical scan that uses high-frequency sound waves'.
'ultramarine' really means 'a deep, vivid shade of blue'.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Bats use ultrasonic sounds to find insects in the dark.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'ultra-'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"beyond; extreme"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'ultra-'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'ultra-' — beyond; extreme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'ultra-' means 'beyond; extreme'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'ultra-'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'ultra-'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'ultra-'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'ultra-' means 'beyond; extreme'. In 'ultrasound', it is added to 'sound'.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'ultrasound', the base is 'sound' (something you hear; noise).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'ultra-' means 'beyond; extreme'.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'ultraviolet' means 'a type of light beyond violet that human eyes cannot see'.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'ultrasound' means 'a deep, vivid shade of blue'.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'ultramodern' means 'extremely new and up to date'.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'ultramarine' means 'a medical scan that uses high-frequency sound waves'.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'ultra-' means 'beyond; extreme'.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'ultraviolet' means 'a type of light beyond violet that human eyes cannot see'.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'ultrasound' means 'a deep, vivid shade of blue'.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'ultramodern' means 'extremely new and up to date'.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'ultramarine' means 'a medical scan that uses high-frequency sound waves'.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'ultra-'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beyond; extreme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ultrasound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ultramarine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ultramodern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'ultra-'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sonic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3522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3522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233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434840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4840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ultrasound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deep, vivid shade of blue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ultramarine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medical scan that uses high-frequency sound waves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ultramodern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type of light beyond violet that human eyes cannot see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extremely new and up to date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medical scan that uses high-frequency sound waves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ultramarine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deep, vivid shade of blue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ultramodern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extremely new and up to date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type of light beyond violet that human eyes cannot see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'ultra-'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'ultra-'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 used an ultrasound to check the dog's heart.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 mixed ultramarine paint for the sky.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ultramodern library has robots that sort books.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 use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ultrasonic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sounds to find insects in the dark.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ultrasonic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ultrasonic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ultrasonic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sound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ultrasonic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sound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ultrasonic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sound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'ultra-'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'ultra-' = beyond; extreme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sonic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ultrasonic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'ultra-'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