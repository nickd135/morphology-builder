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without,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'in-' — not, without,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'in-' means 'not, without,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'in-'.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'in-'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'in-' means 'not, without,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'incorrect', the root is the part after the prefix 'in-'.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'in-' can mean 'not', so 'incorrect' means not correct.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'in-' always means 'inside' or 'into'.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'invisible' uses 'in-' to mean something cannot be seen.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'in-'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'in-' to a word never changes its meaning.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'in-'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without,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situation that is not fair or right.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correct; having a mistake or error.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doing anything; not moving or working.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needing help from others; able to do things on your own.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formal or official; relaxed and casual.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finished or not having all its parts.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be seen; hidden from sight.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my answer was incorrect, so I checked it again.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superhero became invisible and nobody could see 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felt independent after learning to tie his own shoes.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incomplete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 students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uncertain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what to do.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uncertain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finished, whole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finished, whole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finished, whole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uncertain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uncertain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sure, definite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uncertain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sure, definite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uncertain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sure, definite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injustice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invisible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 was applied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incorrectly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making the competition unfair.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fair, right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fair, right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fair, right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'in-' — 3-Day Teaching Deck</dc:title>
  <dc:subject>PptxGenJS Presentation</dc:subject>
  <dc:creator>Word Labs</dc:creator>
  <cp:lastModifiedBy>Word Labs</cp:lastModifiedBy>
  <cp:revision>1</cp:revision>
  <dcterms:created xsi:type="dcterms:W3CDTF">2026-03-26T07:35:33Z</dcterms:created>
  <dcterms:modified xsi:type="dcterms:W3CDTF">2026-03-26T07:35:33Z</dcterms:modified>
</cp:coreProperties>
</file>