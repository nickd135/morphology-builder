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'incorrect' really means 'not correct or wrong'.
'import' really means 'to bring goods into a country from abroad'.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Our teacher said it is illegal to pick the wildflowers in the national park. Their irregular shapes made great sketches instead.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Sam had an irrational idea that his cat could read, but Mia said, 'That's illogical, because cats are illiterate!'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Prefix: 'in-'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"not; into"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'in-' — not; into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'in-' = not; into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prefix 'in-' means 'not; into' and how it changes the meaning of a word.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prefix 'in-'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add 'in-' to a base and explain the new word's meaning.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'in-'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'in-' = not; into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base to change its meaning. The prefix 'in-' means 'not; into'. In 'import', it is added to 'port'.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is the main part of a word that carries its meaning. In 'import', the base is 'port' (carry).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'in-' = not; into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prefix 'in-' means 'not; into'.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'inform' means 'to tell someone facts or information about something'.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'incorrect' means 'to bring goods into a country from abroad'.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'inland' means 'away from the coast, towards the middle of a country'.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'import' means 'not correct or wrong'.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'in-' = not; into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prefix 'in-' means 'not; into'.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'inform' means 'to tell someone facts or information about something'.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'incorrect' means 'to bring goods into a country from abroad'.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'inland' means 'away from the coast, towards the middle of a country'.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'import' means 'not correct or wrong'.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 'in-'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'in-' = not; into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'in-'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not; into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prefix: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import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incorrect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insect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inland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51460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1460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inspect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6344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instruct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'in-'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'in-' = not; into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2029968"/>
            <a:ext cx="2194560" cy="365760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26314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314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6314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8630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630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correct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86300" y="2834640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8630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686300" y="3236976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8630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land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463040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1463040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23113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2523744" y="3776472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2523744" y="37764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474720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3886200" y="3776472"/>
            <a:ext cx="146304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86200" y="3776472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'in-'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'in-' = not; into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import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not correct or wrong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bring goods into a country from abroad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incorrect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tell someone clearly how to do something or what to do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insect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look at something closely to check it is correct or safe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inland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a small creature with six legs, often with wings and a hard outer body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74904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7490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inspect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74904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74904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 to tell someone facts or information about something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26110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426110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instruct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14600" y="426110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426110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 away from the coast, towards the middle of a country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'in-'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'in-' = not; into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import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bring goods into a country from abroad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tell someone facts or information about something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incorrect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not correct or wrong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insect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 small creature with six legs, often with wings and a hard outer body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inland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away from the coast, towards the middle of a country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74904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7490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inspect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74904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74904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 to look at something closely to check it is correct or safe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26110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426110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instruct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14600" y="426110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426110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 to tell someone clearly how to do something or what to do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'in-'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'in-' = not; into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'in-'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inform your teacher if you will be absent tomorrow.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he gave was incorrect, so he tried again.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 whisper was almost inaudible from the back of the hall.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'in-' = not; into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'in-' = not; into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teacher said it is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illegal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pick the wildflowers in the national park. Their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irregular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shapes made great sketches instead.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illegal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irregular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'in-' = not; into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illegal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'in-' = not; into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illegal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in- becomes il- before 'l'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legal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by law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'in-' = not; into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illegal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in- becomes il- before 'l'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legal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by law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gal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'in-' = not; into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illegal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in- becomes il- before 'l'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legal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by law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gal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'in-' = not; into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irregular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'in-' = not; into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irregular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in- becomes ir- before 'r'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regular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usual; even pattern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'in-' = not; into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irregular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in- becomes ir- before 'r'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regular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usual; even pattern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lar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'in-' = not; into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irregular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in- becomes ir- before 'r'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regular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usual; even pattern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lar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rr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'in-' = not; into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'in-' = not; into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had an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irrational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idea that his cat could read, but Mia said, 'That's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illogical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because cats are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illiterate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!'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486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illogical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2232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2232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32232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illiterate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2232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9600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600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09600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irrational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9600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'in-' = not; into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illogical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'in-' = not; into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illogical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in- becomes il- before 'l'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logical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sense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'in-' = not; into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illogical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in- becomes il- before 'l'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logical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sense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'in-' = not; into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illogical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in- becomes il- before 'l'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logical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sense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'in-' = not; into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illiterate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'in-' = not; into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illiterate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in- becomes il- before 'l'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literate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 read and write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'in-' = not; into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illiterate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in- becomes il- before 'l'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literate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 read and write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'in-' = not; into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illiterate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in- becomes il- before 'l'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literate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 read and write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'in-' = not; into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irrational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'in-' = not; into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irrational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in- becomes ir- before 'r'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rational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reasonable; based on logic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'in-' = not; into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irrational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in- becomes ir- before 'r'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rational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reasonable; based on logic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'in-' = not; into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irrational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in- becomes ir- before 'r'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rational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reasonable; based on logic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rr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'in-' = not; into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6314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6314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314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6314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6314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630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8630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630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630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630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'in-' = not; into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is the matrix. Which words did you build?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581912"/>
            <a:ext cx="2194560" cy="292608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1911096"/>
            <a:ext cx="2194560" cy="292608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26314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314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6314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8630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630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86300" y="1581912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630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86300" y="1911096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8630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86300" y="2240280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630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correct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86300" y="2569464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8630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686300" y="2898648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86300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Prefix 'in-' — Teaching Deck</dc:title>
  <dc:subject>PptxGenJS Presentation</dc:subject>
  <dc:creator>Word Labs</dc:creator>
  <cp:lastModifiedBy>Word Labs</cp:lastModifiedBy>
  <cp:revision>1</cp:revision>
  <dcterms:created xsi:type="dcterms:W3CDTF">2026-10-22T10:14:35Z</dcterms:created>
  <dcterms:modified xsi:type="dcterms:W3CDTF">2026-10-22T10:14:35Z</dcterms:modified>
</cp:coreProperties>
</file>