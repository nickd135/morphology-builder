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without,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'in-' — not, without,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'in-' means 'not, without,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'in-' means 'not, without,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'invisible', the root is the part after the prefix 'in-'.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'in-' can mean 'not' or 'without'.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'insect' uses 'in-' to mean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All words beginning with 'in-' use the prefix meaning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'in-' sometimes changes to 'im-' before letters like 'm' and 'p'.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'Invisible' means something cannot be seen.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without,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unfair or not right.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seen.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do things without needing help from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and casual, not following strict rules.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going the straightest or most obvious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right or not accurate.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finished or missing parts.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magician's trick made the coin look invisible to the audience.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independent after learning to ride her bike without help.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said it was incorrect to leave the answer blank.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incorrect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say the answer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incomplete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or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or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or accurate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or whole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plete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you can make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decisions without feeling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insecure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strict rules or customs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strict rules or customs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strict rules or customs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or confident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'in-' = not, without,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incomplete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incorrect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injustice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'in-' — 3-Day Teaching Deck</dc:title>
  <dc:subject>PptxGenJS Presentation</dc:subject>
  <dc:creator>Word Labs</dc:creator>
  <cp:lastModifiedBy>Word Labs</cp:lastModifiedBy>
  <cp:revision>1</cp:revision>
  <dcterms:created xsi:type="dcterms:W3CDTF">2026-04-10T00:59:19Z</dcterms:created>
  <dcterms:modified xsi:type="dcterms:W3CDTF">2026-04-10T00:59:19Z</dcterms:modified>
</cp:coreProperties>
</file>