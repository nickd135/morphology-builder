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'in-'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"not, without, into"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in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'in-' — not, without, into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'in-' means 'not, without, into'.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'in-'.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'in-'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'in-'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'in-' means 'not, without, into'.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'invisible', the root is the part after the prefix 'in-'.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'insect' uses 'in-' to mean 'not'.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'in-' can mean 'not' or 'without'.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'in-' sometimes changes to 'im-' before letters like 'm' and 'p'.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'Invisible' means something cannot be seen.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All words beginning with 'in-' use the prefix meaning 'not'.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'in-'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not, without, into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in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invisible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incomplete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independent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indirect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injustice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'in-'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'in-'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visible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complete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formal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dependent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visible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invisible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invisible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is unfair or not right.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incomplete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cannot be seen.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do things without needing help from others.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independent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Relaxed and casual, not following strict rules.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going the straightest or most obvious way.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indirect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right or not accurate.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injustice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finished or missing parts.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'in-'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'in-'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magician's trick made the coin look invisible to the audience.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felt independent after learning to ride her bike without help.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said it was incorrect to leave the answer blank.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incorrect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say the answer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incomplete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incomplete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or accurate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or accurate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or accurate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incomplete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incomplete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complete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finished or whole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incomplete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complete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finished or whole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plete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incomplete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complete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finished or whole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plete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means you can make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informal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decisions without feeling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insecure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independent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insecure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independent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independent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rely 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independent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rely 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independent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rely 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following strict rules or customs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following strict rules or customs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following strict rules or customs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or confident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or confident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or confident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'in-'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'in-'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visible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complete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formal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dependent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invisible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incomplete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independent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informal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indirect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injustice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insecure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'in-' — 3-Day Teaching Deck</dc:title>
  <dc:subject>PptxGenJS Presentation</dc:subject>
  <dc:creator>Word Labs</dc:creator>
  <cp:lastModifiedBy>Word Labs</cp:lastModifiedBy>
  <cp:revision>1</cp:revision>
  <dcterms:created xsi:type="dcterms:W3CDTF">2026-07-03T09:03:17Z</dcterms:created>
  <dcterms:modified xsi:type="dcterms:W3CDTF">2026-07-03T09:03:17Z</dcterms:modified>
</cp:coreProperties>
</file>