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"not;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'in-' — not;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'in-' means 'not;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'in-' means 'not;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'import', the root is the part after the prefix 'in-'.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'in' means 'not; into'.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'inform' means 'to tell someone facts or information about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'import' means 'to bring goods into a country from abroad'.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'import' means 'to send goods out of a country'.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'inform' means 'to punish someone for a mistake'.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not;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brought in from another country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goods into a country from abroad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brought into a country from abroad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 made by pressing something onto a surface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someone facts or details about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something, such as food or air, that is taken 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facts or information about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will import cars from overseas this year.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inform your teacher if you will be absent tomorrow.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recommend keeping your sugar intake low.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the vase was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it was an accident. We printed fifty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school reunion.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made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local park. Our school entered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invitational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chess tournament in the city.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incorporation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new ideas made the project much stronger.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test;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invitational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not;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