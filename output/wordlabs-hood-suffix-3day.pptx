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'-hood'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"state, condition, or group"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'-hood' — state, condition, or group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'-hood' means 'state, condition, or group'.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'-hood'.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'-hood'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'-hood'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'-hood' means 'state, condition, or group'.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'childhood', the root is the part before the suffix '-hood'.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'neighbourhood'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'-hood' comes from Old English.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'-hood' to a word makes it into a verb.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'-hood' can mean a state or condition, like in 'childhood'.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'Neighbourhood' contains the suffix '-hood'.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'-hood' always changes the spelling of the base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'-hood'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state, condition, or group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had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falsehood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likelihood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manhood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parenthood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'-hood'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'-hood'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-hood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-hood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probable or likely something is to happen.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friendship and support shared between people, like brothers.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 a grown man.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falsehood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not true; a lie.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likelihood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in your life when you are a child.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manhood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 a parent and caring for a child.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parenthood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area around where you live and the people who live there.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'-hood'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'-hood'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looked back on her childhood with lots of happy memories.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played together safely in their neighbourhood.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Becoming a parent means taking on all the joys and challenges of parenthood.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missed the freedom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childhood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she loved the responsibilities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parenthood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parenthood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mother or father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mother or father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mother or father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spirit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brotherhood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everyone through the difficulties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adulthood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adulthood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living nearby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place, or group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living nearby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place, or group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living nearby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place, or group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/ay/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gh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/er/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sibling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sibling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sibling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grown-up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grown-up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dult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grown-up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dult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'-hood'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state, condition,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'-hood'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-hood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falsehood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likelihood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manhood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parenthood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sisterhood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'-hood' — 3-Day Teaching Deck</dc:title>
  <dc:subject>PptxGenJS Presentation</dc:subject>
  <dc:creator>Word Labs</dc:creator>
  <cp:lastModifiedBy>Word Labs</cp:lastModifiedBy>
  <cp:revision>1</cp:revision>
  <dcterms:created xsi:type="dcterms:W3CDTF">2026-03-26T07:45:32Z</dcterms:created>
  <dcterms:modified xsi:type="dcterms:W3CDTF">2026-03-26T07:45:32Z</dcterms:modified>
</cp:coreProperties>
</file>