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'-hood'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"state, condition, or group"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'-hood' — state, condition, or group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'-hood' means 'state, condition, or group'.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'-hood'.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'-hood'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'-hood'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'-hood' means 'state, condition, or group'.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'childhood', the root is the part before the suffix '-hood'.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'neighbourhood'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'-hood' to a word always makes it mean the opposite.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'childhood' contains the suffix '-hood'.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'Neighbourhood' refers to the condition or state of being neighbours.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'-hood'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'-hood' can turn a noun into another noun meaning a state or condition.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'-hood'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state, condition, or group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motherhood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knighthood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falsehood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'-hood'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'-hood'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-hood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knight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-hood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honour given by a king or queen that allows someone to be called 'Sir'.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friendship and support shared between people, like brothers.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probable or possible it is that something will happen.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motherhood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a mother and caring for children.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knighthood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in your life when you are a child.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not true; a lie.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falsehood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area around where you live and the people who live there.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'-hood'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'-hood'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looked back on her childhood with happy memories of playing in the park.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neighbourhood came together to plant trees along the street.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Receiving a knighthood is one of the greatest honours in Australia and Britain.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childhood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he dreamed of living in a friendly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living nearby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living nearby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living nearby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eigh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/ay/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/er/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adulthood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she appreciated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brotherhood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her team and was proud of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motherhood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motherhood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grown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grown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dult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grown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dult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sibling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sibling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sibling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parent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parent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parent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'-hood'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'-hood'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-hood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knight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motherhood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knighthood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falsehood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'-hood' — 3-Day Teaching Deck</dc:title>
  <dc:subject>PptxGenJS Presentation</dc:subject>
  <dc:creator>Word Labs</dc:creator>
  <cp:lastModifiedBy>Word Labs</cp:lastModifiedBy>
  <cp:revision>1</cp:revision>
  <dcterms:created xsi:type="dcterms:W3CDTF">2026-04-10T01:11:27Z</dcterms:created>
  <dcterms:modified xsi:type="dcterms:W3CDTF">2026-04-10T01:11:27Z</dcterms:modified>
</cp:coreProperties>
</file>