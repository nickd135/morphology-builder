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10 word families with '-hood' suit Years 3–7, so Day 3 has 2 dictation words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'boyhood' really means 'the time of being a boy'.
'sisterhood' really means 'a feeling of friendship and support between women or girls, like that between sisters'.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Uncle Ben says fatherhood is fun, and he pushes the pram around the neighbourhood every morning.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There is a high likelihood that Dad will tell another story about his childhood in the bush.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Suffix: '-hood'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"state of"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10 word families with '-hood' suit Years 3–7, so Day 3 has 2 dictation words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'-hood' — state of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suffix '-hood' means 'state of' and how it changes a word.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suffix '-hood'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add '-hood' to a base and spell the new word correctly.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'-hood'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The suffix '-hood' means 'state of'. In 'boyhood', it is added to 'boy'.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is the main part of a word that carries its meaning. In 'boyhood', the base is 'boy' (a young male).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'-hood' means 'state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'adulthood' means 'the time of life when a person is fully grown 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'boyhood' means 'the state of being a mother'.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'parenthood' means 'the state of being a parent and caring for children'.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'sisterhood' means 'the time of being a boy'.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suffix '-hood' means 'state of'.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'adulthood' means 'the time of life when a person is fully grown up'.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'boyhood' means 'the state of being a mother'.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'parenthood' means 'the state of being a parent and caring for children'.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'sisterhood' means 'the time of being a boy'.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 '-hood'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of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suffix: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boyhood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adulthood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motherhood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parenthood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sisterhood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'-hood'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-hood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50545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798064" y="3776472"/>
            <a:ext cx="100584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798064" y="377647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-hood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886200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297680" y="3776472"/>
            <a:ext cx="1856232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0" y="3776472"/>
            <a:ext cx="1856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adulthood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boyhood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feeling of friendship and support between women or girls, like that between sisters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adulthood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state of being a mother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motherhood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time of being a boy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parenthood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time of life when a person is fully grown 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sisterhood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the state of being a parent and caring for children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boyhood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time of being a boy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adulthood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time of life when a person is fully grown 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motherhood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state of being a mother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parenthood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state of being a parent and caring for children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sisterhood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feeling of friendship and support between women or girls, like that between sisters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'-hood'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'-hood'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 spent his boyhood on a farm.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adulthood, most people have finished school and started work.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Aunty Jo says motherhood keeps her very busy.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 Ben says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fatherhood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fun, and he pushes the pram around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neighbourhood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morning.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fatherhood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male parent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male parent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male parent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lives near you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state, area or group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lives near you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state, area or group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neighbour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lives near you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state, area or group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neigh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eigh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high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Dad will tell another story about his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childhood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bush.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childhood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person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-hood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-hood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-hood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317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6314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6314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6314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6314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8630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630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8630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630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8630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'-hood'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Suffix: '-hood' = state of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6314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6314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6314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adult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314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6314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6314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sister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solidFill>
            <a:srgbClr val="CCFBF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314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8630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630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solidFill>
            <a:srgbClr val="FCE7F3"/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630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-hood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68630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8630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fatherhood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Suffix '-hood' — Teaching Deck</dc:title>
  <dc:subject>PptxGenJS Presentation</dc:subject>
  <dc:creator>Word Labs</dc:creator>
  <cp:lastModifiedBy>Word Labs</cp:lastModifiedBy>
  <cp:revision>1</cp:revision>
  <dcterms:created xsi:type="dcterms:W3CDTF">2026-10-22T10:14:36Z</dcterms:created>
  <dcterms:modified xsi:type="dcterms:W3CDTF">2026-10-22T10:14:36Z</dcterms:modified>
</cp:coreProperties>
</file>