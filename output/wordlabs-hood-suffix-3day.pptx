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'-hood'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"state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'-hood' — state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'-hood' means 'state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'-hood'.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'-hood'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'-hood'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'-hood' means 'state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'childhood', the root is the part before the suffix '-hood'.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'likelihood'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'likelihood' means 'the chance that something will happen'.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'childhood' means 'the period of a person's life when they are a child'.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'likelihood' means 'the exact time something will happen'.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'hood' means 'state of'.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'childhood' means 'a small tool used for planting seeds in a garden'.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'-hood'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state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childhood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likelihood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adulthood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'-hood'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'-hood'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-hood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adult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1508760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508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263347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2980944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2980944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-hood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15137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456285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6285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childhood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childhood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period of a person's life when they are a child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likelihood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 of life when a person is fully grown up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adulthood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chance that something will happen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'-hood'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'-hood'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spent her childhood exploring the woods near her grandparents' house.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a strong likelihood of rain this afternoon.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adulthood, most people have finished school and started work.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Parenthood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means looking after your children every single day. The girls felt a real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sisterhood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they trained together for the race.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parenthood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sisterhood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parenthood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parenthood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mother or father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parenthood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mother or father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parenthood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mother or father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sisterhood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sisterhood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girl or woman with the same parents as you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or group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sisterhood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girl or woman with the same parents as you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or group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sisterhood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sister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girl or woman with the same parents as you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or group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played with a strong sense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brotherhood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looked after each other. Everyone in our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neighbourhood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helped clean up the park on Saturday. The article was full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falsehood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none of it turned out to be true.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brotherhood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neighbourhood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falsehood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boy or man with the same parents as you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or group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boy or man with the same parents as you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or group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boy or man with the same parents as you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or group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lives near you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state, area or group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lives near you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state, area or group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lives near you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state, area or group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eigh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true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true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falsehood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true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or condition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hood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'-hood'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'hood'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'-hood' = state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'-hood'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-hood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neighbour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brother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adult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childhood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likelihood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adulthood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'-hood' — 3-Day Teaching Deck</dc:title>
  <dc:subject>PptxGenJS Presentation</dc:subject>
  <dc:creator>Word Labs</dc:creator>
  <cp:lastModifiedBy>Word Labs</cp:lastModifiedBy>
  <cp:revision>1</cp:revision>
  <dcterms:created xsi:type="dcterms:W3CDTF">2026-07-07T10:53:35Z</dcterms:created>
  <dcterms:modified xsi:type="dcterms:W3CDTF">2026-07-07T10:53:35Z</dcterms:modified>
</cp:coreProperties>
</file>