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'sweet'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a pleasant sugary taste"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'sweet' — having a pleasant sugary taste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'sweet' means 'having a pleasant sugary taste'.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'sweet'.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'sweet'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'sweet'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'sweet' means 'having a pleasant sugary taste'.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'sweet'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'sweet'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'sweetly' contains the root 'sweet' and the suffix '-ly' meaning in a certain 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'sweet'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'-ness' to 'sweet' makes a noun that means the quality of being sweet.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'bittersweet' means something that is both happy and a little sad.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'unsweetened' means again or more.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'sweet'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a pleasant sugary taste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suavis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'sweet'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or drink that has no sugar added to it, like plain yoghurt.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kind, lovable person, or someone you care about very much.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sweet of all, like saying this cake is the sweetest I've ever tasted.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both a little sad and a little happy at the same time, like finishing a great book.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sweet than something else, like comparing two lollies.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sweet, like the taste of honey or sugar.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sweet or pleasant way, like smiling sweetly at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'sweet'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'sweet'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added extra honey to make the biscuits even sweeter for the school fete.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smiled sweetly at her little brother when he gave her a drawing he had made.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sweetness of the ripe mango filled the whole kitchen with a lovely smell.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ripe strawberries made everyone smile, and Mia said it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fruit she had ever tasted!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peaches became, the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children laughed;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sweetheart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grandmother had grown them in her garden.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centre of feeling and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centre of feeling and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sugary taste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centre of feeling and love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having a pleasant sugary taste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-heart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sweetheart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bittersweet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unsweetened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homesweetness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'sweet' — 3-Day Teaching Deck</dc:title>
  <dc:subject>PptxGenJS Presentation</dc:subject>
  <dc:creator>Word Labs</dc:creator>
  <cp:lastModifiedBy>Word Labs</cp:lastModifiedBy>
  <cp:revision>1</cp:revision>
  <dcterms:created xsi:type="dcterms:W3CDTF">2026-04-03T03:25:17Z</dcterms:created>
  <dcterms:modified xsi:type="dcterms:W3CDTF">2026-04-03T03:25:17Z</dcterms:modified>
</cp:coreProperties>
</file>