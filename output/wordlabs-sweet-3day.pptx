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'sweet' suit Years 3–7, so Day 3 has 1 dictation word instead of 3.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'sweet' really means 'tasting like sugar; pleasant'.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Dad bought unsweetened yoghurt and added fresh strawberries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Mum uses honey as a natural sweetener in her banana muffins.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'sweet'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"tasting like sugar; pleasant"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'sweet' suit Years 3–7, so Day 3 has 1 dictation word instead of 3.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'sweet' — tasting like sugar; pleasant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'sweet' means 'tasting like sugar; pleasant'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'sweet'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'sweet'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'sweet'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'sweet' means 'tasting like sugar; pleasant'. You can find it in 'sweeten'.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'unsweetened',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'sweetly', '-ly' means 'in a way'.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'sweet' means 'tasting like sugar; pleasant'.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'sweeten' means 'to make something taste sweeter'.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'sweeter' means 'more sweet than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'sweetness' means 'the quality of being sweet'.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'sweetly' means 'in a sweet or pleasant manner'.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'sweet'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'sweet' means 'tasting like sugar; pleasant'.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'sweeten' means 'to make something taste sweeter'.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'sweeter' means 'more sweet than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'sweetness' means 'the quality of being sweet'.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'sweetly' means 'in a sweet or pleasant manner'.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'sweet'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'sweet'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tasting like sugar; pleasant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'sweet'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9806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9806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61188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023360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0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quality of being sweet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having a sugary taste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something taste sweeter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in a sweet or pleasant manner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sweetness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more sweet than something else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having a sugary taste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something taste sweeter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a sweet or pleasant manner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more sweet than something else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sweetness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quality of being sweet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'sweet'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'sweet'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cake tasted wonderfully sweet.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will sweeten the tea with a spoonful of honey.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bird sang sweetly in the morning sunlight.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bought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unsweetened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yoghurt and added fresh strawberries on top.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unsweetened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unsweetened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unsweetened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tasting like sugar; pleasant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unsweetened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tasting like sugar; pleasant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unsweetened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tasting like sugar; pleasant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finished state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uses honey as a natural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sweetener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her banana muffins.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sweetener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sweetener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sweetener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tasting like sugar; pleasant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sweetener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tasting like sugar; pleasant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sweetener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tasting like sugar; pleasant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'sweet'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'sweet' = tasting like sugar; pleasant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unsweetened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sweetener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'sweet'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