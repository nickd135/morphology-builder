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'sweet'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"pleasant sugary taste or smell"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suavis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'sweet' — pleasant sugary taste or smell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'sweet' means 'pleasant sugary taste or smell'.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'sweet'.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'sweet'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'sweet'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'sweet' means 'pleasant sugary taste or smell'.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'sweet'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'sweet'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'bittersweet' describes something that has both happy and sad feelings.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'unsweetened' means something that has been made extra sweet.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'Sweetheart' is a compound word that contains the root 'sweet'.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'sweet' comes from the Greek language.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'sweetly' contains the root 'sweet' plus the suffix '-ly'.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'sweet'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pleasant sugary taste or smell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suavis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sweetheart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unsweetened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bittersweet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'sweet'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honey-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-heart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both happy and sad at the same time.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 you call someone you love very much.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sweet of all things being compared.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or drink that has had no sugar added to it.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sweetheart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sweet than something else.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unsweetened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sweet, like the taste of honey or sugar.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bittersweet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a sweet or pleasant way, like singing sweetly.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'sweet'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'sweet'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baker added a sweetener to the lemon cake so it wouldn't taste too sour.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smiled sweetly at her little brother when he gave her a drawing he had made.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bittersweet ending of the story made some students feel happy and sad at the same time.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unsweetened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lemonade was still delicious,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sweetness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berries made up for it.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unsweetened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unsweetened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unsweetened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done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unsweetened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done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unsweetened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done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sweetheart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roses smelled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sweetly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garden, and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bittersweet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fragrance filled the warm afternoon air.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sweetheart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bittersweet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sweetheart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sweetheart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pleasant, dear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of feeling or love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sweetheart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pleasant, dear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of feeling or love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sweetheart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pleasant, dear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of feeling or love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bittersweet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bittersweet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unpleasant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bittersweet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unpleasant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bittersweet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unpleasant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honey-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-heart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sweetest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sweetheart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unsweetened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bittersweet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sweetener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'sweet' — 3-Day Teaching Deck</dc:title>
  <dc:subject>PptxGenJS Presentation</dc:subject>
  <dc:creator>Word Labs</dc:creator>
  <cp:lastModifiedBy>Word Labs</cp:lastModifiedBy>
  <cp:revision>1</cp:revision>
  <dcterms:created xsi:type="dcterms:W3CDTF">2026-07-03T09:03:19Z</dcterms:created>
  <dcterms:modified xsi:type="dcterms:W3CDTF">2026-07-03T09:03:19Z</dcterms:modified>
</cp:coreProperties>
</file>