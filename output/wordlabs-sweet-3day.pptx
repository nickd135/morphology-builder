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'sweet'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"tasting like sugar; pleasant"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'sweet' — tasting like sugar; pleasant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'sweet' means 'tasting like sugar; pleasant'.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'sweet'.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'sweet'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'sweet'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'sweet' means 'tasting like sugar; pleasant'.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'sweet'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'sweet'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'sweet' means 'tasting like sugar; pleasant'.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'sweet' means 'having a sugary taste'.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'sweets' means 'small pieces of sugary confectionery'.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'sweet' means 'tasting sour or bitter'.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'sweets' means 'small metal tools'.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'sweet'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tasting like sugar; pleasant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'sweet'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pieces of sugary confectionery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sweet or pleasant manner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sweet than something else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sweet of all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taste sweeter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sugary taste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'sweet'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'sweet'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cake tasted wonderfully sweet.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shared a bag of sweets after lunch.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will sweeten the tea with a spoonful of honey.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melted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semisweet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chocolate chips to make the cookies. The chef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sauce with a little sugar.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semisweet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added a sugar-free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sweetener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her coffee.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strawberries surprised everyone.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Sweetening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porridge with honey made it taste better.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tasting like sugar; pleasant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of; to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'sweet' = tasting like sugar; pleasant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'sweet'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sweeten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sweetest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'sweet' — 3-Day Teaching Deck</dc:title>
  <dc:subject>PptxGenJS Presentation</dc:subject>
  <dc:creator>Word Labs</dc:creator>
  <cp:lastModifiedBy>Word Labs</cp:lastModifiedBy>
  <cp:revision>1</cp:revision>
  <dcterms:created xsi:type="dcterms:W3CDTF">2026-07-07T10:22:40Z</dcterms:created>
  <dcterms:modified xsi:type="dcterms:W3CDTF">2026-07-07T10:22:40Z</dcterms:modified>
</cp:coreProperties>
</file>