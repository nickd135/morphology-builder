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'horo-'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"time; hour"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'horo-' — time; hour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'horo-' means 'time; hour'.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'horo-'.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'horo-'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'horo-'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'horo-' means 'time; hour'.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'horo', the root is the part after the prefix 'horo-'.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'horoscope' means 'a prediction about someone's future based on the position of the stars and planets'.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'horo' means 'time; hour'.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'horoscope' means 'a written report about a science experiment'.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'horology' means 'the study or art of measuring time and making clocks and watches'.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'horology' means 'the study of stars and planets'.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'horo-'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time; hour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'horo-'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'horo-'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3347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80944" y="2807208"/>
            <a:ext cx="95097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80944" y="28072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5935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06824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06824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02936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14416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'horo-'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'horo-'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studied horology so he could learn to repair antique clocks.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 her horoscope in the newspaper every Sunday morning.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magazine printed horoscopes for every star sign each month.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studied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horology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he could learn to repair antique clocks. She read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horoscope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newspaper every Sunday morning. The magazine printed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horoscopes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star sign each month.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time; hour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'horo-'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'horo-' = time; hour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'horo-'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'horo-' — 3-Day Teaching Deck</dc:title>
  <dc:subject>PptxGenJS Presentation</dc:subject>
  <dc:creator>Word Labs</dc:creator>
  <cp:lastModifiedBy>Word Labs</cp:lastModifiedBy>
  <cp:revision>1</cp:revision>
  <dcterms:created xsi:type="dcterms:W3CDTF">2026-07-07T10:36:52Z</dcterms:created>
  <dcterms:modified xsi:type="dcterms:W3CDTF">2026-07-07T10:36:52Z</dcterms:modified>
</cp:coreProperties>
</file>