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'horo'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"hour, time, season"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hora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'horo' — hour, time, season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'horo' means 'hour, time, season'.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'horo'.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'horo'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'horo'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'horo' means 'hour, time, season'.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'horo'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'horo'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 horologist is a person who studies or makes clocks and watches.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horoscope is a scientific instrument used to measure rainfall.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Horology is the study of clocks and the measurement of time.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'horo' originally came from a Latin word meaning colour.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'horo' comes from a Greek word meaning hour or time.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'horo'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hour, time, season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hora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horologist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horological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'horo'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-logical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0565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53128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53128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2356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3504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3504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relates to the science of measuring time or to clocks and watches.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studies or makes clocks and other time-measuring devices.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horologist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practice of reading and interpreting horoscopes to predict what might happen in someone's future.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Another word for someone who makes or repairs clocks and watches.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horological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prediction about your future based on the position of stars and planets at the time you were born.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old-fashioned word for any device used to tell the time, such as a clock or sundial.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 and study of measuring time and making clocks and watches.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'horo'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'horo'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horologist carefully repaired the antique clock so it would keep perfect time again.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grandmother reads her horoscope in the newspaper every single morning before breakfast.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visited a museum that had a whole section dedicated to the history of horology.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horologist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explained that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horoscopy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not considered a true science.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word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word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gist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word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gist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look, observe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or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Horological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museums display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horologe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collection,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horology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helps us understand how people measured time throughout history.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horological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word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word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word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of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7178871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tell, speak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word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or field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word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or field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time, hour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study, word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or field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'horo' = hour, time, season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'horo'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-scope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-logical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-meter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-graph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horologist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horologer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horological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horoscopy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horologe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horometry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'horo' — 3-Day Teaching Deck</dc:title>
  <dc:subject>PptxGenJS Presentation</dc:subject>
  <dc:creator>Word Labs</dc:creator>
  <cp:lastModifiedBy>Word Labs</cp:lastModifiedBy>
  <cp:revision>1</cp:revision>
  <dcterms:created xsi:type="dcterms:W3CDTF">2026-04-10T00:38:41Z</dcterms:created>
  <dcterms:modified xsi:type="dcterms:W3CDTF">2026-04-10T00:38:41Z</dcterms:modified>
</cp:coreProperties>
</file>