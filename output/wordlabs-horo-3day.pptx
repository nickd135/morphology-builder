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"hour, time, season"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hora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'horo' — hour, time, season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'horo' means 'hour, time, season'.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'horo' means 'hour, time, season'.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'horo' comes from a Greek word meaning 'hour' or 'time'.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horoscope is a scientific tool used by astronomers to measure the exact time of day.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horologist is a person who studies or makes clocks and watches.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'-logy' in 'horology' means the study of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'horo' means 'to see' or 'to look'.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hour, time, season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hora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horometry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-logical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old-fashioned word for any device used to tell the time, like a clock or sundial.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an expert in making or studying clocks and watches.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of time using special instruments.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science of measuring time or to clocks and watches.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prediction about your future based on the position of stars and planets at the time you were born.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horometry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practice of reading horoscopes and predicting events based on star positions at a certain hour.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and science of measuring time and making clocks and watches.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grandmother collects antique clocks and says that horology is one of the oldest sciences in the world.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ever read a horoscope in a magazine that predicted what might happen to you that week?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had a display about the horologium, an ancient device the Romans used to track the hours of the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horologist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reading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nothing to do with the science of timekeeping.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experts study ancient instruments,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horoscopy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horologe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 us that humans have always wanted to understand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-logical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horometry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'horo' — 3-Day Teaching Deck</dc:title>
  <dc:subject>PptxGenJS Presentation</dc:subject>
  <dc:creator>Word Labs</dc:creator>
  <cp:lastModifiedBy>Word Labs</cp:lastModifiedBy>
  <cp:revision>1</cp:revision>
  <dcterms:created xsi:type="dcterms:W3CDTF">2026-04-03T03:22:42Z</dcterms:created>
  <dcterms:modified xsi:type="dcterms:W3CDTF">2026-04-03T03:22:42Z</dcterms:modified>
</cp:coreProperties>
</file>