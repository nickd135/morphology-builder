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'vore'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eat or devour"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vorare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'vore' — to eat or devour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'vore' means 'to eat or devour'.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'vore'.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'vore'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'vore'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'vore' means 'to eat or devour'.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'vore'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'vore'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herbivore is an animal that eats only meat.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Carnivorous plants, like the Venus flytrap, can digest insects.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'vore' comes from a Greek word meaning to grow.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'vore' comes from a Latin word meaning to eat.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An omnivore eats both plants and animals.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'vore'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eat or devour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vorare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carnivore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herbivore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omnivore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insectivore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carnivorous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herbivorous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omnivorous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'vore'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frugi-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carnivore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carnivore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animal that eats both plants and meat, like humans and bears.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herbivore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a plant or animal that eats meat.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omnivore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animal that eats only meat, like a lion or shark.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insectivore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a creature that eats all kinds of food, both plants and animals.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carnivorous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an animal that feeds on plants and vegetation.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herbivorous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animal that mainly eats insects, like an echidna or some birds.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omnivorous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animal that eats only plants, like a cow or rabbit.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'vore'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'vore'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carnivore like a crocodile has sharp teeth designed for tearing meat.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koalas eat only eucalyptus leaves, they are a type of herbivore.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are omnivores, which means we can digest both plants and meat.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carnivore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hunts other animals for food, while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herbivore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grazes peacefully on grass and leaves.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carnivore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herbivore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flesh or meat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flesh or meat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flesh or meat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or grass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or grass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or grass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omnivore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such as a bear, will eat berries and fish;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insectivore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like the echidna prefers ants, and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frugivore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such as the flying fox seeks out ripe fruit.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omnivore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insectivore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frugivore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or everything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or everything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or everything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frugivore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frugivore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frugi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frugivore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frugi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frugivore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frugi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'vore' = to eat or devour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'vore'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frugi-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carnivore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herbivore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omnivore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insectivore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carnivorous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herbivorous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omnivorous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frugivore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'vore' — 3-Day Teaching Deck</dc:title>
  <dc:subject>PptxGenJS Presentation</dc:subject>
  <dc:creator>Word Labs</dc:creator>
  <cp:lastModifiedBy>Word Labs</cp:lastModifiedBy>
  <cp:revision>1</cp:revision>
  <dcterms:created xsi:type="dcterms:W3CDTF">2026-07-03T09:22:31Z</dcterms:created>
  <dcterms:modified xsi:type="dcterms:W3CDTF">2026-07-03T09:22:31Z</dcterms:modified>
</cp:coreProperties>
</file>