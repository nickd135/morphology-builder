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'-vore'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"feeding on"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Suffix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'-vore' — feeding 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'-vore' means 'feeding on'.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suffix '-vore'.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'-vore'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'-vore'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The suffix '-vore' means 'feeding 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'vore', the root is the part before the suffix '-vore'.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'un-' in 'vore' means 'not'.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'carnivore' means 'an animal that eats meat'.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'vore' means 'feeding on'.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'carnivore' means 'an animal that eats only grass'.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'herbivore' means 'an animal that eats only meat'.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'herbivore' means 'an animal that eats only plants'.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'-vore'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feeding 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Suffix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'-vore'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'-vore'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-vore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herbi-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insecti-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508760" y="3264408"/>
            <a:ext cx="1243584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08760" y="32644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carni-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79776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127248" y="3264408"/>
            <a:ext cx="95097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127248" y="32644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05656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453128" y="32644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453128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-vore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23560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035040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'-vore'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'-vore'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lion is a carnivore that hunts other animals for its food.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cow is a herbivore that spends its day chewing grass.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frog is an insectivore that flicks out its tongue to catch flies.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lion is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carnivore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hunts other animals for its food. A cow is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herbivore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spends its day chewing grass.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meat; flesh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meat; flesh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meat; flesh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plants; grass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plants; grass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plants; grass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frog is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insectivore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flicks out its tongue to catch flies. The Venus flytrap is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carnivorous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plant that traps and eats insects. Cows and sheep are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herbivorous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animals that live on grass and hay.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insectivore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herbivorous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insectivore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meat; flesh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eats; eating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meat; flesh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eats; eating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meat; flesh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eats; eating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plants; grass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eats; eating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plants; grass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eats; eating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plants; grass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eats; eating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'-vore'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'-vore'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-vore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herbi-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insecti-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'-vore' — 3-Day Teaching Deck</dc:title>
  <dc:subject>PptxGenJS Presentation</dc:subject>
  <dc:creator>Word Labs</dc:creator>
  <cp:lastModifiedBy>Word Labs</cp:lastModifiedBy>
  <cp:revision>1</cp:revision>
  <dcterms:created xsi:type="dcterms:W3CDTF">2026-07-07T10:56:37Z</dcterms:created>
  <dcterms:modified xsi:type="dcterms:W3CDTF">2026-07-07T10:56:37Z</dcterms:modified>
</cp:coreProperties>
</file>