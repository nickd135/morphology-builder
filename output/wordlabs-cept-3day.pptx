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'cept'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"take, receive, seize"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capere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'cept' — take, receive, seize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'cept' means 'take, receive, seize'.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'cept'.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'cept'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'cept'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'cept' means 'take, receive, seize'.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'cept'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'cept'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'cept' comes from a Latin word meaning to take or seize.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'except' means to include everything without leaving anything out.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'intercept' contains the prefix 'inter' meaning between or among.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perceptive person is good at noticing and understanding things.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'cept' originally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'cept'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take, receive, seize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capere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reception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deceptive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'cept'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tricks you into thinking it is different from what it really is.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or catch something before it reaches where it is going.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good at noticing and understanding things around you.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receiving someone or something, like a welcome desk or a party.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reception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or receive something that is offered to you.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or thought about how something works or what it means.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deceptive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leave something out; not including a particular thing or person.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'cept'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'cept'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goalkeeper tried to intercept the ball before it reached the back of the net.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invited to the party except for the students who had not finished their work.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a good concept of how the solar system worked after watching the documentary.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accept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answer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except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ones that were completely off topic.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perception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detective could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intercept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plan and make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rules.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/un/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/un/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receive, seize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reception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deceptive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'cept' — 3-Day Teaching Deck</dc:title>
  <dc:subject>PptxGenJS Presentation</dc:subject>
  <dc:creator>Word Labs</dc:creator>
  <cp:lastModifiedBy>Word Labs</cp:lastModifiedBy>
  <cp:revision>1</cp:revision>
  <dcterms:created xsi:type="dcterms:W3CDTF">2026-03-25T03:53:37Z</dcterms:created>
  <dcterms:modified xsi:type="dcterms:W3CDTF">2026-03-25T03:53:37Z</dcterms:modified>
</cp:coreProperties>
</file>