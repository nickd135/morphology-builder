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"take; receive"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'cept' — take; receive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'cept' means 'take; receive'.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'cept' means 'take; receive'.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'accept' means 'to firmly refuse something offered'.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'except' means 'including every single one'.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'accept' means 'to agree to take, receive, or believe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'cept' means 'take; receive'.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'except' means 'not including; other than'.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take; receive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325112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25112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of the body or a cell that detects and responds to a signal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general notion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or general notions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to, received willingly, or approved of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to take, receive, or believe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 to take or receive something, or believes something is true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including; other than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happy to accept your kind invitation to the party.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came to the party except Sam.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only accepts coins, not paper money.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acceptance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school choir made her whole family proud.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new invention took years of careful thinking.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a few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spelling rule.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exceptional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talent for music amazed everyone. Doctors can explain different types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contraception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adults.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contraception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take;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accepted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'cept'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