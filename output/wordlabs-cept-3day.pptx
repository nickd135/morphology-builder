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10 word families with 'cept'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'acceptable' really means 'satisfactory or good enough to be allowed'.
'deception' really means 'the act of deliberately making someone believe something false'.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 raced to intercept the courier before he left our parcel at the school reception.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Ella's painting of the beach was exceptional, so it was hung in the school foyer.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'cept'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"take; receive"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10 word families with 'cept'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'cept' — take; receive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'cept' means 'take; receive'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'cept'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'cept'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'cept'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'cept' means 'take; receive'. You can find it in 'except'.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'except', 'ex-' means 'out of; former'.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'deception',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'cept' means 'take; receive'.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'except' means 'not including; other than'.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'acceptable' means 'an idea or general notion'.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'concept' means 'an idea or general notion'.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'deception' means 'the act of agreeing to or approving of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'cept' means 'take; receive'.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'except' means 'not including; other than'.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'acceptable' means 'an idea or general notion'.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'concept' means 'an idea or general notion'.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'deception' means 'the act of agreeing to or approving of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'cept'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take; receive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deception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'cept'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72160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72160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08406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8406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deception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satisfactory or good enough to be allowed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including; other than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deception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idea or general notion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 of deliberately making someone believe something false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act of agreeing to or approving of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including; other than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idea or general notion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deception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act of deliberately making someone believe something false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 of agreeing to or approving of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satisfactory or good enough to be allowed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'cept'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'cept'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came to the party except Sam.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explained the concept of gravity using a simple experiment.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magician's trick relied entirely on deception.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raced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courier before he left our parcel at the school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Ella's painting of the beach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was hung in the school foyer.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'cept' = take; receive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'cept'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