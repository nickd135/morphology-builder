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'cept'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"take, seize, receive"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capere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'cept' — take, seize, receive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'cept' means 'take, seize, receive'.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'cept'.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'cept'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'cept'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'cept' means 'take, seize, receive'.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'cept'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'cept'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'cept' comes from a Latin word meaning to take or seize.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'cept' can be found in the word 'perception'.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'except' means to include everything without leaving anything out.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'inter' added to 'cept' makes the word 'intercept', meaning to stop something in the middle.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'cept' originally came from an ancient Greek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'cept'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take, seize, receive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capere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'cept'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tricks you into believing something that is not true.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stop or catch something that is on its way from one place to another.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you see, understand, or notice things around you.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receiving someone or something, like a welcome at the front desk of a building.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receive or agree to take something that is offered to you.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or thought about what something is or how it works.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including something or someone; leaving something out.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'cept'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'cept'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goalkeeper managed to intercept the ball before it reached the net.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was invited to the party except for students who had not finished their project.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explain the concept of fractions in your own words?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could not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accept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deceptive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excuse her classmate gave for being late.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ac before 'c'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4331643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down, off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perception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shows how different people can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intercept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same message in different ways.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8508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through, thoroughly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act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between, among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take, receive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'cept' = take, seize, receive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'cept'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-ance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accept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except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concept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intercept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reception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perception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deceptive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ceptible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'cept' — 3-Day Teaching Deck</dc:title>
  <dc:subject>PptxGenJS Presentation</dc:subject>
  <dc:creator>Word Labs</dc:creator>
  <cp:lastModifiedBy>Word Labs</cp:lastModifiedBy>
  <cp:revision>1</cp:revision>
  <dcterms:created xsi:type="dcterms:W3CDTF">2026-04-10T00:28:08Z</dcterms:created>
  <dcterms:modified xsi:type="dcterms:W3CDTF">2026-04-10T00:28:08Z</dcterms:modified>
</cp:coreProperties>
</file>