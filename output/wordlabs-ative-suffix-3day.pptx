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'conservative' really means 'preferring traditional ways and cautious about change'.
'comparative' really means 'judged against something else, like a comparative adjective such as "bigger"'.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Mia wrote an imaginative narrative about a wombat who could fly over the Blue Mountains.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argumentative brother said the decorative lamp was silly, but its innovative design won first prize at the craft 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'-ative'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"tendency or quality"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'-ative' — tendency or quality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'-ative' means 'tendency or quality'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'-ative'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'-ative'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'-ative'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'-ative' means 'tendency or quality'. In 'informative', it is added to 'inform'.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'informative', the base is 'form' (shape; make).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'informative', 'in-' means 'in; into'.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'-ative' means 'tendency or quality'.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'representative' means 'a person chosen to act or speak on behalf of others'.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'conservative' means 'full of useful facts or knowledge'.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'informative' means 'full of useful facts or knowledge'.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'comparative' means 'preferring traditional ways and cautious about change'.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'-ative' means 'tendency or quality'.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'representative' means 'a person chosen to act or speak on behalf of others'.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'conservative' means 'full of useful facts or knowledge'.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'informative' means 'full of useful facts or knowledge'.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'comparative' means 'preferring traditional ways and cautious about change'.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'-ative'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tendency or quality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conservative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representative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negative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'-ative'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-ative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721608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721608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-ative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94690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358384" y="3776472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58384" y="3776472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informative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judged against something else, like a comparative adjective such as "bigger"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conservative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full of useful facts or knowledge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representative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preferring traditional ways and cautious about change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negative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chosen to act or speak on behalf of others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expressing disapproval or the absence of something; less than zero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full of useful facts or knowledge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conservative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preferring traditional ways and cautious about change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representative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chosen to act or speak on behalf of others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negative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expressing disapproval or the absence of something; less than zero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judged against something else, like a comparative adjective such as "bigger"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'-ative'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'-ative'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documentary was really informative about ocean life.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grandfather has quite conservative views about fashion.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chose a representative to speak at the assembly.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wrote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imaginative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a wombat who could fly over the Blue Mountains.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imaginative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narrative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picture in your mind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of; tending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picture in your mind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of; tending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picture in your mind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of; tending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tell; story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tendency or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tell; story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tendency or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tell; story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tendency or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argumentative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brother said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decorative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lamp was silly, but its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innovative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design won first prize at the craft show.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decorative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argumentative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tendency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tendency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tendency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decorative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decorative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beautiful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of; tending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decorative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beautiful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of; tending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decorative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beautiful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of; tending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argumentative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argumentative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'argue' drops its 'e' before -ment (an exception)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reasons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of; tending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argumentative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'argue' drops its 'e' before -ment (an exception)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reasons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of; tending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argumentative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'argue' drops its 'e' before -ment (an exception)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reasons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of; tending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'-ative'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'-ative' = tendency 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-ative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imaginative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'-ative' — Teaching Deck</dc:title>
  <dc:subject>PptxGenJS Presentation</dc:subject>
  <dc:creator>Word Labs</dc:creator>
  <cp:lastModifiedBy>Word Labs</cp:lastModifiedBy>
  <cp:revision>1</cp:revision>
  <dcterms:created xsi:type="dcterms:W3CDTF">2026-10-22T10:14:37Z</dcterms:created>
  <dcterms:modified xsi:type="dcterms:W3CDTF">2026-10-22T10:14:37Z</dcterms:modified>
</cp:coreProperties>
</file>