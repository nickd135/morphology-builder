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"tending to, relating 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'-ative' — tending to, relating 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'-ative' means 'tending to, relating 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'-ative'.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'-ative'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'-ative'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'-ative' means 'tending to, relating 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'creative', the root is the part before the suffix '-ative'.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'informative'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'talkative' uses the suffix '-ative' to mean 'tending to talk'.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'-ative' can turn a verb or base word into an adjective.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'-ative' comes from Latin.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'-ative' always means 'without' or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Words ending in '-ative' are always nouns.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'-ative'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tending to, relating 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'-ative'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Preferring to keep things the way they are rather than change them.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strong ability to think up new ideas or stories.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chosen to speak or act on behalf of others.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 talk a lot.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work together with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 making or imagining new things.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you lots of useful facts and knowledge.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'-ative'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'-ative'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creative student painted a colourful mural on the classroom wall.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tour guide was very informative and told us interesting facts about the museum.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brother is so talkative that he barely stops to take a breath!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imaginative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writer came up with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narrative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surprised everyone in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 mental image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 mental image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 mental image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a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a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a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talkative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can be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class discussions.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'-ative' — 3-Day Teaching Deck</dc:title>
  <dc:subject>PptxGenJS Presentation</dc:subject>
  <dc:creator>Word Labs</dc:creator>
  <cp:lastModifiedBy>Word Labs</cp:lastModifiedBy>
  <cp:revision>1</cp:revision>
  <dcterms:created xsi:type="dcterms:W3CDTF">2026-04-10T01:14:51Z</dcterms:created>
  <dcterms:modified xsi:type="dcterms:W3CDTF">2026-04-10T01:14:51Z</dcterms:modified>
</cp:coreProperties>
</file>