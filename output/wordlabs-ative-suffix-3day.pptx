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"tending to, relating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-ativus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'-ative' — tending to, relating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'-ative' means 'tending to, relating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'-ative' means 'tending to, relating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'creative', the root is the part before the suffix '-ative'.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'talkative'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'-ative' can turn a verb or base word into an adjective.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'-ative' comes from an Old English origin.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'creative' ends in the suffix '-ative'.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'-ative' often describe a tendency or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'-ative' always makes a word mean the opposite of its base.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tending to, relating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-ativus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work together with others to get something done.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useful facts or knowledge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a 'no' result, or having a harmful or unhappy effect.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strong ability to think up new ideas or pictures in your mind.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speaks or acts on behalf of a group of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ability to make new and interesting things or ideas.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talks a lot.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creative student painted a colourful mural on the classroom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an informative talk about how volcanoes are formed.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 cooperative when working in a group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talkative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girl gave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imaginative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to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 will find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narrative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writing much more enjoyable.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tending 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a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tending to, relating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talkative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cooperative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'-ative' — 3-Day Teaching Deck</dc:title>
  <dc:subject>PptxGenJS Presentation</dc:subject>
  <dc:creator>Word Labs</dc:creator>
  <cp:lastModifiedBy>Word Labs</cp:lastModifiedBy>
  <cp:revision>1</cp:revision>
  <dcterms:created xsi:type="dcterms:W3CDTF">2026-04-03T03:23:07Z</dcterms:created>
  <dcterms:modified xsi:type="dcterms:W3CDTF">2026-04-03T03:23:07Z</dcterms:modified>
</cp:coreProperties>
</file>