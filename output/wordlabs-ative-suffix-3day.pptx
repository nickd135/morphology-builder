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"tendency or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'-ative' — tendency or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'-ative' means 'tendency or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'-ative'.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'-ative'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'-ative'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'-ative' means 'tendency or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'ative', the root is the part before the suffix '-ative'.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'ative'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'representatives' means 'people chosen to act or speak on behalf of others'.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'ative' means 'tendency or quality'.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'representatives' means 'large groups of animals living together'.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'conservatives' means 'people who prefer traditional ways and are cautious about change'.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'conservatives' means 'loud musical instruments'.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'-ative'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tendency or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'-ative'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48716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83464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83464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9593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30682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0682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62356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3504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3504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'-ative'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'-ative'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conservatives argued for keeping things the same.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elected two representatives to attend the school council meeting.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reacted negatively to the sudden change in plans.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argued for keeping things the same. The class elected 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attend the school council meeting. She reacted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negatively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sudden change in plans.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for;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for;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conservatives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for;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representatives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place; to show or give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38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38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38887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8887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2435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2435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983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983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69531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9531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130802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30802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566285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6285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001768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01768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437251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7251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872734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72734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30821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0821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74370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4370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17918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7918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61466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466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05014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5014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deny; 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deny; 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deny; 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tendency or quality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'-ative' = tendency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'-ative'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'-ative'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