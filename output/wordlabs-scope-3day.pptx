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'scope'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"look; view; examine"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'scope' — look; view; examine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'scope' means 'look; view; examine'.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'scope'.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'scope'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'scope'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'scope' means 'look; view; examine'.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'scope'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'scope'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'scope' means 'a type of musical instrument played by blowing air into it'.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'scope' means 'the range or extent of something, or an instrument for looking closely at things'.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'scope' means 'look; view; examine'.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'scopes' means 'small brushes used for painting pictures'.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'scopes' means 'ranges or extents of things, or instruments used for looking at things closely'.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'scope'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look; view; examine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'scope'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stetho-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1508760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1508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endo-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263347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2980944" y="46360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980944" y="46360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398264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4745736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4745736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641848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6053328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053328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 sections together so that they overlap, in the manner of a telescope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instruments with lenses used to see faraway objects, or slides sections together so they overlap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 or crushed together so that parts overlap, like sections of a collapsible tube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extend or slide together in overlapping sections, like a telescope, or relating to telescopes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instrument with lenses used to see faraway objects, such as stars and planets, up close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telescopic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range or extent of something, or an instrument for looking closely at things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 or extents of things, or instruments used for looking at things closely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'scope'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'scope'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scope of the project grew much larger than expected.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scopes of the two projects overlapped in several areas.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astronomer pointed her telescope at the rings of Saturn.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magazine printed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horoscopes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every star sign each month. The doctor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stethoscope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listen to my heartbeat.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time; hour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view;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time; hour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view;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time; hour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view;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view;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view;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view;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loved looking through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kaleidoscope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spinning colours. The hospital ordered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stethoscopes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nurses. The gift shop sold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kaleidoscopes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every colour.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 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view;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 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view;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 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view;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view;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view;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view;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 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view;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 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view;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kaleidoscopes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 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view;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'scope' = look; view; examine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'scope'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kaleido-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stetho-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telescoped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telescopes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telescopic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telescoping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'scope'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