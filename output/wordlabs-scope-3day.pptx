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'scope'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look, see, observe"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skopein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'scope' — to look, see, observe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'scope' means 'to look, see, observe'.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'scope'.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'scope'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'scope'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'scope' means 'to look, see, observe'.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'scope'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'scope'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see,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 periscope uses mirrors to help you see around corners or over obstacles.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'scope' comes from a Greek word meaning to look or observe.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microscope is used to see things that are very far away.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'stethoscope' contains the root 'scope'.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'scope' comes from a Latin word meaning to measure.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'scope'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look, see, observe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skopein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periscope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endoscope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'scope'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see,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see,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reading based on stars and planets that some people believe predicts what might happen in their life.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special medical tool that lets doctors look inside a person's body.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tube with mirrors that lets you see around corners or above water, used in submarines.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periscope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medical tool that doctors use to listen to your heart and lungs.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endoscope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tube you look through that shows colourful, changing patterns when you twist it.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that makes faraway things like stars and planets look much closer.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that makes very tiny things look much bigger so you can see them clearly.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'scope'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see,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'scope'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used a microscope to look at the tiny cells on the slide.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pointed the telescope at the sky and could clearly see the craters on the moon.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used a stethoscope to listen to the patient's heartbeat.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see,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telescope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astronomer studied the stars, while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periscope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helped the submarine crew see above the water.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periscope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or observe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or observe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or observe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/sk/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or observe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or observe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or observe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/sk/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see,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used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endoscope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check inside the patient's body; meanwhile, the children took turns looking through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kaleidoscope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microscope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endoscope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within, inside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or observe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within, inside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or observe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within, inside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or observe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/sk/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 form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root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or observe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 form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root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or observe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 form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root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or observe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307531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/sk/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or observe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or observe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or observe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/kr/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/sk/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see,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to look, see,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periscope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endoscope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'scope' — 3-Day Teaching Deck</dc:title>
  <dc:subject>PptxGenJS Presentation</dc:subject>
  <dc:creator>Word Labs</dc:creator>
  <cp:lastModifiedBy>Word Labs</cp:lastModifiedBy>
  <cp:revision>1</cp:revision>
  <dcterms:created xsi:type="dcterms:W3CDTF">2026-04-10T00:36:17Z</dcterms:created>
  <dcterms:modified xsi:type="dcterms:W3CDTF">2026-04-10T00:36:17Z</dcterms:modified>
</cp:coreProperties>
</file>