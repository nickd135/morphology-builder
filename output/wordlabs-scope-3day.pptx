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'scope'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view, or observe"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skopein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'scope' — to look, view, or observe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'scope' means 'to look, view, or observe'.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'scope'.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'scope'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'scope'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'scope' means 'to look, view, or observe'.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'scope'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'scope'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'scope' comes from a Greek word meaning to look or observe.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microscope is used to look at objects that are very far away.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periscope uses mirrors to help you see around corners or over objects.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'tele' in telescope means far or distant.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stethoscope is used by doctors to look inside the ear.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'scope'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view, or 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skopein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'scope'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instrument doctors use to listen to the sounds of your heartbeat and breathing.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thin, flexible tube with a tiny camera that doctors use to look inside a person's body.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with mirrors inside that lets you see things around corners or above your head, used on submarines.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prediction about your life based on the position of stars and planets at the time you were born.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you look through that shows beautiful, ever-changing patterns made by mirrors and coloured pieces inside.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tube-shaped instrument that makes faraway objects like stars and planets appear closer and bigger.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instrument that makes very tiny things look much larger so you can see them clearly.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'scope'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'scope'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microscope to examine the tiny bacteria growing on the slide.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pointed the telescope at the night sky and could clearly see the craters on the moon.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crew used a periscope to look above the surface of the water without being seen.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explored both the vast universe and the invisible world of cells.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/kr/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check inside the patient, while the students peered through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later studied pond life under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near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near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near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/kr/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view, or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'scope' — 3-Day Teaching Deck</dc:title>
  <dc:subject>PptxGenJS Presentation</dc:subject>
  <dc:creator>Word Labs</dc:creator>
  <cp:lastModifiedBy>Word Labs</cp:lastModifiedBy>
  <cp:revision>1</cp:revision>
  <dcterms:created xsi:type="dcterms:W3CDTF">2026-03-25T04:01:04Z</dcterms:created>
  <dcterms:modified xsi:type="dcterms:W3CDTF">2026-03-25T04:01:04Z</dcterms:modified>
</cp:coreProperties>
</file>