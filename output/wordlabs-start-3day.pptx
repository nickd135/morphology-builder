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'start' has very few longer words built from it, so this deck practises adding the suffixes -s, -ed, -er and -ing to the base (Years 3–4). Only 9 words with 'start' suit Years 3–7, so Day 3 has 2 dictation words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power went out during our starter, so Mum had to restart the oven for the main meal.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computer restarted twice during the lesson. Ms Lee said restarting it a third time would not fix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'start'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begin"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'start' has very few longer words built from it, so this deck practises adding the suffixes -s, -ed, -er and -ing to the base (Years 3–4). Only 9 words with 'start' suit Years 3–7, so Day 3 has 2 dictation words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'start' — to begin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-ed, -er and -ing to the base 'start'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'start'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'start'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'start' means 'to begin'. You can find it in 'starts'.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'restart',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'starters', '-er' means 'thing that'.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'starts',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'started',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'starting',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'starter', the suffix '-er'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 'starters', the suffix '-s' tells us more than one, or someone does it now.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'starts',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'started',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'starting',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'starter', the suffix '-er'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 'starters', the suffix '-s' tells us more than one, or someone does it now.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'start'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begin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'start'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463040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463040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50545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79806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79806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56616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858768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858768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67258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5084064" y="3374136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84064" y="337413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beginning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began doing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begins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beginning of something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small first courses eaten before the main part of a meal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beginning of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begins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began doing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small first courses eaten before the main part of a meal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beginning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'start'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'start'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race will start at nine o'clock.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film starts at seven o'clock.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 started at nine o'clock.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went out during our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Mum had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restart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oven for the main meal.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restart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restart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begin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restart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begin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restart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begin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begin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begin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begin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computer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restarted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twice during the lesson. Ms Lee said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restarting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a third time would not fix the problem.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restarted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restarting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restarted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restarted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begin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restarted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begin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restarted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begin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restarting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restarting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begin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restarting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begin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restarting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begin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'start' = to begin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restart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542032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42032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718304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restarted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894576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94576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restarting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'start'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