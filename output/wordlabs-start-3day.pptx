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'start'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"begin, move suddenly, set going"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startare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'start' — begin, move suddenly, set going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'start' means 'begin, move suddenly, set going'.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'start'.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'start'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'start'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'start' means 'begin, move suddenly, set going'.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'start'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'start'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'headstart' means you get to begin before everyone else.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'-er' in 'starter' means to do something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'restart' contains the root 'start' meaning to begin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'start' comes from the ancient Greek word for running.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'-ing' to 'start' makes the word 'starting'.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'start'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begin, move suddenly, set going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startare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kickstart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headstart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startling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'start'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surprises or shocks you suddenly.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start something quickly with a strong push or kick.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 something again after it has stopped.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advantage given to someone by letting them begin before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kickstart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begins something, like the first course of a meal.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headstart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began or got going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startling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beginning right now or about to begin.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'start'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'start'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given a head start in the race because they were the youngest competitors.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everyone to restart the activity after the fire drill interrupted the class.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startling noise from the thunderstorm made the whole class jump in their seats.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game after the power went out, but the quick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meant we didn't lose much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fired the gun,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startling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bang sent the runners sprinting, each 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their very best performance.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startling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suddenly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suddenly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suddenly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begin, move suddenly, set 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kickstart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headstart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startling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downstart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'start' — 3-Day Teaching Deck</dc:title>
  <dc:subject>PptxGenJS Presentation</dc:subject>
  <dc:creator>Word Labs</dc:creator>
  <cp:lastModifiedBy>Word Labs</cp:lastModifiedBy>
  <cp:revision>1</cp:revision>
  <dcterms:created xsi:type="dcterms:W3CDTF">2026-04-10T00:43:56Z</dcterms:created>
  <dcterms:modified xsi:type="dcterms:W3CDTF">2026-04-10T00:43:56Z</dcterms:modified>
</cp:coreProperties>
</file>