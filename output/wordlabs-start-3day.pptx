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'start'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"begin, move suddenly, jump"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styrtan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'start' — begin, move suddenly, jump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'start' means 'begin, move suddenly, jump'.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'start'.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'start'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'start'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'start' means 'begin, move suddenly, jump'.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'start'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'start'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'restart' means to begin something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'-er' in 'starter' means the same as the prefix 're-'.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'headstart' means you begin before everyone else, giving you an advantage.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'starting' uses the suffix '-ing' to show something is happening right now.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'started' means something is about to begin in the future.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'start'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begin, move suddenly, jump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styrtan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kickstart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headstart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'start'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a car using another car's battery, or to quickly get something going.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something quickly and with energy, or to start a motorbike with a kick.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 something again after it has stopped.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advantage you get by beginning before everyone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kickstart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begins something, or the first part of a meal.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headstart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begun, like a race that already started.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of beginning something, like starting your homework.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'start'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'start'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everyone to restart their computers before the lesson began.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had a headstart in the race because she was allowed to begin ten seconds early.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signal for the swimming carnival was a loud horn that echoed across the pool.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gun fired, and we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countdown for the big race!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whistle blew,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jumpstart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button was pressed,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 roared to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or push quickly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or push quickly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or push quickly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jump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kickstart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headstart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jumpstart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upstart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'start' — 3-Day Teaching Deck</dc:title>
  <dc:subject>PptxGenJS Presentation</dc:subject>
  <dc:creator>Word Labs</dc:creator>
  <cp:lastModifiedBy>Word Labs</cp:lastModifiedBy>
  <cp:revision>1</cp:revision>
  <dcterms:created xsi:type="dcterms:W3CDTF">2026-04-03T03:24:46Z</dcterms:created>
  <dcterms:modified xsi:type="dcterms:W3CDTF">2026-04-03T03:24:46Z</dcterms:modified>
</cp:coreProperties>
</file>