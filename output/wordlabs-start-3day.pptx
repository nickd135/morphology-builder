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'start'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begin"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'start' — to begin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'start' means 'to begin'.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'start'.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'start'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'start'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'start' means 'to begin'.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'start'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'start'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'starts' means 'begins'.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'starts' means 'finishes completely'.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'start' means 'the ending of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'start' means 'the beginning of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'start' means 'to begin'.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'start'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begin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'start'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706624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706624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2394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471416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471416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36752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77900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7900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start something again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began doing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beginning of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'start'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'start'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race will start at nine o'clock.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starts at seven o'clock.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to restart the computer for the update to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ordered soup as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main course. The waiter brought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table.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game in five minutes. The game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restarted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soon as the power came back on. The teacher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restarting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video from the very beginning.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'start' = to begin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'start'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