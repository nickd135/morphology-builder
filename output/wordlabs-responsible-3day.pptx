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'responsible'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be trusted to do the right thing"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'responsible' — can be trusted to do the right thing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'responsible' means 'can be trusted to do the right thing'.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'responsible'.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'responsible'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'responsible'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'responsible' means 'can be trusted to do the right thing'.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'responsible'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'responsible'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'responsibly' means 'in a silly and careless way'.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'responsibly' means 'in a sensible and trustworthy way'.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'responsible' means 'extremely funny and silly'.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'responsible' means 'having a duty to deal with something, or being the cause of something'.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'responsible' means 'can be trusted to do the right thing'.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'responsible'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be trusted to do the right thing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'responsible'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226771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01768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4924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34924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45352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656832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'responsible'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'responsible'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class monitor, she is responsible for handing out the reading books.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older students behaved responsibly during the school excursion.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irresponsible to leave the campfire burning unattended.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class monitor, she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handing out the reading books.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5468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1546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468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older students behaved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responsibly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school excursion. It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irresponsible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leave the campfire burning unattended. He drove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irresponsibly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 the busy car park.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irresponsibly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into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trusted to do the right 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'responsible' = can be trusted to do the right thing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'responsible'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'responsible' — 3-Day Teaching Deck</dc:title>
  <dc:subject>PptxGenJS Presentation</dc:subject>
  <dc:creator>Word Labs</dc:creator>
  <cp:lastModifiedBy>Word Labs</cp:lastModifiedBy>
  <cp:revision>1</cp:revision>
  <dcterms:created xsi:type="dcterms:W3CDTF">2026-07-07T10:22:37Z</dcterms:created>
  <dcterms:modified xsi:type="dcterms:W3CDTF">2026-07-07T10:22:37Z</dcterms:modified>
</cp:coreProperties>
</file>