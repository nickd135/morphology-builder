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'responsible'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"answerable, able to be trusted"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'responsible' — answerable, able to be trusted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'responsible' means 'answerable, able to be trusted'.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'responsible'.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'responsible'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'responsible'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'responsible' means 'answerable, able to be trusted'.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'responsible'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'responsible'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'responsible' comes from a Latin word meaning to answer or respond.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'ir-' to 'responsible' means the same thing as 'responsible'.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'responsibilities' is the plural form of 'responsibility'.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'Responsibly' is an adverb that describes doing something in a trustworthy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'-ity' makes a word into a 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'responsible'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answerable, able to be trusted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'responsible'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-ilities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017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3492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492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733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848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848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duty or task that a person is trusted to take care of.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careful and sensible way that shows others can trust you.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duty or job that someone is trusted to do or look after.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acting without care or thought for what might happen as a result.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the person who is in charge of something and must make sure it is done properly.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way that is careless and does not think about what could go wrong.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without thinking about what might go wrong; not being careful or trustworthy.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'responsible'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'responsible'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act responsibly when you are looking after younger students during a school excursion.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discussed how having a class pet comes with a great deal of responsibility.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your bike in the middle of the footpath is an irresponsible thing to do.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handled her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maturely, proving she could always act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responsibly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'-ly'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'-ly'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'-ly'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irresponsibly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your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irresponsibility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can let down everyone around you.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 (assimilation)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'-ly'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 (assimilation)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'-ly'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 (assimilation)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'-ly'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 (assimilation)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 (assimilation)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 (assimilation)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able to be trusted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dropped before '-ity'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able to be trusted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-ilities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co-responsible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'responsible' — 3-Day Teaching Deck</dc:title>
  <dc:subject>PptxGenJS Presentation</dc:subject>
  <dc:creator>Word Labs</dc:creator>
  <cp:lastModifiedBy>Word Labs</cp:lastModifiedBy>
  <cp:revision>1</cp:revision>
  <dcterms:created xsi:type="dcterms:W3CDTF">2026-03-25T03:30:53Z</dcterms:created>
  <dcterms:modified xsi:type="dcterms:W3CDTF">2026-03-25T03:30:53Z</dcterms:modified>
</cp:coreProperties>
</file>