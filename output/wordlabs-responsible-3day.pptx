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'responsible'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"answerable, accountable for actions"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respondere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'responsible' — answerable, accountable for actions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'responsible'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'responsible' = answerable, accountable for actions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'responsible' means 'answerable, accountable for actions'.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'responsible'.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'responsible'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'responsible'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'responsible'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'responsible' = answerable, accountable for actions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'responsible' means 'answerable, accountable for actions'.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'responsible'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'responsible'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'responsible'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'responsible' = answerable, accountable for actions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'ir-' in 'irresponsible' means 'not'.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'Responsibly' is an adverb that describes how someone acts in a careful and accountable way.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'responsible' comes from the Greek word for 'duty'.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'Irresponsibly' and 'responsibly' have exactly the same meaning.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Adding '-ity' to 'responsible' turns it into a noun meaning the state of being responsible.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'responsible'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'responsible'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'responsible' = answerable, accountable for actions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'responsible'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answerable, accountable for actions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respondere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responsible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irresponsible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responsibility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responsibly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responsibilities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irresponsibly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irresponsibility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'responsible'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'responsible'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'responsible' = answerable, accountable for actions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'responsible'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responsible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-ity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-ibilities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226771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22677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'responsible'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50017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534924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534924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-ity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637336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78484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78484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responsible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'responsible'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'responsible'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'responsible' = answerable, accountable for actions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 duty or task that someone is expected to look after.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irresponsible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do something in a careful and sensible way, thinking about what might happen.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responsibility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duty or job that you are expected to take care of.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responsibly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of not caring about the results of your actions or not taking your duties seriously.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responsibilities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are in charge of something and must make sure it is done properly.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irresponsibly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someone acts in a careless way without thinking about what might go wrong.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irresponsibility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someone does not think carefully about what they do and doesn't care about the results.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'responsible'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'responsible'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'responsible' = answerable, accountable for actions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'responsible'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important to act responsibly when you are looking after younger students during lunch time.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Forgetting to feed the class pet three days in a row was truly irresponsible behaviour.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Taking care of the school garden is a responsibility that our class shares every week.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'responsible'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'responsible' = answerable, accountable for actions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'responsible'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'responsible' = answerable, accountable for actions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responsibly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means you understand your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responsibility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others.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responsibility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'responsible'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'responsible' = answerable, accountable for actions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'responsible'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'responsible' = answerable, accountable for actions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answerable, accountable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'responsible'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'responsible' = answerable, accountable for actions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answerable, accountable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bly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'responsible'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'responsible' = answerable, accountable for actions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answerable, accountable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bly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5218730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'responsible'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'responsible' = answerable, accountable for actions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responsibility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'responsible'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'responsible' = answerable, accountable for actions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responsibility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answerable, accountable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or quality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'le' replaced by 'ity'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'responsible'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'responsible' = answerable, accountable for actions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responsibility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answerable, accountable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or quality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'le' replaced by 'ity'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bil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'responsible'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'responsible' = answerable, accountable for actions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responsibility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answerable, accountable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or quality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'le' replaced by 'ity'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bil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952897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952897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455415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455415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957933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957933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460451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460451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962969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962969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465487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465487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4465487" y="4572000"/>
            <a:ext cx="45157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4968006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968006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5470524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470524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5973042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973042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6475560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475560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6978078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978078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7480596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480596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7983114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7983114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'responsible'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'responsible' = answerable, accountable for actions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'responsible'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'responsible' = answerable, accountable for actions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Irresponsibility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harmful; however, being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co-responsible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shows that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irresponsible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attitudes can be changed.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irresponsibility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co-responsible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irresponsible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'responsible'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'responsible' = answerable, accountable for actions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irresponsibility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'responsible'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'responsible' = answerable, accountable for actions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irresponsibility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ir before 'r'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responsible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answerable, accountable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or quality of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'le' replaced by 'ity'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'responsible'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'responsible' = answerable, accountable for actions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irresponsibility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ir before 'r'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responsible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answerable, accountable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or quality of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'le' replaced by 'ity'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981962" y="3364992"/>
            <a:ext cx="84908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981962" y="3364992"/>
            <a:ext cx="84908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2831048" y="3364992"/>
            <a:ext cx="8001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2911058" y="3364992"/>
            <a:ext cx="84908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911058" y="3364992"/>
            <a:ext cx="84908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3760143" y="3364992"/>
            <a:ext cx="8001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3840153" y="3364992"/>
            <a:ext cx="84908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840153" y="3364992"/>
            <a:ext cx="84908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spon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4689239" y="3364992"/>
            <a:ext cx="8001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4769249" y="3364992"/>
            <a:ext cx="84908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769249" y="3364992"/>
            <a:ext cx="84908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5618335" y="3364992"/>
            <a:ext cx="8001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5698345" y="3364992"/>
            <a:ext cx="84908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698345" y="3364992"/>
            <a:ext cx="84908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bil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6547431" y="3364992"/>
            <a:ext cx="8001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6627441" y="3364992"/>
            <a:ext cx="84908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627441" y="3364992"/>
            <a:ext cx="84908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7476526" y="3364992"/>
            <a:ext cx="8001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7556536" y="3364992"/>
            <a:ext cx="84908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56536" y="3364992"/>
            <a:ext cx="84908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53" name="Text 5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'responsible'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'responsible' = answerable, accountable for actions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irresponsibility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ir before 'r'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responsible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answerable, accountable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or quality of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'le' replaced by 'ity'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981962" y="3364992"/>
            <a:ext cx="84908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981962" y="3364992"/>
            <a:ext cx="84908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2831048" y="3364992"/>
            <a:ext cx="8001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2911058" y="3364992"/>
            <a:ext cx="84908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911058" y="3364992"/>
            <a:ext cx="84908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3760143" y="3364992"/>
            <a:ext cx="8001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3840153" y="3364992"/>
            <a:ext cx="84908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840153" y="3364992"/>
            <a:ext cx="84908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spon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4689239" y="3364992"/>
            <a:ext cx="8001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4769249" y="3364992"/>
            <a:ext cx="84908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769249" y="3364992"/>
            <a:ext cx="84908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5618335" y="3364992"/>
            <a:ext cx="8001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5698345" y="3364992"/>
            <a:ext cx="84908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698345" y="3364992"/>
            <a:ext cx="84908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bil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6547431" y="3364992"/>
            <a:ext cx="8001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6627441" y="3364992"/>
            <a:ext cx="84908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627441" y="3364992"/>
            <a:ext cx="84908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7476526" y="3364992"/>
            <a:ext cx="8001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7556536" y="3364992"/>
            <a:ext cx="84908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56536" y="3364992"/>
            <a:ext cx="84908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953158" y="4169664"/>
            <a:ext cx="415399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953158" y="4169664"/>
            <a:ext cx="4153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2419764" y="4169664"/>
            <a:ext cx="415399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419764" y="4169664"/>
            <a:ext cx="4153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2886369" y="4169664"/>
            <a:ext cx="415399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886369" y="4169664"/>
            <a:ext cx="4153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3352974" y="4169664"/>
            <a:ext cx="415399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352974" y="4169664"/>
            <a:ext cx="4153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3819579" y="4169664"/>
            <a:ext cx="415399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819579" y="4169664"/>
            <a:ext cx="4153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4286185" y="4169664"/>
            <a:ext cx="415399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286185" y="4169664"/>
            <a:ext cx="4153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4752790" y="4169664"/>
            <a:ext cx="415399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752790" y="4169664"/>
            <a:ext cx="4153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4752790" y="4572000"/>
            <a:ext cx="4153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5219395" y="4169664"/>
            <a:ext cx="415399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5219395" y="4169664"/>
            <a:ext cx="4153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5686000" y="4169664"/>
            <a:ext cx="415399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686000" y="4169664"/>
            <a:ext cx="4153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6152606" y="4169664"/>
            <a:ext cx="415399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6152606" y="4169664"/>
            <a:ext cx="4153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6619211" y="4169664"/>
            <a:ext cx="415399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619211" y="4169664"/>
            <a:ext cx="4153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7085816" y="4169664"/>
            <a:ext cx="415399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7085816" y="4169664"/>
            <a:ext cx="4153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7552421" y="4169664"/>
            <a:ext cx="415399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7552421" y="4169664"/>
            <a:ext cx="4153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8019027" y="4169664"/>
            <a:ext cx="415399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8019027" y="4169664"/>
            <a:ext cx="4153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'responsible'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'responsible' = answerable, accountable for actions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co-responsible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'responsible'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'responsible' = answerable, accountable for actions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co-responsible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jointly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answerable, accountable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'responsible'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'responsible' = answerable, accountable for actions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co-responsible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jointly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answerable, accountable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'responsible'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'responsible' = answerable, accountable for actions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co-responsible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jointly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answerable, accountable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2897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2897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952897" y="4572000"/>
            <a:ext cx="45157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2455415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455415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957933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957933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60451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60451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62969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62969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465487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465487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968006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968006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470524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470524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973042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973042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5973042" y="4572000"/>
            <a:ext cx="45157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6475560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475560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978078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978078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480596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480596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983114" y="4169664"/>
            <a:ext cx="451573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983114" y="4169664"/>
            <a:ext cx="4515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'responsible'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'responsible' = answerable, accountable for actions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irresponsible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'responsible'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'responsible' = answerable, accountable for actions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irresponsible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ir before 'r'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responsible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answerable, accountable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'responsible'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'responsible' = answerable, accountable for actions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irresponsible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ir before 'r'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responsible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answerable, accountable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'responsible'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'responsible' = answerable, accountable for actions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irresponsible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ir before 'r'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responsible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answerable, accountable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5515910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'responsible'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'responsible' = answerable, accountable for actions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'responsible'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'responsible'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'responsible' = answerable, accountable for actions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'responsible'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responsible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-ity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-ibilities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responsible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irresponsible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responsibility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responsibly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responsibilities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irresponsibly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irresponsibility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co-responsible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'responsible' — 3-Day Teaching Deck</dc:title>
  <dc:subject>PptxGenJS Presentation</dc:subject>
  <dc:creator>Word Labs</dc:creator>
  <cp:lastModifiedBy>Word Labs</cp:lastModifiedBy>
  <cp:revision>1</cp:revision>
  <dcterms:created xsi:type="dcterms:W3CDTF">2026-04-09T22:19:10Z</dcterms:created>
  <dcterms:modified xsi:type="dcterms:W3CDTF">2026-04-09T22:19:10Z</dcterms:modified>
</cp:coreProperties>
</file>