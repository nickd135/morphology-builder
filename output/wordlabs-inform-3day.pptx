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'inform'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give shape or knowledge"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informare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'inform' — to give shape or knowledge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to give shape or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'inform' means 'to give shape or knowledge'.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'inform'.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'inform'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'inform'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to give shape or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'inform' means 'to give shape or knowledge'.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'inform'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'inform'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to give shape or knowledge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'inform' comes from Latin and relates to giving knowledge or shape.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'informative' means to give wrong or false information.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the prefix 'mis-' to 'inform' creates a word meaning to give incorrect information.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An 'informer' is someone who shares information or facts with others.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'-ation' changes 'inform' into a verb.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'inform'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to give shape or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give shape or knowledge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informare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information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informing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informative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misinform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'inform'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to give shape or knowledge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-ative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7024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61772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61772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93445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34593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4593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to give shape or knowledge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someone wrong or incorrect information by mistake or on purpose.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tell someone about something or give them facts.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telling someone about something right now.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gives you lots of useful facts or knowledge.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informative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tells others about something, often secretly to someone in charge.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informer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Knowing the facts about something; having been told about it.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misinform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 or knowledge that you learn or share with others.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'inform'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to give shape or knowledge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'inform'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asked students to use reliable sources so they could write an informative report about endangered animals.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council will inform all residents about the new recycling rules before they start.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important not to misinform your classmates when you share facts during a presentation.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to give shape or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to give shape or knowledge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inform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class about your research, because your report is very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informative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informative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to give shape or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to give shape or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knowledge or shape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to give shape or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knowledge or shape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to give shape or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knowledge or shape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to give shape or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to give shape or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knowledge or shape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to give shape or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knowledge or shape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to give shape or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knowledge or shape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to give shape or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to give shape or knowledge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well-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informed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scientist will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inform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audience, sharing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about her latest discovery.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information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to give shape or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to give shape or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knowledge or shape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past; having been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to give shape or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knowledge or shape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past; having been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formed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to give shape or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knowledge or shape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past; having been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formed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to give shape or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to give shape or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knowledge or shape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to give shape or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knowledge or shape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to give shape or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knowledge or shape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to give shape or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to give shape or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knowledge or shape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to give shape or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knowledge or shape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to give shape or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knowledge or shape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68701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to give shape or knowledge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'inform' = to give shape or knowledge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'inform'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-ative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information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informed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informing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informative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informer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misinform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uninformed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'inform' — 3-Day Teaching Deck</dc:title>
  <dc:subject>PptxGenJS Presentation</dc:subject>
  <dc:creator>Word Labs</dc:creator>
  <cp:lastModifiedBy>Word Labs</cp:lastModifiedBy>
  <cp:revision>1</cp:revision>
  <dcterms:created xsi:type="dcterms:W3CDTF">2026-03-25T03:13:54Z</dcterms:created>
  <dcterms:modified xsi:type="dcterms:W3CDTF">2026-03-25T03:13:54Z</dcterms:modified>
</cp:coreProperties>
</file>