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'inform'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give knowledge or shape"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informare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'inform' — to give knowledge or shape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'inform' means 'to give knowledge or shape'.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'inform'.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'inform'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'inform'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'inform' means 'to give knowledge or shape'.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'inform'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'inform'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'inform' comes from Latin and means to give knowledge or shape.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'uninformed' means a person does not have enough knowledge about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'-ation' in 'information' means to do something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prefix 'mis-' to 'inform' makes a word meaning to give wrong information.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'informative' means to keep something secret and hidden.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'inform'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give knowledge or shape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informare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'inform'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knowing enough facts about something; not well informed.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about something so they know about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or knowledge that you learn or are told about a topic.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gives you lots of useful facts, like a good book or talk.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gives information, often secretly, to help others.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telling someone about something right now.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been told important facts or details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'inform'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'inform'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inform her if they needed help with the activity.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information on the poster helped us understand how to stay safe online.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newspaper every day can help you become a well-informed citizen.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brochure helped tourists, who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uninformed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local wildlife.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shared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carefully; however,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misinforming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public would have been dangerous.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process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process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process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knowledge or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'inform' — 3-Day Teaching Deck</dc:title>
  <dc:subject>PptxGenJS Presentation</dc:subject>
  <dc:creator>Word Labs</dc:creator>
  <cp:lastModifiedBy>Word Labs</cp:lastModifiedBy>
  <cp:revision>1</cp:revision>
  <dcterms:created xsi:type="dcterms:W3CDTF">2026-04-09T22:01:37Z</dcterms:created>
  <dcterms:modified xsi:type="dcterms:W3CDTF">2026-04-09T22:01:37Z</dcterms:modified>
</cp:coreProperties>
</file>