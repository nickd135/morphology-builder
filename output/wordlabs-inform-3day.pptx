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'inform'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give knowledge or shape"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informare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'inform' — to give knowledge or shape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'inform' means 'to give knowledge or shape'.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'inform'.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'inform'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'inform'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'inform' means 'to give knowledge or shape'.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'inform'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'inform'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'inform' comes from Latin and means to give knowledge or shape.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Adding the prefix 'mis-' to 'inform' makes a word meaning to give wrong information.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suffix '-ation' in 'information' means to do something again.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word 'informative' means to keep something secret and hidden.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The word 'uninformed' means a person does not have enough knowledge about something.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'inform'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give knowledge or shape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Latin: informare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'inform'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41788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50876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50876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359152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2706624" y="4178808"/>
            <a:ext cx="1536192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2706624" y="4178808"/>
            <a:ext cx="15361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4270248" y="41788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4617720" y="4178808"/>
            <a:ext cx="82296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617720" y="417880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5513832" y="41788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5925312" y="41788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25312" y="41788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knowing enough facts about something; not well informed.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tell someone about something so they know about it.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Facts or knowledge that you learn or are told about a topic.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that gives you lots of useful facts, like a good book or talk.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gives information, often secretly, to help others.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 of telling someone about something right now.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been told important facts or details about something.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'inform'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'inform'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asked the students to inform her if they needed help with the activity.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information on the poster helped us understand how to stay safe online.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newspaper every day can help you become a well-informed citizen.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informative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brochure helped tourists, who were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uninformed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local wildlife.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the quality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 or having been done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 or having been done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 or having been done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informant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carefully; however,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misinforming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public would have been dangerous.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who does something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238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238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315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315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6393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393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4703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4703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25475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475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6247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06247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7019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7019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677912" y="4169664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77912" y="4169664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or process of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33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or process of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33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or process of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803392" y="275234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dropped before vowel suffix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0238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38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8315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15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6393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393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4703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4703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25475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5475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6247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6247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87019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7019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870192" y="4572000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/sh/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677912" y="4169664"/>
            <a:ext cx="685800" cy="384048"/>
          </a:xfrm>
          <a:prstGeom prst="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6966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or badly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right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or badly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right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wrongly or badly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give knowledge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happening right now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'inform' = to give knowledge or shape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'inform'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-ative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counter-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informed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informing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information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informative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informant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uninformed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894576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94576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misinformed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'inform' — 3-Day Teaching Deck</dc:title>
  <dc:subject>PptxGenJS Presentation</dc:subject>
  <dc:creator>Word Labs</dc:creator>
  <cp:lastModifiedBy>Word Labs</cp:lastModifiedBy>
  <cp:revision>1</cp:revision>
  <dcterms:created xsi:type="dcterms:W3CDTF">2026-07-03T09:03:17Z</dcterms:created>
  <dcterms:modified xsi:type="dcterms:W3CDTF">2026-07-03T09:03:17Z</dcterms:modified>
</cp:coreProperties>
</file>