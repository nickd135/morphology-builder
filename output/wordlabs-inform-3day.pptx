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"tell; give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'inform' — tell; give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'inform' means 'tell; give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'inform' means 'tell; give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'misinform' means 'to help someone understand a hard idea clearly'.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'inform' means 'tell; give information'.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'uninformed' means 'extremely confident and skilled at a task'.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'uninformed' means 'not having enough knowledge or information about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'misinform' means 'to give someone wrong or false information'.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tell; give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508760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508760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87168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834640" y="28072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834640" y="28072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398264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745736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45736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41848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053328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53328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prank caller tried to misinform residents about a fake emergency.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uninformed guess turned out to be completely wrong.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misinformed shoppers queued at the wrong counter all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prank caller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misinform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residents about a fake emergency.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uninformed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guess turned out to be completely wrong.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misinformed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shoppers queued at the wrong counter all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tell; give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tell; give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'inform'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