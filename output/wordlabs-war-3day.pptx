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'war'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"armed conflict between groups"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'war' — armed conflict between groups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'war' means 'armed conflict between groups'.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'war'.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'war'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'war'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'war' means 'armed conflict between groups'.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'war'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'war'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'war' means 'armed conflict between groups'.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'wars' means 'armed fighting between countries or groups, plural of war'.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'war' means 'a state of armed conflict between groups or countries'.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'war' means 'a peaceful agreement between two countries'.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'wars' means 'friendly competitions between schools'.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'war'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armed conflict between groups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warren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'war'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508760" y="32644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508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33472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80944" y="32644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80944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05656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453128" y="32644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453128" y="32644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77256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888736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88736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connected underground tunnels and burrows where rabbits 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of armed conflict between groups or countries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fighting between countries or groups, plural of war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'war'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'war'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fought bravely during the war.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wars were fought over land and power.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rabbits disappeared into their warren.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postwar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years saw rapid rebuilding of the city. The police obtained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warrant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search the house.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postwar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police obtained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warrants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search the house. The new phone came with a two-year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warranty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Her anger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warranted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being treated so unfairly.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ranted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warranted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conflict between groups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ranted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'war' = armed conflict between groups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'war'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warren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'war'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