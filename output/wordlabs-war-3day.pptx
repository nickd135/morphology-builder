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'war'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"conflict, fighting, armed struggle"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werre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'war' — conflict, fighting, armed struggle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'war' = conflict, fighting, armed struggle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'war' means 'conflict, fighting, armed struggle'.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'war'.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'war'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'war'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'war' = conflict, fighting, armed struggle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'war' means 'conflict, fighting, armed struggle'.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'war'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'war'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'war' = conflict, fighting, armed struggle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Warfare refers to the activities and fighting that happen during a war.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 warship is a type of military vessel used in battles at sea.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Postwar describes things that happened before a war.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root 'war' comes from the ancient Greek language.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 warrior is a person who fights in battles.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'war'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'war' = conflict, fighting, armed struggle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conflict, fighting, armed struggle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werre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warfare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warrior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warship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warlike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warden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warring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prewar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'war'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'war' = conflict, fighting, armed struggle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-fare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-ship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-like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-ring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civil-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-den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-fare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7725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88873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88873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warfare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'war' = conflict, fighting, armed struggle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warfare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military ship used in fighting at sea.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warrior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Behaving in a way that is ready for or enjoys fighting.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warship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 or events that happened before a war began.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warlike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Describing groups or countries that are fighting each other.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warden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fighting and activities that happen during a war.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warring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who is in charge of keeping a place or people safe.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prewar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brave person who fights in battles or wars.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'war'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'war' = conflict, fighting, armed struggle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'war'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documentary showed how warfare changed dramatically with the invention of new technology.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skilled warrior must have courage, strength, and loyalty to their people.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in the postwar years was difficult, but families slowly rebuilt their homes and communities.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'war' = conflict, fighting, armed struggle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'war' = conflict, fighting, armed struggle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fearless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warrior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trained every day,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warship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 sail at dawn.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warrior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warship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'war' = conflict, fighting, armed struggle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warrior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'war' = conflict, fighting, armed struggle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warrior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conflict, fighting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'war' = conflict, fighting, armed struggle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warrior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conflict, fighting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'war' = conflict, fighting, armed struggle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warrior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conflict, fighting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rior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 does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'war' = conflict, fighting, armed struggle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'war' = conflict, fighting, armed struggle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conflict, fighting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vessel or craft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'war' = conflict, fighting, armed struggle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conflict, fighting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vessel or craft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'war' = conflict, fighting, armed struggle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warship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conflict, fighting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vessel or craft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ship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'war' = conflict, fighting, armed struggle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'war' = conflict, fighting, armed struggle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prewar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years,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warlike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tribes gathered supplies; however,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warfare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eventually broke out across the land.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prewar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warlike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warfare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'war' = conflict, fighting, armed struggle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prewar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'war' = conflict, fighting, armed struggle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prewar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conflict, fighting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'war' = conflict, fighting, armed struggle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prewar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conflict, fighting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'war' = conflict, fighting, armed struggle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prewar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conflict, fighting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'war' = conflict, fighting, armed struggle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'war' = conflict, fighting, armed struggle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conflict, fighting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having qualities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'war' = conflict, fighting, armed struggle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conflict, fighting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having qualities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'war' = conflict, fighting, armed struggle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warlike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conflict, fighting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resembling, having qualities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like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'war' = conflict, fighting, armed struggle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warfare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'war' = conflict, fighting, armed struggle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warfare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conflict, fighting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manner of going or proceeding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'war' = conflict, fighting, armed struggle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warfare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conflict, fighting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manner of going or proceeding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'war' = conflict, fighting, armed struggle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warfare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conflict, fighting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manner of going or proceeding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fare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'war' = conflict, fighting, armed struggle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'war' = conflict, fighting, armed struggle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'war'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-fare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-ship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-like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-ring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civil-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-den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warfare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warrior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warship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warlike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warden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warring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prewar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postwar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'war' — 3-Day Teaching Deck</dc:title>
  <dc:subject>PptxGenJS Presentation</dc:subject>
  <dc:creator>Word Labs</dc:creator>
  <cp:lastModifiedBy>Word Labs</cp:lastModifiedBy>
  <cp:revision>1</cp:revision>
  <dcterms:created xsi:type="dcterms:W3CDTF">2026-07-03T09:26:03Z</dcterms:created>
  <dcterms:modified xsi:type="dcterms:W3CDTF">2026-07-03T09:26:03Z</dcterms:modified>
</cp:coreProperties>
</file>