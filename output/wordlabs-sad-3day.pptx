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unhappy or sorrowful"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tristis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'sad' — feeling unhappy or sorrowful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'sad' means 'feeling unhappy or sorrowful'.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'sad' means 'feeling unhappy or sorrowful'.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'sadly' is formed by adding the suffix '-ly' to the root 'sad'.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'sad'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'-ness' to 'sad' makes the word 'sadness', which means the state of being unhappy.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'Sadden' means to make someone feel unhappy.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'saddest' means slightly unhappy, not very unhappy.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unhappy or sorrowful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tristis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causes you to feel unhappy or sorry.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unhappy of all; as sad as can be.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unhappy than someone or something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unhappy or upset.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unhappy or sorrowful.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 or upset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you are unhappy or disappointed.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sadly about her dog that had gone missing from the backyard.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sadness in his voice made everyone in the classroom feel quiet and still.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the saddest ending to a story that any of the students had ever read.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broken kite,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face made his mum give him a hug.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 of the film made everyone cry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a deep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settled over the whole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'd'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'd'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'd'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unsaddened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'sad' — 3-Day Teaching Deck</dc:title>
  <dc:subject>PptxGenJS Presentation</dc:subject>
  <dc:creator>Word Labs</dc:creator>
  <cp:lastModifiedBy>Word Labs</cp:lastModifiedBy>
  <cp:revision>1</cp:revision>
  <dcterms:created xsi:type="dcterms:W3CDTF">2026-03-25T03:42:18Z</dcterms:created>
  <dcterms:modified xsi:type="dcterms:W3CDTF">2026-03-25T03:42:18Z</dcterms:modified>
</cp:coreProperties>
</file>