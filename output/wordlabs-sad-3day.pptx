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'sad'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'sad' really means 'unhappy; feeling sorrow'.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puppy looked sadly at the rain through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'sad'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"unhappy; feeling sorrow"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'sad'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'sad' — unhappy; feeling sorrow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'sad' means 'unhappy; feeling sorrow'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'sad'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'sad'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'sad'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'sad' means 'unhappy; feeling sorrow'. You can find it in 'sadden'.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'sadder',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'sadness',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'sad' means 'unhappy; feeling sorrow'.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'sadness' means 'the feeling of being unhappy'.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'sadden' means 'to make someone feel unhappy'.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'sadder' means 'more unhappy than before'.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'sad'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'sad' means 'unhappy; feeling sorrow'.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'sadness' means 'the feeling of being unhappy'.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'sadden' means 'to make someone feel unhappy'.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'sadder' means 'more unhappy than before'.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'sad'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'sad'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unhappy; feeling sorrow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'sad'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feeling of being unhappy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unhappy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someone feel unhappy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more unhappy than before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feeling unhappy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someone feel unhappy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unhappy than before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feeling of being unhappy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'sad'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'sad'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sad when her holiday ended.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sad news would sadden anyone who heard 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felt sadder after his friend moved away.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puppy looked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sadly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rain through the window.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unhappy; feeling sorrow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unhappy; feeling sorrow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unhappy; feeling sorrow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'sad' = unhappy; feeling sorrow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'sad'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