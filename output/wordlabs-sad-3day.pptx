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 unhappy or sorrowful"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satis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'sad' — feeling unhappy or sorrowful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'sad' means 'feeling unhappy or sorrowful'.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'sad' means 'feeling unhappy or sorrowful'.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'sadden' means to make someone feel happy.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'saddest' uses the superlative suffix '-est'.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'sad' comes from Greek and means 'joy'.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'sadly' contains the root 'sad' plus a suffix.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'-ness' to 'sad' makes a noun meaning the state of being sad.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 unhappy or sorrowful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satis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to feel unhappy or sorrowful by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unhappy or upsetting of 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unhappy than someone or something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unhappy or upset.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unhappy or sorrowful.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 or upset about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you are unhappy or disappointed.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a deep sadness when her best friend moved to another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 of the film was so saddening that many people in the audience cried.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sadly watched the last of the autumn leaves fall from the old oak tree.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news made everyone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throughout the whole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loss,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smiled and remembered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moments they had shared.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all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all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all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'sad' — 3-Day Teaching Deck</dc:title>
  <dc:subject>PptxGenJS Presentation</dc:subject>
  <dc:creator>Word Labs</dc:creator>
  <cp:lastModifiedBy>Word Labs</cp:lastModifiedBy>
  <cp:revision>1</cp:revision>
  <dcterms:created xsi:type="dcterms:W3CDTF">2026-04-09T22:32:01Z</dcterms:created>
  <dcterms:modified xsi:type="dcterms:W3CDTF">2026-04-09T22:32:01Z</dcterms:modified>
</cp:coreProperties>
</file>