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"unhappy; feeling sorrow"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'sad' — unhappy; feeling sorrow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'sad' means 'unhappy; feeling sorrow'.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'sad' means 'unhappy; feeling sorrow'.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'sad' means 'unhappy; feeling sorrow'.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'sadly' means 'in an unhappy way, or unfortunately'.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'sadly' means 'in a very fast 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'sad' means 'feeling very hungry'.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'sad' means 'feeling unhappy'.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unhappy; feeling sorrow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9809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29809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8770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2885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885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unhappy way, or unfortunately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unhappy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sad when her holiday ended.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Sadly, the school trip was cancelled due to rain.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sad news would sadden anyone who heard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his friend moved away. That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film I have ever watched.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wave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came over her when she said goodbye. Everyone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sudden news. It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sight to see the old tree fall.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unhappy; feeling sorrow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unhappy; feeling sorrow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'sad'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