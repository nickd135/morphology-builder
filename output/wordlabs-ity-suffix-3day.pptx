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'-ity'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"state or quality of"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-itas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'-ity' — state or quality of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'-ity' means 'state or quality of'.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'-ity'.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'-ity'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'-ity'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'-ity' means 'state or quality of'.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'curiosity', the root is the part before the suffix '-ity'.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'creativity'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Adding '-ity' to a word always changes its meaning to an action.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suffix '-ity' turns adjectives into nouns.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'curiosity' contains the suffix '-ity'.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suffix '-ity' comes from Latin.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'-ity' means 'to do again'.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'-ity'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state or quality of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-itas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curiosity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creativity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equality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reality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activity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humidity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popularity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'-ity'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'-ity'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real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-ity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equal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human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prior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real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68503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032504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032504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-ity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05663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46811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46811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curiosity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curiosity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of being liked or enjoyed by many people.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creativity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strong desire to know or find out about something.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equality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way things actually are in real life, not in a story or dream.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reality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you do, especially something that involves moving around or working.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activity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amount of moisture or water in the air, making it feel sticky and warm.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humidity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everyone is treated the same and has the same rights.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popularity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ability to make or think up new and imaginative things.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'-ity'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'-ity'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curiosity of the students grew as the teacher revealed the science experiment.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need to treat everyone with equality no matter where they come from.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humidity in the rainforest made it feel very hot and sticky.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creativity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activity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the classroom showed how much the students loved learning.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creativity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activity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tending to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tending to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tending to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303352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/ee/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popularity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sport showed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ability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equality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all players on the team.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popularity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ability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equality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popularity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popularity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popul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popularity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popul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popularity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popul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ability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ability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abil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able, capable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ability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abil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able, capable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ability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abil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able, capable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equality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equality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equ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equal, same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equality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equ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equal, same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equality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equ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equal, same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3293146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/kw/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'-ity'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'-ity'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real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-ity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equal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human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prior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curiosity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creativity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equality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reality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activity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humidity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popularity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electricity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'-ity' — 3-Day Teaching Deck</dc:title>
  <dc:subject>PptxGenJS Presentation</dc:subject>
  <dc:creator>Word Labs</dc:creator>
  <cp:lastModifiedBy>Word Labs</cp:lastModifiedBy>
  <cp:revision>1</cp:revision>
  <dcterms:created xsi:type="dcterms:W3CDTF">2026-04-10T01:12:00Z</dcterms:created>
  <dcterms:modified xsi:type="dcterms:W3CDTF">2026-04-10T01:12:00Z</dcterms:modified>
</cp:coreProperties>
</file>