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'-ity'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"state or quality"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Suffix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'-ity' — state or quality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'-ity' means 'state or quality'.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'-ity'.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'-ity'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'-ity'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'-ity' means 'state or quality'.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'activity', the root is the part before the suffix '-ity'.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'security'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'activity' means 'something people do, especially for pleasure, exercise, or a purpose'.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'ity' means 'state or quality'.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'security' means 'the state of being safe and free from danger'.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'activity' means 'a quiet nap after lunch'.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'security' means 'a loud alarm used to wake people up'.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'-ity'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state or quality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Suffix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activity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security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activities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creativity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relativity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speciality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conductivity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'-ity'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'-ity'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-ity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duct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function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1508760" y="46360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1508760" y="46360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2487168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2834640" y="46360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2834640" y="46360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active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4105656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3" name="Shape 51"/>
          <p:cNvSpPr/>
          <p:nvPr/>
        </p:nvSpPr>
        <p:spPr>
          <a:xfrm>
            <a:off x="4453128" y="46360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4453128" y="46360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-ity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5477256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6" name="Shape 54"/>
          <p:cNvSpPr/>
          <p:nvPr/>
        </p:nvSpPr>
        <p:spPr>
          <a:xfrm>
            <a:off x="5888736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888736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activity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activity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well a material allows electricity or heat to pass through it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security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people do, especially for pleasure, exercise, or a purpose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activities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ability to use imagination to make or think of new things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creativity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scientific idea, from Einstein, that time, space and motion depend on the observer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relativity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particular skill, subject or product someone is known for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speciality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things that people do for pleasure, exercise, or a particular purpose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conductivity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of being safe and free from danger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'-ity'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'-ity'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Swimming is my favourite activity during the summer holidays.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new locks gave the family a greater sense of security.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 offers lots of after-hours activities like chess club and football.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Scientists tested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toxicity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chemical before allowing its use. The puppy bounced around the garden, full of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vitality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toxicity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vitality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toxicity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toxicity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poison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toxicity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poison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tox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toxicity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poison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tox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vitality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vitality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vitality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vitality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intensity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storm grew stronger throughout the night. The doctor spoke about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mortality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rates to explain how many patients recovered. The report was praised for its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specificity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about the causes of the problem.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intensity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mortality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specificity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intensity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intensity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hold; keep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intensity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hold; keep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intensity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hold; keep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mortality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mortality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mortality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mortality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specificity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specificity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look; see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ific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making; doing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specificity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look; see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ific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making; doing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specificity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look; see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ific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making; doing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'-ity'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'-ity'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-ity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duct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function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activity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security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activities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creativity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relativity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speciality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conductivity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'-ity' — 3-Day Teaching Deck</dc:title>
  <dc:subject>PptxGenJS Presentation</dc:subject>
  <dc:creator>Word Labs</dc:creator>
  <cp:lastModifiedBy>Word Labs</cp:lastModifiedBy>
  <cp:revision>1</cp:revision>
  <dcterms:created xsi:type="dcterms:W3CDTF">2026-07-07T10:22:44Z</dcterms:created>
  <dcterms:modified xsi:type="dcterms:W3CDTF">2026-07-07T10:22:44Z</dcterms:modified>
</cp:coreProperties>
</file>