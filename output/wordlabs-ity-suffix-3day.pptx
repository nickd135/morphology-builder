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or quality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-itas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'-ity' — state or quality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'-ity' means 'state or quality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'-ity'.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'-ity'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'-ity'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'-ity' means 'state or quality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'reality', the root is the part before the suffix '-ity'.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'activity'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'-ity' turns adjectives into nouns that describe a state or quality.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'-ity' always means 'without' or 'not'.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'curiosity' contains the suffix '-ity'.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'-ity' to a word changes its part of speech to a noun.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'-ity' comes from Old English.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'-ity'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or quality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-itas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reality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electricity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'-ity'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reality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desire to learn about or find out more about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things actually are in the real world, not just in your imagination.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safe and protected from danger or harm.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 of energy that powers lights, devices, and machines.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electricity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think of new and imaginative ideas or make original things.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everyone is treated fairly and has the same rights and chances.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you do, especially something that involves moving or being busy.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'-ity'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'-ity'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praised the class for showing great creativity in their art projects.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to treat everyone with equality, no matter where they come from.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curiosity of young scientists helps them ask great questions about the world.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curiosity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her an excellent scientist.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being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being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being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to learn or know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'ous' replaced before '-ity'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to learn or know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'ous' replaced before '-ity'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curious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to learn or know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'ous' replaced before '-ity'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equality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creativity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by the students impressed everyone at the school fair.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 amount, size, or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 amount, size, or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 amount, size, or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make safe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make safe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 or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care for or make safe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being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being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bring into being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/iv/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'ity'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'-ity'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'-ity'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reality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activity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equality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electricity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creativity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curiosity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humidity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'-ity' — 3-Day Teaching Deck</dc:title>
  <dc:subject>PptxGenJS Presentation</dc:subject>
  <dc:creator>Word Labs</dc:creator>
  <cp:lastModifiedBy>Word Labs</cp:lastModifiedBy>
  <cp:revision>1</cp:revision>
  <dcterms:created xsi:type="dcterms:W3CDTF">2026-03-26T07:46:08Z</dcterms:created>
  <dcterms:modified xsi:type="dcterms:W3CDTF">2026-03-26T07:46:08Z</dcterms:modified>
</cp:coreProperties>
</file>