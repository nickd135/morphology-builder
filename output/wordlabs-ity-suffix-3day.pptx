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'activity' really means 'something people do, especially for pleasure, exercise, or a purpose'.
'speciality' really means 'a particular skill, subject or product someone is known for'.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art show celebrated the creativity of children from every school in the locality.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diversity of fish on the reef amazed us. The ocean seemed to stretch to infinity, and the sun shone with great intensity.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'-ity'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"state or quality"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'-ity' — state or quality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'-ity' means 'state or quality'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'-ity'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'-ity'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'-ity'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'-ity' means 'state or quality'. In 'morality', it is added to 'moral'.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'morality', the base is 'moral' (right and wrong; relating to values).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'biodiversity', 'bio-' means 'life'.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'-ity' means 'state or quality'.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'minority' means 'the smaller part of a group, or a group that makes up less than half'.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'activity' means 'ideas about what is right and wrong behaviour'.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'morality' means 'ideas about what is right and wrong behaviour'.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'speciality' means 'something people do, especially for pleasure, exercise, or a purpose'.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'-ity' means 'state or quality'.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'minority' means 'the smaller part of a group, or a group that makes up less than half'.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'activity' means 'ideas about what is right and wrong behaviour'.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'morality' means 'ideas about what is right and wrong behaviour'.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'speciality' means 'something people do, especially for pleasure, exercise, or a purpose'.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'-ity'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or quality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morality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gravity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minority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biodiversity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'-ity'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29184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58444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58444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5354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4946904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46904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minority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morality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force that pulls objects down towards the Earth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ideas about what is right and wrong behaviour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smaller part of a group, or a group that makes up less than half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something people do, especially for pleasure, exercise, or a purpose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gravity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status of officially belonging to a particular nation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minority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the huge variety of living things in an area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biodiversity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particular skill, subject or product someone is known for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morality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ideas about what is right and wrong behaviour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something people do, especially for pleasure, exercise, or a purpose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particular skill, subject or product someone is known for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status of officially belonging to a particular nation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gravity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force that pulls objects down towards the Earth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minority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the smaller part of a group, or a group that makes up less than half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biodiversity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the huge variety of living things in an area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'-ity'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'-ity'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explores questions of morality, asking what makes an action right or wrong.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 is my favourite activity during the summer holidays.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is the chef's speciality at this restaurant.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art show celebrated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children from every school in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locality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-ive; drop the final 'e' before -ity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-ive; drop the final 'e' before -ity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-ive; drop the final 'e' before -ity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fish on the reef amazed us. The ocean seemed to stretch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infinity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sun shone with great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intensity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 limit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 limit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 limit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stretch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stretch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stretch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dis- becomes di- before 'v'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dis- becomes di- before 'v'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dis- becomes di- before 'v'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'-ity'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'-ity' = state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'-ity'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