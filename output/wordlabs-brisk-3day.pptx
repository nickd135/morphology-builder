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'brisk'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"lively, quick, and energetic"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bruscare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'brisk' — lively, quick, and energetic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'brisk' means 'lively, quick, and energetic'.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'brisk'.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'brisk'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'brisk'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'brisk' means 'lively, quick, and energetic'.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'brisk'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'brisk'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'briskly' contains the root 'brisk' and the suffix '-ly'.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'brisk' means slow and tired.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'brisk' makes a noun that means the quality of being quick and lively.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'briskest' means the most lively and quick of 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'rebrisk' means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'brisk'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lively, quick, and energetic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bruscare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'brisk'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acting quickly and with energy, like a fast walk on a cool morning.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quick, lively, and full of energy.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lively and quick of all — the highest level of briskness.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or acted in a quick and energetic way (used in past tense).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lively and quick than something else — comparing two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lively or quick; lacking energy and speed.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quick and lively way, such as walking briskly to school.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'brisk'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'brisk'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told us to walk briskly around the oval to warm up before the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briskness in the winter air that made everyone walk faster and pull their jackets tight.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moved briskly through the busy market, picking up fruit and vegetables without stopping.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park, enjoying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cool morning 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 moved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past the others, showing a remarkable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impressed everyone!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lively, quick,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semibrisk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'brisk' — 3-Day Teaching Deck</dc:title>
  <dc:subject>PptxGenJS Presentation</dc:subject>
  <dc:creator>Word Labs</dc:creator>
  <cp:lastModifiedBy>Word Labs</cp:lastModifiedBy>
  <cp:revision>1</cp:revision>
  <dcterms:created xsi:type="dcterms:W3CDTF">2026-03-25T03:38:50Z</dcterms:created>
  <dcterms:modified xsi:type="dcterms:W3CDTF">2026-03-25T03:38:50Z</dcterms:modified>
</cp:coreProperties>
</file>