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'brisk'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and energetic"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'brisk' — quick and energetic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'brisk' means 'quick and energetic'.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'brisk'.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'brisk'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'brisk'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'brisk' means 'quick and energetic'.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'brisk'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'brisk'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'brisk' means 'slow and lazy'.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'brisk' means 'quick and energetic'.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'brisk' means 'quick and energetic'.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'brisker' means 'quicker and more energetic than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'brisker' means 'slower and lazier than something else'.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'brisk'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and energetic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'brisk'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08760" y="37216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508760" y="37216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26080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273552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73552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69664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81144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'brisk'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'brisk'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went for a brisk walk before breakfast.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walk was brisker than yesterday's stroll.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walked briskly to catch the bus on time.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went for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brisk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walk before breakfast. Today's walk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brisker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yesterday's stroll.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walked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briskly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catch the bus on time. That was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briskest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pace we've walked all week.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briskness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stride showed she was in a hurry.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energetic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'brisk' = quick and energetic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'brisk'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'brisk' — 3-Day Teaching Deck</dc:title>
  <dc:subject>PptxGenJS Presentation</dc:subject>
  <dc:creator>Word Labs</dc:creator>
  <cp:lastModifiedBy>Word Labs</cp:lastModifiedBy>
  <cp:revision>1</cp:revision>
  <dcterms:created xsi:type="dcterms:W3CDTF">2026-07-07T10:24:24Z</dcterms:created>
  <dcterms:modified xsi:type="dcterms:W3CDTF">2026-07-07T10:24:24Z</dcterms:modified>
</cp:coreProperties>
</file>