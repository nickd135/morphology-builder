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'brisk'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"quick, lively, and energetic"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bruscare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'brisk' — quick, lively, and energetic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'brisk' means 'quick, lively, and energetic'.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'brisk'.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'brisk'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'brisk'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'brisk' means 'quick, lively, and energetic'.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'brisk'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'brisk'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'-est' in 'briskest' means 'without'.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brisk walk is a fast, energetic walk.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'Briskness' describes the quality of being quick and lively.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'brisk' comes from ancient Greek.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'briskly' contains the suffix '-ly'.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'brisk'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quick, lively, and energetic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bruscare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briskness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briskest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unbrisk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'brisk'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or doing something quickly and with lots of energy.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quick, lively, and full of energy.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briskness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quick and lively of all.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something move or happen more quickly and energetically.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briskest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quick and lively than something else.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quick or lively; slow and without much energy.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unbrisk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in a quick, lively way — like walking briskly to school.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'brisk'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'brisk'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asked us to walk briskly around the oval to warm up before the game.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was a briskness in the winter air that made everyone pull their jackets tighter.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the briskest walker in the whole class, always arriving at the next spot first.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walked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briskly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through the park, enjoying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briskness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cool morning air.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brisker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wind made the day feel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brisker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even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briskest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runners felt the chill.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briskest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lively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'brisk' = quick, lively, and energetic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'brisk'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briskness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briskest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unbrisk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briskening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'brisk' — 3-Day Teaching Deck</dc:title>
  <dc:subject>PptxGenJS Presentation</dc:subject>
  <dc:creator>Word Labs</dc:creator>
  <cp:lastModifiedBy>Word Labs</cp:lastModifiedBy>
  <cp:revision>1</cp:revision>
  <dcterms:created xsi:type="dcterms:W3CDTF">2026-04-09T22:28:24Z</dcterms:created>
  <dcterms:modified xsi:type="dcterms:W3CDTF">2026-04-09T22:28:24Z</dcterms:modified>
</cp:coreProperties>
</file>