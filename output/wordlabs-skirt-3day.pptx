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'skirt'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piece of clothing worn from the waist down"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'skirt' — a piece of clothing worn from the waist down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'skirt' means 'a piece of clothing worn from the waist down'.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'skirt'.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'skirt'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'skirt'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'skirt' means 'a piece of clothing worn from the waist down'.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'skirt'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'skirt'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'skirt' means 'a piece of clothing worn from the waist down'.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'skirts' means 'more than one piece of clothing that hangs from the waist'.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'skirts' means 'several small hats worn on the head'.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'skirt' means 'a type of shoe worn for running'.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'skirt' means 'a piece of clothing that hangs from the waist'.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'skirt'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piece of clothing worn from the waist down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'skirt'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2350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508760" y="23500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508760" y="2350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633472" y="2350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980944" y="2350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80944" y="2350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398264" y="2350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745736" y="2350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45736" y="2350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641848" y="2350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053328" y="2350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53328" y="2350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'skirt'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'skirt'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wore a blue skirt to the party.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sold skirts in many different colours.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wore a bright miniskirt to the summer party.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wore a blue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skirt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party. The shop sold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skirts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many different colours. She wore a bright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miniskirt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summer party.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miniskirt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clothing worn from the waist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clothing worn from the waist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clothing worn from the waist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clothing worn from the waist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clothing worn from the waist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clothing worn from the waist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miniskirt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miniskirt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clothing worn from the waist down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miniskirt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clothing worn from the waist down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miniskirt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clothing worn from the waist down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'skirt' = a piece of clothing worn from the waist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'skirt'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'skirt'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