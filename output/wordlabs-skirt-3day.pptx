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'skirt'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"edge, border, or outer garment"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skirt (via Old Norse: skyrta)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'skirt' — edge, border, or outer garment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'skirt' means 'edge, border, or outer garment'.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'skirt'.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'skirt'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'skirt'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'skirt' means 'edge, border, or outer garment'.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'skirt'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'skirt'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'skirt' comes from ancient Greek and means to run.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word 'outskirts' contains the root 'skirt' meaning edge or border.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suffix '-ing' can be added to 'skirt' to make 'skirting'.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 miniskirt uses the prefix 'mini' added to the root 'skirt'.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word 'skirting' has nothing to do with edges or borders.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'skirt'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edge, border, or outer garment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skirt (via Old Norse: skyrta)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outskirted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outskirts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miniskirt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'skirt'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950976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487168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834640" y="4178808"/>
            <a:ext cx="1389888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834640" y="417880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251960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599432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599432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95544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907024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07024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or something that moves around the edge of an area.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areas on the outer edges of a town or city, away from the centre.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 or pushed to the outer edges of a town or city.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outskirted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short skirt that stops well above the knee.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outskirts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 skirt, or the outer edges of a place.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miniskirt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around the edge of something to avoid it, or wearing a skirt.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around the outside edge of something, or a board along the bottom of a wall.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'skirt'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'skirt'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hiking trail skirted the edge of the steep cliff, keeping walkers safe.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outskirts of the city were full of new houses being built on open land.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noticed the skirting board in the classroom had been freshly painted white.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skirting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board was damaged, so we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skirted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around it carefully.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or border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in progress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or border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in progress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or border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in progress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or border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in the past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or border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in the past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or border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in the past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outskirts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town had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miniskirt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shop, and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skirts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were displayed in the front window.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outskirts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miniskirt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outskirts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outskirts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or outside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or border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outskirts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or outside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or border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outskirts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or outside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or border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miniskirt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miniskirt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 or short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or outer garment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miniskirt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 or short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or outer garment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miniskirt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 or short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or outer garment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or outer garment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or outer garment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or outer garment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'skirt' = edge, border, or outer garment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'skirt'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skirted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skirting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outskirted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outskirts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miniskirt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skirter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midskirt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'skirt' — 3-Day Teaching Deck</dc:title>
  <dc:subject>PptxGenJS Presentation</dc:subject>
  <dc:creator>Word Labs</dc:creator>
  <cp:lastModifiedBy>Word Labs</cp:lastModifiedBy>
  <cp:revision>1</cp:revision>
  <dcterms:created xsi:type="dcterms:W3CDTF">2026-07-03T09:18:33Z</dcterms:created>
  <dcterms:modified xsi:type="dcterms:W3CDTF">2026-07-03T09:18:33Z</dcterms:modified>
</cp:coreProperties>
</file>