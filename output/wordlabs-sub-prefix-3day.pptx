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"under, below, less than"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sub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'sub-' — under, below, less than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'sub-' means 'under, below, less than'.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'sub-'.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'sub-'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'sub-'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'sub-' means 'under, below, less than'.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'submarine', the root is the part after the prefix 'sub-'.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'sub-' means above or over something.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'sub-' comes from Latin.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'submarine' means a ship that sails on top of the ocean.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subtitle appears below the main title.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'sub-' means under or below.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'sub-'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under, below, less than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sub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'sub-'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smaller title that appears below the main heading in a piece of writing.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shown at the bottom of a screen that display what people are saying.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underground tunnel or train system that runs below the streets.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divide something that has already been divided into even smaller parts.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one number away from another in maths.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that can travel underwater, often used by the navy.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go completely under water or another liquid.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'sub-'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'sub-'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submarine dived deep below the surface of the ocean.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asked us to subtract twelve from fifty in our heads.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documentary had subtitles so we could read what was being said.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submarine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submerge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quickly to avoid the storm.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sea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rine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/een/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sink or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sink or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sink or plunge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/j/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substitute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word in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subtitle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added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subheading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make the report clearer.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up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up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in place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stitut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set up or place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 ending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759598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or heading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or heading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or heading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tle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/ul/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top, leading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top, leading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under, 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top, leading part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 or state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547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/e/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'sub'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'sub-' = under, below, less than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'sub-'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merge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marine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way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title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submarine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submerge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subtract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subway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subtitle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subdivide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subheading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substitute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'sub-' — 3-Day Teaching Deck</dc:title>
  <dc:subject>PptxGenJS Presentation</dc:subject>
  <dc:creator>Word Labs</dc:creator>
  <cp:lastModifiedBy>Word Labs</cp:lastModifiedBy>
  <cp:revision>1</cp:revision>
  <dcterms:created xsi:type="dcterms:W3CDTF">2026-04-10T01:03:51Z</dcterms:created>
  <dcterms:modified xsi:type="dcterms:W3CDTF">2026-04-10T01:03:51Z</dcterms:modified>
</cp:coreProperties>
</file>