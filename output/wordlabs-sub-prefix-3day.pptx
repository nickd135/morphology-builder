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'suffix' really means 'a group of letters added to the end of a word to change its meaning'.
'suffer' really means 'to experience pain, distress or hardship'.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We watched a French film at the cinema in our suburb, and I read every subtitle.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Today in maths, my favourite subject, we had to subtract to find how much deeper one submarine dived than another.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'sub-'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"under; below"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'sub-' — under; below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'sub-' means 'under; below'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'sub-'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'sub-'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'sub-'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'sub-' means 'under; below'. In 'submerge', it is added to 'merge'.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'submerge', the base is 'merge' (to dip; to sink).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'subheading', '-ing' means 'the act of; something done or made'.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'sub-' means 'under; below'.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'submit' means 'to hand something in, or to give in to someone else's control'.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'suffix' means 'to go completely under the surface of water or another liquid'.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'subheading' means 'a smaller heading that divides a page into sections'.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'suffer' means 'a group of letters added to the end of a word to change its meaning'.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'sub-' means 'under; below'.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'submit' means 'to hand something in, or to give in to someone else's control'.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'suffix' means 'to go completely under the surface of water or another liquid'.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'subheading' means 'a smaller heading that divides a page into sections'.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'suffer' means 'a group of letters added to the end of a word to change its meaning'.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'sub-'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under; below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submerge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subheading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'sub-'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urb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660904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660904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74904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160520" y="3776472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60520" y="377647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submerge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submerge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smaller heading that divides a page into sections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experience pain, distress or hardship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hand something in, or to give in to someone else's control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go completely under the surface of water or another liquid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subheading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group of letters added to the end of a word to change its meaning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submerge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go completely under the surface of water or another liquid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hand something in, or to give in to someone else's control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experience pain, distress or hardship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group of letters added to the end of a word to change its meaning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subheading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smaller heading that divides a page into sections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'sub-'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'sub-'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submit your homework before Friday.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people continue to suffer during the drought.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 subheading above each section of your report.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watched a French film at the cinema in our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suburb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I read every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subtitle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suburb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subtitle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suburb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suburb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suburb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urb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suburb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urb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subtitle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subtitle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title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subtitle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title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tle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subtitle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title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tle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in maths, my favourite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 had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subtract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find how much deeper one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submarine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dived than another.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subject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subtract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submarine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subject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subject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subject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subject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subtract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subtract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pull; drag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subtract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pull; drag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subtract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pull; drag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submarine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submarine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the sea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submarine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the sea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rine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submarine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the sea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rine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i_e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'sub-' = under; below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urb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suburb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'sub-'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