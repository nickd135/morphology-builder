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"under; below"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'sub-' — under; below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'sub-' means 'under; below'.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'sub-'.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'sub-'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'sub-'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'sub-' means 'under; below'.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'subway', the root is the part after the prefix 'sub-'.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'sub' means 'under; below'.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'submerge' means 'to go completely under the surface of water or another liquid'.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'subway' means 'an underground tunnel or railway used for trains or for walking under a road'.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'submerge' means 'to rise up quickly into the air'.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'subway' means 'a small sandwich shop'.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'sub-'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under; below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'sub-'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83464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1304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6052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6052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566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681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681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to go through or experience something, often unpleasant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topic or area of study, or the main person or thing a sentence is about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completely under the surface of water or another liquid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of study, or people or things a sentence or ruler is about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covered by water or another liquid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underground tunnel or railway used for trains or for walking under a road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completely under the surface of water or another liquid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'sub-'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'sub-'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took the subway to get across the city quickly.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 watched the fish submerge beneath the coral reef.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shipwreck lay submerged at the bottom of the ocean.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supplying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parts to garages this month.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lifted the trophy.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storms throughout the week. The team won five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matches.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completed the marathon.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under;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'sub-'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