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"under, below, beneath"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'sub-' — under, below, beneath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'sub-' means 'under, below, beneath'.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'sub-' means 'under, below, beneath'.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'submarine', the root is the part after the prefix 'sub-'.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'sub-' means under or below.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'submarine' means a vehicle that flies above the clouds.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subway is a path or railway that goes underground.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'sub-'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'sub-' means before or in front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under, below, beneath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or something that takes the place of another person or 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topic you study at school, or the person or thing being talked about.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water or another liquid.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homes and streets on the outer edges of a city.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tunnel or railway that runs below the street.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vessel that travels underwater beneath the surface of the sea.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one number from another; to minus.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dived deep below the surface of the ocean.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live in a quiet suburb on the edge of the 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subtract the smaller number from the larger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to avoid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plunge or dip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plunge or dip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plunge or dip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cost,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suburb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market offers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every item.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beneath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suburb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'sub-' — 3-Day Teaching Deck</dc:title>
  <dc:subject>PptxGenJS Presentation</dc:subject>
  <dc:creator>Word Labs</dc:creator>
  <cp:lastModifiedBy>Word Labs</cp:lastModifiedBy>
  <cp:revision>1</cp:revision>
  <dcterms:created xsi:type="dcterms:W3CDTF">2026-03-26T07:39:46Z</dcterms:created>
  <dcterms:modified xsi:type="dcterms:W3CDTF">2026-03-26T07:39:46Z</dcterms:modified>
</cp:coreProperties>
</file>