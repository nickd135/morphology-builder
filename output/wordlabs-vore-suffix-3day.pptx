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'-vore' suit Years 3–7, so there is no Day 3 dictation. Day 3 is the word matrix lesson only. Day 2 has 1 dictation word instead of 2. Day 1 shows 3 example words instead of 5–7. -vore comes from a Latin root meaning 'eat'; in English it is used as an 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'-vore' really means 'feeding on'.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Venus flytrap is a carnivorous plant that snaps shut to trap insects.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'-vore'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"feeding on"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'-vore' suit Years 3–7, so there is no Day 3 dictation. Day 3 is the word matrix lesson only. Day 2 has 1 dictation word instead of 2. Day 1 shows 3 example words instead of 5–7. -vore comes from a Latin root meaning 'eat'; in English it is used as an ending.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'-vore' — feeding 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'-vore' means 'feeding on'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'-vore'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'-vore'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'-vore'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'-vore' means 'feeding on'. You can see it at the end of 'carnivore'.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'carnivore', 'carni-' means 'meat; flesh'.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'-vore' means 'feeding 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'herbivore' means 'an animal that eats only plants'.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'carnivore' means 'an animal that eats meat'.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'insectivore' means 'an animal that eats insects'.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suffix '-vore' means 'full of'.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'-vore' means 'feeding on'.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'herbivore' means 'an animal that eats only plants'.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'carnivore' means 'an animal that eats meat'.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'insectivore' means 'an animal that eats insects'.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suffix '-vore' means 'full of'.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'-vore'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feeding 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'-vore'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-vore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64261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935224" y="2971800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935224" y="297180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-vore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02336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434840" y="2971800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2971800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animal that eats insects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animal that eats meat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animal that eats only plants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an animal that eats meat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an animal that eats only plants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insectivore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an animal that eats insects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'-vore'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'-vore'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lion is a carnivore that hunts other animals for its food.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cow is a herbivore that spends its day chewing grass.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frog is an insectivore that flicks out its tongue to catch flies.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Venus flytrap is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carnivorous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plant that snaps shut to trap insects.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-ous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meat; flesh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that eats; eating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of; having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'-vore'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'-vore' = feeding 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insecti-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-vore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-ous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herbivorous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carnivorous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'-vore'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