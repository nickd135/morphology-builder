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'care'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"worry, attention, looking after"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cura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'care' — worry, attention, looking after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'care' means 'worry, attention, looking after'.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'care'.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'care'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'care'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'care' means 'worry, attention, looking after'.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'care'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'care'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the suffix '-ful' to 'care' makes the word 'careful', meaning full of attention.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'carefully' has three morphemes: care + ful + 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'careless' contains the root 'care' meaning attention or worry.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'un-' in 'uncare' means 'many' or 'more than one'.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'care' comes from the ancient Greek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'care'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worry, attention, looking after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cura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uncare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overcare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'care'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health-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-giver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worry or fuss about something far too much.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 show concern or attention toward something or someone.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without paying attention, often causing mistakes.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uncare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way that shows you are paying close attention.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pay close attention and try not to make mistakes or get hurt.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looks after someone who needs help, like a child or sick person.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overcare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do not pay enough attention and make mistakes because of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'care'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'care'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be careful when you carry the glass of water across the room.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caregiver looked after the elderly woman every day after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worked carelessly and spilled paint all over his artwork.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nurse was never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giving medicine to her patients.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caregiver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reminded the children to handle the animals gently,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left the gate open.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looking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gives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looking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gives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looking after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gives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attention, worry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'care' = worry, attention, looking after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'care'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health-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-giver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caregiver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uncare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overcare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self-care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'care' — 3-Day Teaching Deck</dc:title>
  <dc:subject>PptxGenJS Presentation</dc:subject>
  <dc:creator>Word Labs</dc:creator>
  <cp:lastModifiedBy>Word Labs</cp:lastModifiedBy>
  <cp:revision>1</cp:revision>
  <dcterms:created xsi:type="dcterms:W3CDTF">2026-04-09T21:54:15Z</dcterms:created>
  <dcterms:modified xsi:type="dcterms:W3CDTF">2026-04-09T21:54:15Z</dcterms:modified>
</cp:coreProperties>
</file>