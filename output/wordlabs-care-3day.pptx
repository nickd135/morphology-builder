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8 word families with 'care' suit Years 3–7, so Day 3 has 1 dictation word instead of 3.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'care' really means 'look after; attention'.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Grandma's carer helped her walk carefully down the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His carelessness with the paint left blue spots all over the kitchen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'care'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"look after; attention"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8 word families with 'care' suit Years 3–7, so Day 3 has 1 dictation word instead of 3.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'care' — look after; attention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'care' means 'look after; attention'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'care'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'care'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'care'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'care' means 'look after; attention'. You can find it in 'careful'.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'uncaring',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'careful', '-ful' means 'full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'care' means 'look after; attention'.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'uncaring' means 'not showing kindness or concern for others'.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'careful' means 'paying close attention so as to avoid mistakes or danger'.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'careless' means 'not paying enough attention; making mistakes because of a lack of care'.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'care'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'care' means 'look after; attention'.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'uncaring' means 'not showing kindness or concern for others'.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'careful' means 'paying close attention so as to avoid mistakes or danger'.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'careless' means 'not paying enough attention; making mistakes because of a lack of care'.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'care'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'care'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 after; attention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careful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careless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uncaring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'care'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463040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463040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23113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523744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523744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42900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721608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721608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67258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084064" y="3374136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84064" y="33741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uncaring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65760" y="38313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paying close attention so as to avoid mistakes or danger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serious attention or effort; to look after someone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careless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showing kindness or concern for others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uncaring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paying enough attention; making mistakes because of a lack of care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serious attention or effort; to look after someone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paying close attention so as to avoid mistakes or danger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careless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paying enough attention; making mistakes because of a lack of care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uncaring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showing kindness or concern for others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'care'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'care'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take care when crossing the busy road.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careful with that glass because it might break.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careless mistake made him lose marks in the test.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Grandma's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carer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helped her walk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carefully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down the steps.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carefully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after; to feel concern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after; to feel concern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after; to feel concern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after; to feel concern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after; to feel concern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after; to feel concern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carelessness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the paint left blue spots all over the kitchen floor.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carelessness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after; to feel concern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after; to feel concern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after; to feel concern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'care' = look after; attention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657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carelessly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carefully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carelessness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'care'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