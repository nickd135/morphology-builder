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'care'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"worry, concern, look after"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cura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'care' — worry, concern, look after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'care' means 'worry, concern, look after'.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'care'.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'care'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'care'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'care' means 'worry, concern, look after'.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'care'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'care'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'careful' contains the root 'care' and the suffix '-ful'.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'care' comes from an ancient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'careless' means doing something without enough attention.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caregiver is someone who looks after others.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'-ful' in 'careful' means without.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'care'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worry, concern, look after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cura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uncare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self-care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'care'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hair-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-giver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after your own health and wellbeing.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with a lot of attention and thought.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lack of caring or concern for something or someone.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without paying enough attention.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attention to avoid mistakes or danger.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uncare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looks after someone who needs help, like a child or elderly person.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self-care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paying enough attention; making mistakes easily.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'care'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'care'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careful student checked her work twice before handing it 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practise self-care by getting enough sleep and eating well.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careless mistake cost the team the game, so they decided to slow down next 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caregiver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helping the elderly woman cross the busy road.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gives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gives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gives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caregivers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reminded the children to be less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packing up their equipment.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gives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gives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gives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concern, look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hair-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-giver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uncare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self-care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daycare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'care' — 3-Day Teaching Deck</dc:title>
  <dc:subject>PptxGenJS Presentation</dc:subject>
  <dc:creator>Word Labs</dc:creator>
  <cp:lastModifiedBy>Word Labs</cp:lastModifiedBy>
  <cp:revision>1</cp:revision>
  <dcterms:created xsi:type="dcterms:W3CDTF">2026-03-25T03:05:59Z</dcterms:created>
  <dcterms:modified xsi:type="dcterms:W3CDTF">2026-03-25T03:05:59Z</dcterms:modified>
</cp:coreProperties>
</file>