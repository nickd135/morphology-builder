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after; attention"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'care' — look after; attention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'care' means 'look after; attention'.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'care' means 'look after; attention'.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'care' means 'serious attention or effort; to look after someone'.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'care' means 'look after; attention'.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'care' means 'a fast movement through the air'.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'cared' means 'looked after someone or worried about something (past tense)'.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'cared' means 'moved something quickly from one place to another'.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after; attention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close attention so as to avoid mistakes or danger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feels concern or worry about someone or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and concerned about the wellbeing of others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look after someone who is ill, elderly, or unable to care for themselves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attention or effort; to look after someone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someone who is ill, elderly, or disabled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after someone or worried about something (past tense)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take care when crossing the busy road.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cared for her little brother while their mum was at work.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carer visits every morning to help her get dressed.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his bike lying in the middle of the driveway. The vet handled the injured bird 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 was caused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lit candle left unattended. She dreams of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marine biologist. The school held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day so students could learn about different jobs.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after; to feel concern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look after; attention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'care'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