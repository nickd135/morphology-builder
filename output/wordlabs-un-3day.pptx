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opposite of, reverse"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'un-' — not, opposite of, reverse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'un-' means 'not, opposite of, reverse'.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'un-' means 'not, opposite of, reverse'.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'unhappy', the root is the part after the prefix 'un-'.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can mean 'not', as in 'unfair' means 'not fair'.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'un-' always comes at the end of a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'unlock' uses 'un-' to mean reversing the action of locking.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'un-' to a word can change its meaning to the opposite.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opposite of, reverse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unknown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treating people equally or in the right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sad or not pleased about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a cover and reveal what is underneath.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known or has not been discovered.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out of a bag, box, or suitcase.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unknown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being nice or caring towards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a lock so something can be used or entered.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unfair that she had to wait longer than everyone else.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unpack your bag and put your books on the desk.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uncover their answers after the quiz.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her friend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at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luck, fortune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luck, fortune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luck, fortune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caring,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unfair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unsafe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leave the gate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unlocked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just,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just,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just,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from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lock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lock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with a lock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of, reverse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unknown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'un-' — 3-Day Teaching Deck</dc:title>
  <dc:subject>PptxGenJS Presentation</dc:subject>
  <dc:creator>Word Labs</dc:creator>
  <cp:lastModifiedBy>Word Labs</cp:lastModifiedBy>
  <cp:revision>1</cp:revision>
  <dcterms:created xsi:type="dcterms:W3CDTF">2026-03-24T22:12:15Z</dcterms:created>
  <dcterms:modified xsi:type="dcterms:W3CDTF">2026-03-24T22:12:15Z</dcterms:modified>
</cp:coreProperties>
</file>