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"not, opposite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un-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'un-' — not, opposite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'un-' means 'not, opposite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'un-'.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'un-'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'un-'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'un-' means 'not, opposite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'unhappy', the root is the part after the prefix 'un-'.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'un-' can mean 'not' or the opposite of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'un-' comes from Latin.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'un-' to the word 'happy' makes it mean 'not happy'.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'un-' changes the meaning of a base word to its opposite.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'un-' always makes a word longer by three letters.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'un-'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not, opposite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un-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'un-'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remove a cover and reveal something hidden.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happy; feeling sad or upset.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kind; being mean or hurtful to others.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likely to happen; something you would not expect.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completed; still needing more work to be done.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open a lock so something can be used or entered.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fair; not treating people equally or justly.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'un-'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'un-'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thought it was unfair that they could not go outside during lunch.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felt uncomfortable sitting on the hard wooden bench for so long.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began to uncover ancient fossils buried deep in the red Australian soil.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unkind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leave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unfinished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project on the floor for someone else to trip over.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 and gentle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 and gentle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caring and gentle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unhappy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camper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uncomfortable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unlikely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sleep, so she unzipped her sleeping bag and went outside to look at the stars.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glad or joyful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glad or joyful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glad or joyful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ease or wellbeing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ease or wellbeing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ease or wellbeing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to; expected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to; expected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to; expected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not, opposite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unhappy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'un-' — 3-Day Teaching Deck</dc:title>
  <dc:subject>PptxGenJS Presentation</dc:subject>
  <dc:creator>Word Labs</dc:creator>
  <cp:lastModifiedBy>Word Labs</cp:lastModifiedBy>
  <cp:revision>1</cp:revision>
  <dcterms:created xsi:type="dcterms:W3CDTF">2026-03-25T02:20:21Z</dcterms:created>
  <dcterms:modified xsi:type="dcterms:W3CDTF">2026-03-25T02:20:21Z</dcterms:modified>
</cp:coreProperties>
</file>