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"not, reverse an action"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un-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'un-' — not, reverse an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'un-' means 'not, reverse an action'.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'un-'.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'un-'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'un-'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'un-' means 'not, reverse an action'.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'unhappy', the root is the part after the prefix 'un-'.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'un-' can mean 'not', as in 'unhappy' meaning 'not happy'.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prefix 'un-' always comes at the end of a word.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'unlock' uses 'un-' to mean reversing the action of locking.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Adding 'un-' to a word can change its meaning to the opposite.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prefix 'un-' changes the base word's spelling when added.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'un-'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not, reverse an 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un-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3133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78808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78808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8640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remove a cover from something, or to find out a secret.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sad or not pleased about something.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treating everyone equally or properly.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easy to understand or see properly.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things out of a bag, box, or suitcase.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being nice or caring towards others.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a lock so something can be opened.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'un-'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unfair that only some students got extra time to finish the activity.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unhappy when her best friend moved to a different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unpack your bag and put your lunchbox on the shelf when you arrive.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the students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what to do next.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or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or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or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or confident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or confident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or confident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unkind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leave him out, so she tried to be more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and gentle towards others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and gentle towards others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and gentle towards others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everyone equally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everyone equally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everyone equally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here used as part of base word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under, below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or grasp meaning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here used as part of base word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under, below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or grasp meaning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here used as part of base word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under, below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or grasp meaning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action or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not, reverse an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unclear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'un-' — 3-Day Teaching Deck</dc:title>
  <dc:subject>PptxGenJS Presentation</dc:subject>
  <dc:creator>Word Labs</dc:creator>
  <cp:lastModifiedBy>Word Labs</cp:lastModifiedBy>
  <cp:revision>1</cp:revision>
  <dcterms:created xsi:type="dcterms:W3CDTF">2026-03-25T00:37:03Z</dcterms:created>
  <dcterms:modified xsi:type="dcterms:W3CDTF">2026-03-25T00:37:03Z</dcterms:modified>
</cp:coreProperties>
</file>