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'star' has very few longer words built from it, so this deck practises adding the suffixes -s and -ing to the base (Years 3–4). Only 5 words with 'star'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-ed really means 'it has already happened'.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singer became a megastar after her song was played all over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'star'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bright object in the night sky; a famous person"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'star' has very few longer words built from it, so this deck practises adding the suffixes -s and -ing to the base (Years 3–4). Only 5 words with 'star'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'star' — a bright object in the night sky; a famous person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 and -ing to the base 'star'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(double the last consonant)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'star'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'star' means 'a bright object in the night sky; a famous person'. You can find it in 'stars'.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'superstar', 'super-' means 'above; beyond'.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'stars',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'stars',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'starring',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'stars',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'starring',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'star'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bright object in the night sky; a famous person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'star'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the leading role in a film or show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is extremely famous and successful, especially in entertainment or sport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large balls of burning gas in space that shine as points of light at night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large ball of burning gas in space that shines as a point of light at night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large ball of burning gas in space that shines as a point of light at night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large balls of burning gas in space that shine as points of light at night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the leading role in a film or show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is extremely famous and successful, especially in entertainment or sport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'star'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'star'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up and saw a bright star in the sky.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stars twinkled brightly in the night sky.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favourite actor is starring in the new film.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singer became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megastar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her song was played all over the world.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'star' = a bright object in the night sky; a famous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'star'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