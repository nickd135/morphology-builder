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"luminous celestial body in sky"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stella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'star' — luminous celestial body in sky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'star' means 'luminous celestial body in sky'.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'star' means 'luminous celestial body in sky'.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'starboard' refers to the left side of a ship.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'star' comes from the French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'star' can be found in the word 'starlight'.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'starfish' contains the root 'star'.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'superstar' is someone who is extremely famous and talented.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luminous celestial body in sky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stella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starfish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starboard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-board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-fish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starfish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starfish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is extremely famous and talented, like a top actor or sports champion.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a sky that is full of bright, shining stars.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starboard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glossy bird with speckled feathers that often lives near people.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famous and popular musician, especially one who plays rock music.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right-hand side of a ship or aeroplane when you are facing the front.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 animal shaped like a star, with five arms that it uses to move along the ocean floor.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light that comes from stars in the night sky.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astronomer spent the whole night as a stargazer, mapping the constellations in the clear winter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superstar athlete was cheered by thousands of fans as she crossed the finish line in first place.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could see the starlight reflected on the lake as we sat quietly by the water.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stargazer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telescope at the sky, amazed by the brilliant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starlight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shining through the clouds.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stargazer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stargazer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stargazer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gaze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steadily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base to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stargazer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gaze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steadily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base to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stargazer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gaze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steadily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base to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perched on the fence while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rockstar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rehearsed outside, and the children gazed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night sky above.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one, young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one, young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one, young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style of loud music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body;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style of loud music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body;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style of loud music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body;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resembling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resembling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luminous celestial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resembling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luminous celestial body in sky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-board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starfish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starlight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starboard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starling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rockstar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stargazer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'star' — 3-Day Teaching Deck</dc:title>
  <dc:subject>PptxGenJS Presentation</dc:subject>
  <dc:creator>Word Labs</dc:creator>
  <cp:lastModifiedBy>Word Labs</cp:lastModifiedBy>
  <cp:revision>1</cp:revision>
  <dcterms:created xsi:type="dcterms:W3CDTF">2026-07-03T09:17:08Z</dcterms:created>
  <dcterms:modified xsi:type="dcterms:W3CDTF">2026-07-03T09:17:08Z</dcterms:modified>
</cp:coreProperties>
</file>