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bright object in the night sky; a famous person"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'star' — a bright object in the night sky; a famous person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'star' means 'a bright object in the night sky; a famous person'.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'star' means 'a bright object in the night sky; a famous person'.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'star' means 'a bright object in the night sky; a famous person'.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'star' means 'a large ball of burning gas in space that shines as a point of light at night'.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'star' means 'a type of cloud in the sky'.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bright object in the night sky; a famous person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980944" y="32644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980944" y="32644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251960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599432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99432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95544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5907024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07024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ball of burning gas in space that shines as a point of light at night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looked up and saw a bright star in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stars twinkled brightly in the night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stared at the painting for several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twinkled brightly in the night sky.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painting for several minutes.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starring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favourite actor. The pop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superstar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sold out the stadium in minutes. The singer became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megastar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her first album sold millions of copies.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above;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megastar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large; great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bright object in the night sky; a famous person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'star' = a bright object in the night sky; a famous person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mega-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'star'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