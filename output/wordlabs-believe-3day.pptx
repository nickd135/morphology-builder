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'believe'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"think something is true"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'believe' — think something is true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'believe' means 'think something is true'.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'believe'.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'believe'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'believe'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'believe' means 'think something is true'.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'believe'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'believe'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'believed' means 'accepted or thought that something was true (past tense of believe)'.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'believe' means 'think something is true'.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'believe' means 'to carry something heavy'.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'believe' means 'to accept that something is true'.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'believed' means 'carried something to a new place'.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'believe'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something is true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'believe'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2834640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834640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45445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8920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48920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that something is true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believes in something, especially strongly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who believe in something, especially strongly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or thinking that something is true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or thinks something is true (he/she/it form)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 believed; credible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or thought that something was true (past tense of believe)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'believe'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'believe'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believe that hard work leads to success.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believed his wild story about the shark.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has always been a believer in the power of teamwork.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actor cried so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believably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the whole audience was moved. I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disbelieve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excuse because he has lied before.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unbeliever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questioned every miracle described in the story. Her recovery from the illness was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unbelievable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mountain climbers reached the summit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unbelievably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something is true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think something is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'believe' — 3-Day Teaching Deck</dc:title>
  <dc:subject>PptxGenJS Presentation</dc:subject>
  <dc:creator>Word Labs</dc:creator>
  <cp:lastModifiedBy>Word Labs</cp:lastModifiedBy>
  <cp:revision>1</cp:revision>
  <dcterms:created xsi:type="dcterms:W3CDTF">2026-07-07T10:22:33Z</dcterms:created>
  <dcterms:modified xsi:type="dcterms:W3CDTF">2026-07-07T10:22:33Z</dcterms:modified>
</cp:coreProperties>
</file>