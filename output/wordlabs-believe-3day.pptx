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'believe'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'believe' really means 'think something is true'.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water at the beach was unbelievably cold this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'believe'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something is true"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'believe'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'believe' — think something is true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'believe' means 'think something is true'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'believe'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'believe'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'believe'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'believe' means 'think something is true'. You can find it in 'believer'.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'unbelievably',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'believer',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'believe' means 'think something is true'.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'believer' means 'a person who believes in something, especially strongly'.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'believable' means 'able to be believed; credible'.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'believe'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'believe' means 'think something is true'.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'believer' means 'a person who believes in something, especially strongly'.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'believable' means 'able to be believed; credible'.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'believe'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'believe'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something is true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'believe'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569464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5694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7977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07238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07238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8620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97680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65760" y="3026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believes in something, especially strongly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able to be believed; credible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accept that something is true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accept that something is true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believes in something, especially strongly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believed; credible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'believe'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'believe'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believe that hard work leads to success.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always been a believer in the power of teamwork.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excuse was believable, so the teacher let her off with a warning.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at the beach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unbelievably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cold this morning.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unbelievably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unbelievably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unbelievably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-able;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something is true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unbelievably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-able;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something is true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liev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unbelievably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-able;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something is true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liev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'believe'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'believe' = think something is true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believably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unbelievable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unbelievably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'believe'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