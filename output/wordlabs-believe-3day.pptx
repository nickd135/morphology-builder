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'believe'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accept as true"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credere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'believe' — to accept as true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'believe' = to accept as true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'believe' means 'to accept as true'.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'believe'.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'believe'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'believe'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'believe' = to accept as true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'believe' means 'to accept as true'.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'believe'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'believe'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'believe' = to accept as true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'unbelievable' contains the root 'believe'.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prefix 'dis' in 'disbelieve' means 'again'.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 'believer' is a person who thinks something is true.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Adding the suffix '-able' to 'believe' makes the word 'believable', meaning something can be believed.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'believe' comes from the Greek word for 'sight'.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'believe'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'believe' = to accept as true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accept as true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credere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believing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believable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unbelievable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disbelieve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'believe'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'believe' = to accept as true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68249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4165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764024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764024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66013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07161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7161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'believe' = to accept as true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think that something is true or real.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thinking that something is true.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believing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seems like it could be true.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surprising it is hard to think it is true.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believable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thinks something is true.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unbelievable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think that something is not true.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disbelieve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Thought something was true in the past.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'believe'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'believe' = to accept as true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'believe'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you believe that the ancient Egyptians built the pyramids without modern machines?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unbelievable story in the book kept all of us reading until the very last page.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is a strong believer in being kind to others, no matter what.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'believe' = to accept as true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'believe' = to accept as true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unbelievable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how quickly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believable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excuse convinced the whole class!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unbelievable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believable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'believe' = to accept as true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unbelievable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'believe' = to accept as true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unbelievable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accept as true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be done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'believe' = to accept as true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unbelievable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accept as true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be done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liev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'believe' = to accept as true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unbelievable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accept as true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be done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liev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'believe' = to accept as true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'believe' = to accept as true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accept as true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be done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'believe' = to accept as true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accept as true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be done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liev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'believe' = to accept as true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accept as true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be done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liev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'believe' = to accept as true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'believe' = to accept as true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disbeliever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unbelievably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rude, but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believing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crowd stayed calm and quiet.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disbeliever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unbelievably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'believe' = to accept as true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disbeliever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'believe' = to accept as true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disbeliever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accept as true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'believe' = to accept as true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disbeliever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accept as true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liev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'believe' = to accept as true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disbeliever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accept as true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liev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'believe' = to accept as true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unbelievably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'believe' = to accept as true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unbelievably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accept as true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3659429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be done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'believe' = to accept as true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unbelievably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accept as true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3659429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be done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liev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9" name="Text 4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'believe' = to accept as true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unbelievably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accept as true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3659429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be done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liev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'believe' = to accept as true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'believe' = to accept as true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accept as true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'believe' = to accept as true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accept as true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liev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'believe' = to accept as true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accept as true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liev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'believe' = to accept as true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'believe' = to accept as true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believing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believer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believable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unbelievable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disbelieve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unbelievably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'believe' — 3-Day Teaching Deck</dc:title>
  <dc:subject>PptxGenJS Presentation</dc:subject>
  <dc:creator>Word Labs</dc:creator>
  <cp:lastModifiedBy>Word Labs</cp:lastModifiedBy>
  <cp:revision>1</cp:revision>
  <dcterms:created xsi:type="dcterms:W3CDTF">2026-03-25T03:05:26Z</dcterms:created>
  <dcterms:modified xsi:type="dcterms:W3CDTF">2026-03-25T03:05:26Z</dcterms:modified>
</cp:coreProperties>
</file>