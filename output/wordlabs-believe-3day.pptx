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'believe'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accept as true"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believere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'believe' — to accept as true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'believe' means 'to accept as true'.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'believe'.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'believe'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'believe'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'believe' means 'to accept as true'.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'believe'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'believe'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'unbelievable' contains the root 'believe'.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'believe' comes from ancient Greek.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suffix '-able' means 'capable of' or 'able to be'.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'believer' is a person who accepts something as true.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'dis-' in 'disbelieve' means 'again'.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'believe'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accept as true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believere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'believe'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68249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6824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4165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640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640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601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716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716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think that something is true or real.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thinking that something is true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seems possible or easy to accept as true.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surprising or amazing that it is hard to think it is true.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Thought something was true in the past.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not accept something as true; to doubt it.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thinks something is true or has faith in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'believe'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'believe'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could not believe how quickly the magician made the rabbit disappear.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a strong believer in being kind to everyone she met.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unbelievable that the tiny caterpillar had transformed into such a beautiful butterfly.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found it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believe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results, but the evidence was completely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believable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unbelievable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story made even the biggest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disbeliever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smile, and everyone left the hall feeling like a true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believer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 be; capable of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opposite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accept as true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82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liev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'believe' = to accept as true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'believe'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believable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disbelieve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unbelievably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'believe' — 3-Day Teaching Deck</dc:title>
  <dc:subject>PptxGenJS Presentation</dc:subject>
  <dc:creator>Word Labs</dc:creator>
  <cp:lastModifiedBy>Word Labs</cp:lastModifiedBy>
  <cp:revision>1</cp:revision>
  <dcterms:created xsi:type="dcterms:W3CDTF">2026-04-09T21:53:38Z</dcterms:created>
  <dcterms:modified xsi:type="dcterms:W3CDTF">2026-04-09T21:53:38Z</dcterms:modified>
</cp:coreProperties>
</file>