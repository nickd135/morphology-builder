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'hope' suit Years 3–7, so Day 3 has 1 dictation word instead of 3.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'hope' really means 'to wish for something good'.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Hopefully the rain will stop before our cricket game this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Mia felt a wave of hopelessness when her kite tangled in the tree, but Dad soon climbed up to rescue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'hope'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wish for something good"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'hope' suit Years 3–7, so Day 3 has 1 dictation word instead of 3.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'hope' — to wish for something good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'hope' means 'to wish for something good'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'hope'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'hope'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'hope'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'hope' means 'to wish for something good'. You can find it in 'hopeful'.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'hopeful', '-ful' means 'full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'hopeless', '-less' means 'without'.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'hope' means 'to wish for something good'.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'hopeless' means 'having no hope of success or improvement'.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'hopeful' means 'feeling or showing hope that something good will happen'.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'hope'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'hope' means 'to wish for something good'.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'hopeless' means 'having no hope of success or improvement'.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'hopeful' means 'feeling or showing hope that something good will happen'.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'hope'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'hope'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wish for something good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'hope'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6090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6090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1188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023360" y="2569464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25694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no hope of success or improvement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feeling that something good will happen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feeling or showing hope that something good will happen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feeling that something good will happen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feeling or showing hope that something good will happen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no hope of success or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'hope'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'hope'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held onto the hope that her team would win the final.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felt hopeful that her plan would work out well.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seemed hopeless after they lost the last two matches.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Hopefully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rain will stop before our cricket game this afternoon.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wish for something good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wish for something good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wish for something good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felt a wave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hopelessness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her kite tangled in the tree, but Dad soon climbed up to rescue it.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wish for something good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wish for something good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wish for something good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o_e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'hope' = to wish for something good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hopelessly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hopefully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hopelessness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'hope'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