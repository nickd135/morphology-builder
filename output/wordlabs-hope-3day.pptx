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'hope'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"wish for something good"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hopa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'hope' — wish for something good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'hope' means 'wish for something good'.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'hope'.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'hope'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'hope'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'hope' means 'wish for something good'.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'hope'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'hope'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'hopeful' contains the root 'hope' plus the suffix '-ful'.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'hopeless' means the same thing as 'hopeful'.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'-less' to 'hope' makes a word that means without hope.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'hope' means to wish for something good.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'un-' in 'unhoped'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'hope'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wish for something good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hopa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'hope'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hoped for; unexpected and surprising.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hopeful way; used when you wish something will happen.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Wishing that something good will happen.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shows there is no hope at 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something good might happen.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Wished for something good to happen in the past.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like nothing good will happen; without hope.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'hope'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'hope'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hopeful that the rain would stop before the school sports carnival.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puppy looked so hopeless sitting alone in the cold.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hoped his best friend would come to his birthday party.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she waited,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 would be good.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situation would change, and she kept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best.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that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that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that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 for something good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'hope' = wish for something good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'hope'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hopefully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unhoped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'hope' — 3-Day Teaching Deck</dc:title>
  <dc:subject>PptxGenJS Presentation</dc:subject>
  <dc:creator>Word Labs</dc:creator>
  <cp:lastModifiedBy>Word Labs</cp:lastModifiedBy>
  <cp:revision>1</cp:revision>
  <dcterms:created xsi:type="dcterms:W3CDTF">2026-04-03T03:22:42Z</dcterms:created>
  <dcterms:modified xsi:type="dcterms:W3CDTF">2026-04-03T03:22:42Z</dcterms:modified>
</cp:coreProperties>
</file>