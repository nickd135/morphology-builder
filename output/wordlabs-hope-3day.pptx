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'hope'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"wish for something good"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sperare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'hope' — wish for something good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'hope' means 'wish for something good'.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'hope'.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'hope'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'hope'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'hope' means 'wish for something good'.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'hope'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'hope'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'hopefully' contains both a root and two suffixes.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'hope' comes from the ancient Greek word for light.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'-less' means full of something.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'Hopeless' means there is no hope at all.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'hopeful' contains the root 'hope'.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'hope'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wish for something good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sperare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unhoped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'hope'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was not expected or wished for.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shows you want something good to happen.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Wishing that something good will happen.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shows there is no chance of things getting better.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unhoped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like something good might happen.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Wished that something good would happen in the past.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no chance of success or improvement.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'hope'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'hope'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hopeful students waited nervously to hear who had won the science competition.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weeks of rain, the farmers were hoping that the sunny weather would last.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gave a hopeless sigh when the team missed another goal in the final minutes.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child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lost dog would find its way home.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doing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doing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doing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Hopelessly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lost in the bush, the hiker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 sign, but felt a strange sense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hopelessness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unhoped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'hope' — 3-Day Teaching Deck</dc:title>
  <dc:subject>PptxGenJS Presentation</dc:subject>
  <dc:creator>Word Labs</dc:creator>
  <cp:lastModifiedBy>Word Labs</cp:lastModifiedBy>
  <cp:revision>1</cp:revision>
  <dcterms:created xsi:type="dcterms:W3CDTF">2026-04-10T00:41:45Z</dcterms:created>
  <dcterms:modified xsi:type="dcterms:W3CDTF">2026-04-10T00:41:45Z</dcterms:modified>
</cp:coreProperties>
</file>