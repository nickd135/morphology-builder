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'hope'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wish for something good"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'hope' — to wish for something good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to wish for something good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'hope' means 'to wish for something good'.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'hope'.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'hope'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'hope'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to wish for something good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'hope' means 'to wish for something good'.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'hope'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'hope'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to wish for something good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'hope' means 'a feeling of being very tired'.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'hope' means 'to wish for something good'.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'hoped' means 'wished for something good to happen, in the past'.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'hoped' means 'carried something heavy in the past'.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'hope' means 'a feeling that something good will happen'.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'hope'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to wish for something good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wish for something good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hoping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hopeful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'hope'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to wish for something good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1508760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1508760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277977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127248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3127248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402336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443484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3484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to wish for something good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or showing hope that something good will happen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wishes that something good will happen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wished for something good to happen, in the past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hoping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wishing for something good to happen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hopeful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feeling that something good will happen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'hope'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to wish for something good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'hope'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held onto the hope that her team would win the final.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hoped the rain would stop before the match started.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hopes to visit her grandparents these school holidays.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to wish for something good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to wish for something good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situation seemed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hopeless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after they lost the last two matches.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Hopefully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 weather will be sunny for the school fete.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hopeless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hopefully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to wish for something good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to wish for something good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wish for something good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to wish for something good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wish for something good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to wish for something good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wish for something good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o_e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to wish for something good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hopefully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to wish for something good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hopefully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wish for something good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to wish for something good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hopefully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wish for something good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to wish for something good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hopefully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wish for something good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o_e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to wish for something good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to wish for something good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car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hopelessly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stuck in the mud after the storm. There was a sense of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hopefulness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the classroom before the results came out. A sense of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hopelessness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spread through the team after conceding the final goal.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hopelessly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hopefulness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hopelessness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to wish for something good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hopelessly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to wish for something good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hopelessly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wish for something good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to wish for something good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hopelessly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wish for something good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to wish for something good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hopelessly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wish for something good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o_e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to wish for something good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hopefulness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to wish for something good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hopefulness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wish for something good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to wish for something good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hopefulness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wish for something good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to wish for something good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hopefulness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wish for something good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o_e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to wish for something good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hopelessness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to wish for something good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hopelessness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wish for something good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to wish for something good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hopelessness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wish for something good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to wish for something good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hopelessness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wish for something good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o_e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to wish for something good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to wish for something good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hoped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hopes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hoping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hopeful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'hope' — 3-Day Teaching Deck</dc:title>
  <dc:subject>PptxGenJS Presentation</dc:subject>
  <dc:creator>Word Labs</dc:creator>
  <cp:lastModifiedBy>Word Labs</cp:lastModifiedBy>
  <cp:revision>1</cp:revision>
  <dcterms:created xsi:type="dcterms:W3CDTF">2026-07-07T10:24:24Z</dcterms:created>
  <dcterms:modified xsi:type="dcterms:W3CDTF">2026-07-07T10:24:24Z</dcterms:modified>
</cp:coreProperties>
</file>