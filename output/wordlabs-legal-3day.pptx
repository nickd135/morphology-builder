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'legal'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"relating to law"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legalis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'legal' — relating to law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'legal' means 'relating to law'.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'legal'.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'legal'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'legal'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'legal' means 'relating to law'.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'legal'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'legal'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'-ly' changes the word 'legal' into a noun.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'legal' comes from Latin and relates to law.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'il' to 'legal' creates a word meaning not legal.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paralegal is a person who assists lawyers with legal work.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'illegal' means something is fully supported by the law.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'legal'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 to law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legalis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legality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'legal'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allowed by the law.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making something legal.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way that follows the law.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something is allowed under the law.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legality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allowed by the law.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way that breaks the law.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not allowed by the law.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'legal'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'legal'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illegal to ride your bike on the footpath in some parts of Australia.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lawyer checked that the contract was completely legal before anyone signed it.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 explained the legality of the new rule to everyone in the courtroom.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illegal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park there, so the driver was asked to move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legally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paralegal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legality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plan, and the team agreed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legalise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paralegal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alongside or assisting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alongside or assisting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paralegal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alongside or assisting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'legal' = relating to law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'legal'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legality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illegally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legalisation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paralegal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'legal' — 3-Day Teaching Deck</dc:title>
  <dc:subject>PptxGenJS Presentation</dc:subject>
  <dc:creator>Word Labs</dc:creator>
  <cp:lastModifiedBy>Word Labs</cp:lastModifiedBy>
  <cp:revision>1</cp:revision>
  <dcterms:created xsi:type="dcterms:W3CDTF">2026-04-09T22:17:34Z</dcterms:created>
  <dcterms:modified xsi:type="dcterms:W3CDTF">2026-04-09T22:17:34Z</dcterms:modified>
</cp:coreProperties>
</file>