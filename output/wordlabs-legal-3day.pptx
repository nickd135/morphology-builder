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'legal'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"allowed by law"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'legal' — allowed by law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'legal' means 'allowed by law'.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'legal'.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'legal'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'legal'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'legal' means 'allowed by law'.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'legal'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'legal'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'illegal' means 'against the law; not allowed'.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'legal' means 'allowed or required by the law'.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'legal' means 'extremely funny or amusing'.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'illegal' means 'extremely expensive to buy'.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'legal' means 'allowed by law'.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'legal'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by law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'legal'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50876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5915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06624" y="28072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06624" y="28072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23944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471416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71416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67528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79008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or required by the law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law; not allowed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'legal'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'legal'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legal to ride a bike on that path.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illegal to park in front of a fire hydrant.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legally wear a seatbelt in a car.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legally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wear a seatbelt in a car. He was fined for parking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illegally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outside the school.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lawyer questioned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legality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new rule.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illegality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scheme was proven in court.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paralegal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organised all the documents before the court hearing.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paralegal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beside; beyond; 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'legal' = allowed by law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'legal'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'legal'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