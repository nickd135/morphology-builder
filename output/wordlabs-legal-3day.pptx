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'legal'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"relating to law"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legalis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'legal' — relating to law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'legal' means 'relating to law'.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'legal'.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'legal'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'legal'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'legal' means 'relating to law'.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'legal'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'legal'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'legal' comes from Latin and means relating to law.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'il' in 'illegal' means the same as 'extra'.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'illegal' means something that is not allowed by the law.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paralegal is a person who assists lawyers with legal work.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'-ly' in 'legally' changes the word into a noun.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'legal'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 to law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legalis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paralegal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'legal'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-istic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allowed by the law.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helps lawyers with their work but is not a fully qualified lawyer.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way that follows the law.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legality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allowed by the law.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something is allowed under the law.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way that breaks the law.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paralegal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not allowed by the law.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'legal'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'legal'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illegal to ride your bike on the footpath in some parts of Australia.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lawyer checked that everything was done legally before signing the papers.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paralegal helped the solicitor prepare documents for the court case.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illegal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park there, so we must find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legal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space.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paralegal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explained that it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illegal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copy the document, but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legalisation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process is possible.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paralegal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 or assisting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 or assisting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 or assisting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 'a' 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or result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 'a' 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or result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 'a' 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or result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6703799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-istic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legality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paralegal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'legal' — 3-Day Teaching Deck</dc:title>
  <dc:subject>PptxGenJS Presentation</dc:subject>
  <dc:creator>Word Labs</dc:creator>
  <cp:lastModifiedBy>Word Labs</cp:lastModifiedBy>
  <cp:revision>1</cp:revision>
  <dcterms:created xsi:type="dcterms:W3CDTF">2026-03-25T03:29:18Z</dcterms:created>
  <dcterms:modified xsi:type="dcterms:W3CDTF">2026-03-25T03:29:18Z</dcterms:modified>
</cp:coreProperties>
</file>