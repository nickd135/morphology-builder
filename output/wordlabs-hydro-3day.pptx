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'hydro'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'hydro' — water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'hydro' means 'water'.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'hydro'.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'hydro'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'hydro'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'hydro' means 'water'.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'hydro'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'hydro'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Staying hydrated means making sure your body has enough water.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'hydro' comes from Greek and means water.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'hydrogen' has nothing to do with water.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Hydrology is the study of fire.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hydroelectric dam uses moving water to generate electricity.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'hydro'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'hydro'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-phyte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-foil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-electric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 connected to the water supply that firefighters use to get water quickly.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boat that rises up out of the water when it speeds along.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drinking enough water to keep your body healthy.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making electricity using the power of flowing or falling water.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light gas that combines with oxygen to make water.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or fast boat that skims along the surface of water.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water on Earth, including rivers, lakes and rainfall.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'hydro'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'hydro'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hydrogen is the most common element in the universe and is found in every water molecule.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visited a hydroelectric power station where we learnt how rushing water can be used to create electricity for thousands of homes.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playing sport in the heat, our teacher reminded us that proper hydration is essential for keeping our bodies working well.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hydroelectric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dam was an amazing sight, and we learnt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hydrogen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gas is produced nearby using the river's power.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electricity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electricity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electricity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941212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or forming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or forming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or forming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lesson, we discovered that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hydrofoil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skim across water at great speed;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just as important for the crew on board!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wing-like blade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wing-like blade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foil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wing-like blade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foil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state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 in this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state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 in this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state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 in this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-phyte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-foil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-electric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hydrofoil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hydroplane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hydrophobia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'hydro' — 3-Day Teaching Deck</dc:title>
  <dc:subject>PptxGenJS Presentation</dc:subject>
  <dc:creator>Word Labs</dc:creator>
  <cp:lastModifiedBy>Word Labs</cp:lastModifiedBy>
  <cp:revision>1</cp:revision>
  <dcterms:created xsi:type="dcterms:W3CDTF">2026-04-10T00:33:33Z</dcterms:created>
  <dcterms:modified xsi:type="dcterms:W3CDTF">2026-04-10T00:33:33Z</dcterms:modified>
</cp:coreProperties>
</file>