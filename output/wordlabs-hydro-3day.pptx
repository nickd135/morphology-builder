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'hydro'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"water"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'hydro' — water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'hydro' means 'water'.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'hydro'.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'hydro'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'hydro'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'hydro' means 'water'.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'hydro'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'hydro'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'hydro' means 'relating to fire and heat'.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'hydrogen' means 'a light, invisible gas that is the simplest chemical element'.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'hydro' means 'relating to water, especially water used to make electricity'.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'hydrogen' means 'a heavy metal used to build bridges'.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'hydro' means 'water'.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'hydro'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'hydro'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591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06624" y="23500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3500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23944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471416" y="23500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71416" y="2350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95544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907024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7024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'hydro'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'hydro'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town gets its power from a hydro dam on the river.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made up of hydrogen and oxygen atoms.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studied how dehydrogenase speeds up reactions inside living cells.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town gets its power from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hydro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dam on the river. Water is made up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hydrogen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oxygen atoms. The scientist studied how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dehydrogenase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speeds up reactions inside living cells.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hydrogen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dehydrogenase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hydrogen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hydrogen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origin; birth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hydrogen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origin; birth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hydrogen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origin; birth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dehydrogenase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dehydrogenase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origin; birth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dehydrogenase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origin; birth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dehydrogenase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origin; birth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'hydro'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'hydro' — 3-Day Teaching Deck</dc:title>
  <dc:subject>PptxGenJS Presentation</dc:subject>
  <dc:creator>Word Labs</dc:creator>
  <cp:lastModifiedBy>Word Labs</cp:lastModifiedBy>
  <cp:revision>1</cp:revision>
  <dcterms:created xsi:type="dcterms:W3CDTF">2026-07-07T10:22:39Z</dcterms:created>
  <dcterms:modified xsi:type="dcterms:W3CDTF">2026-07-07T10:22:39Z</dcterms:modified>
</cp:coreProperties>
</file>