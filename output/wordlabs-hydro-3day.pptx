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'hydro'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'hydro' — water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'hydro' means 'water'.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'hydro'.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'hydro'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'hydro'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'hydro' means 'water'.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'hydro'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'hydro'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'hydro' comes from a Greek word meaning water.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dehydrated person has too much water in their body.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Hydroelectric power uses moving water to make electricity.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Hydrogen is named after water because it combines with oxygen to make water.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Hydrophobia means a love of water.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'hydro'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hydor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hydrophobia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'hydro'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-phobia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body has lost too much water and you feel very thirsty and tired.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light gas found in water and throughout the universe — its name means 'water maker'.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that studies water — where it comes from, how it moves, and where it goes.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drink enough water or add water to something so it is not dry.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of growing plants in water instead of soil, using special nutrients.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extreme fear of water that makes someone very frightened to go near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hydrophobia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that is made using the power of moving water, like a river or waterfall.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'hydro'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'hydro'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running in the sun, the teacher reminded us to hydrate by drinking plenty of water.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hydroelectric dam on the river provides electricity to thousands of homes nearby.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science, we learned that hydrogen is the lightest element and is found in every water molecule.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Athletes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regularly, especially in hot weather, or they risk becoming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dehydrated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study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hydroponics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grows plants without soil, and both rely on understanding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or practice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or practice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or practice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/iks/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word — the liquid essential for 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word — the liquid essential for 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word — the liquid essential for 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'hydro'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-phobia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hydroponics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hydroelectric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hydrophobia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hydrometer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'hydro' — 3-Day Teaching Deck</dc:title>
  <dc:subject>PptxGenJS Presentation</dc:subject>
  <dc:creator>Word Labs</dc:creator>
  <cp:lastModifiedBy>Word Labs</cp:lastModifiedBy>
  <cp:revision>1</cp:revision>
  <dcterms:created xsi:type="dcterms:W3CDTF">2026-03-25T03:58:37Z</dcterms:created>
  <dcterms:modified xsi:type="dcterms:W3CDTF">2026-03-25T03:58:37Z</dcterms:modified>
</cp:coreProperties>
</file>