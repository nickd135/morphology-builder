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'violet'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"purple-blue flower or colour"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viola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'violet' — purple-blue flower or colour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'violet' means 'purple-blue flower or colour'.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'violet'.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'violet'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'violet'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'violet' means 'purple-blue flower or colour'.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'violet'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'violet'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Ultraviolet light is visible to the human eye.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root 'violet' can be found in the word 'ultraviolet'.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root 'violet' comes from an Ancient Greek word.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Violet is a colour found in a rainbow.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'violet' comes from a Latin word meaning a purple-blue flower.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'violet'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purple-blue flower or colour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viola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semiviolet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'violet'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--ish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--ets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977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27248" y="41788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27248" y="41788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908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38344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38344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34456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345936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light beyond violet that we cannot see but that can give us sunburn.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or decorated with a violet or purple-blue shade.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purple-blue flower, or the colour purple-blue.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violet in colour, a mix between violet and another colour.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is violet or purple-blue in colour.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something that is a little bit violet in colour.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semiviolet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violet flower.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'violet'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'violet'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explained that ultraviolet rays from the sun can damage your skin, so always wear sunscreen.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picked a bunch of violets from the garden and placed them in a small glass jar on the windowsill.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 mixed blue and red paint together to create a violetish shade for her painting.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ultraviolet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light made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violets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glow in the dark display.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violetish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dress, 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violeted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walls made the room feel calm and beautiful!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 or a little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 or a little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 or a little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past or done to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past or done to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past or done to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certain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certain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purple-blue colour or 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certain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'violet' = purple-blue flower or colour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'violet'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--ish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--ets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ultraviolet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violetish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violetly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semiviolet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nonviolet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'violet' — 3-Day Teaching Deck</dc:title>
  <dc:subject>PptxGenJS Presentation</dc:subject>
  <dc:creator>Word Labs</dc:creator>
  <cp:lastModifiedBy>Word Labs</cp:lastModifiedBy>
  <cp:revision>1</cp:revision>
  <dcterms:created xsi:type="dcterms:W3CDTF">2026-07-03T09:26:03Z</dcterms:created>
  <dcterms:modified xsi:type="dcterms:W3CDTF">2026-07-03T09:26:03Z</dcterms:modified>
</cp:coreProperties>
</file>