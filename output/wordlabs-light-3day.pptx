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'light'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"brightness, illumination, not heavy"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lux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'light' — brightness, illumination, not heavy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'light' means 'brightness, illumination, not heavy'.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'light'.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'light'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'light'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'light' means 'brightness, illumination, not heavy'.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'light'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'light'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'light' comes from the ancient Greek word for fire.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'lightly' contains the root 'light' plus the suffix '-ly'.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'daylight' is made up of two separate morphemes joined together.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'enlighten' contains a prefix, a root and a suffix.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'moonlight' has nothing to do with illumination or brightness.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'light'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brightness, illumination, not heavy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lux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flashlight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highlight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'light'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flash-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natural light you get during the day from the sun.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gentle way, without much force or pressure.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new knowledge or understanding about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flashlight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mark or draw attention to the most important part of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highlight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handheld torch that uses a battery to make light.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brighter or less heavy.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great happiness or joy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'light'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'light'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delight on the children's faces was clear when they saw the surprise party decorations.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a flashlight to find her way through the dark cave on the school excursion.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highlight the most important sentences in the passage.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moonlight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so bright that it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enlighten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whole garden without any lamps.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moonlight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/igh/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/igh/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lightly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room, 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delight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spotlight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 her on the stage.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spotlight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brightness; not heavy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/igh/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from, away, or intensifying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from, away, or intensifying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from, away, or intensifying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joy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/igh/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particular place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particular place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particular place or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brightness, illumination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/igh/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'light' = brightness, illumination, not heavy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'light'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flash-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daylight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delight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enlighten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flashlight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highlight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moonlight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'light' — 3-Day Teaching Deck</dc:title>
  <dc:subject>PptxGenJS Presentation</dc:subject>
  <dc:creator>Word Labs</dc:creator>
  <cp:lastModifiedBy>Word Labs</cp:lastModifiedBy>
  <cp:revision>1</cp:revision>
  <dcterms:created xsi:type="dcterms:W3CDTF">2026-07-03T09:19:49Z</dcterms:created>
  <dcterms:modified xsi:type="dcterms:W3CDTF">2026-07-03T09:19:49Z</dcterms:modified>
</cp:coreProperties>
</file>