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'light'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"brightness; not heavy"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'light' — brightness; not heavy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'light' means 'brightness; not heavy'.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'light'.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'light'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'light'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'light' means 'brightness; not heavy'.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'light'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'light'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'lights' means 'sources of loud sound, such as speakers'.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'light' means 'brightness; not heavy'.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'lights' means 'sources of brightness, such as lamps or bulbs'.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'light' means 'a heavy weight carried on your back'.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'light' means 'brightness that lets you see things'.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'light'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brightness; not heavy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'light'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2706624" y="46360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706624" y="4636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4123944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4471416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4471416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367528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5779008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79008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 that lets you see things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that give great pleasure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pleasure or joy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heavy than something else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bright or set on fire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gentle or soft way, without much force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of brightness, such as lamps or bulbs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'light'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'light'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turn on the light so we can see.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off the lights before you leave the room.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squealed with delight when they saw the puppy.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stage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lighting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the actors easy to see. Grandma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delighted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see all her grandchildren at the party.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brightness; not heavy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brightness; not heavy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brightness; not heavy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brightness; not heavy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brightness; not heavy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brightness; not heavy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delightful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afternoon picnicking by the lake. The monk searched for years to find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enlightenment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ultralight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tent was easy to carry up the mountain.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enlightenment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ultralight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brightness; not heavy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brightness; not heavy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brightness; not heavy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enlightenment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enlightenment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brightness; not heavy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enlightenment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brightness; not heavy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enlightenment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brightness; not heavy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beyond; extreme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brightness; not heavy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beyond; extreme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brightness; not heavy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beyond; extreme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brightness; not heavy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brightness; not heavy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'light' — 3-Day Teaching Deck</dc:title>
  <dc:subject>PptxGenJS Presentation</dc:subject>
  <dc:creator>Word Labs</dc:creator>
  <cp:lastModifiedBy>Word Labs</cp:lastModifiedBy>
  <cp:revision>1</cp:revision>
  <dcterms:created xsi:type="dcterms:W3CDTF">2026-07-07T10:22:42Z</dcterms:created>
  <dcterms:modified xsi:type="dcterms:W3CDTF">2026-07-07T10:22:42Z</dcterms:modified>
</cp:coreProperties>
</file>