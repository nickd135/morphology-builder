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'light' really means 'brightness; not heavy'.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This tent is lighter than our old one, and the rain fell lightly on it all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the storm cut the power, the streetlight and the oval floodlight went dark, so we ate by candlelight.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'light'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"brightness; not heavy"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'light' — brightness; not heavy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'light' means 'brightness; not heavy'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'light'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'light'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'light'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'light' means 'brightness; not heavy'. You can find it in 'sunlight'.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'sunlight' joins 'sun' and 'light'.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'lighter',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'light' means 'brightness; not heavy'.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'headlight' means 'a bright light on the front of a car or bike'.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'relight' means 'to light something again'.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'spotlight' means 'a strong beam of light shone on one person or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'moonlight' means 'light that shines from the moon at night'.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'light'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'light' means 'brightness; not heavy'.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'headlight' means 'a bright light on the front of a car or bike'.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'relight' means 'to light something again'.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'spotlight' means 'a strong beam of light shone on one person or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'moonlight' means 'light that shines from the moon at night'.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'light'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'light'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brightness; not heavy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sunlight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moonlight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headlight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spotlight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starlight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'light'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02336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sunlight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light that comes from the sun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sunlight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bright light on the front of a car or bike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moonlight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light something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light that shines from the moon at night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headlight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strong beam of light shone on one person or place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spotlight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light that comes from the stars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starlight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brightness that lets you see things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brightness that lets you see things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sunlight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light that comes from the sun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moonlight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light that shines from the moon at night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light something again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headlight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bright light on the front of a car or bike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spotlight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strong beam of light shone on one person or place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starlight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the light that comes from the stars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'light'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'light'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turn on the light so we can see.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need sunlight and water to grow.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see the beach clearly in the moonlight.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tent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lighter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our old one, and the rain fell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lightly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it all night.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storm cut the power,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oval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floodlight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went dark, so we ate by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candlelight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floodlight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streetlight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candlelight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or cover completely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or cover completely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or cover completely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in a town or city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in a town or city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in a town or city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 of wax with a wick that burns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 of wax with a wick that burns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 of wax with a wick that burns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'light' = brightness; not heavy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'light'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