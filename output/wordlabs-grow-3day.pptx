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"increase; get bigger"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'grow' — increase; get bigger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'grow' means 'increase; get bigger'.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'grow' means 'increase; get bigger'.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'grow' means 'to shout loudly'.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'grows' means 'shouts loudly'.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'grow' means 'to become bigger or develop over time'.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'grow' means 'increase; get bigger'.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'grows' means 'becomes bigger or develops (used with he/she/it)'.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increase; get bigger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508760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08760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7977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127248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127248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443484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sunflowers grow taller every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tomato plant grows quickly in summer.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apple grower checked his trees every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sunflowers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taller every week. The tomato plant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in summer.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his trees every morning. Local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sold their fresh vegetables at the market. The puppy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fast this month.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increase; get bigger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increase; get bigger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'grow'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