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'grow'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increase in size"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growan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'grow' — to increase in size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'grow' means 'to increase in size'.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'grow'.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'grow'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'grow'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'grow' means 'to increase in size'.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'grow'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'grow'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'outgrow' means to become too big for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'grow'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'growth' contains the root 'grow' plus the suffix '-th'.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'grower' is someone who grows plants or crops.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'regrow' means to stop growing completely.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'grow'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increase in size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growan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'grow'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back again after being cut or lost.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becoming bigger or more developed.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too big for something, like clothes or shoes.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with plants or weeds that have grown too much.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fully developed or reached an adult size.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bigger or developing over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grows plants or crops.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'grow'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'grow'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the growth of the seedlings in the greenhouse over six weeks.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had outgrown his school shoes again, so his mum had to buy a new pair.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bushfire, the bush began to regrow and animals slowly returned to the area.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noticed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outgrown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weeds were blocking the sunlight from reaching the young plants.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gardener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overgrown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hedges, fast-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vines, and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regrowth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needed to be managed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'grow' = to increase in size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'grow'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outgrow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overgrown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regrow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upgrowth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'grow' — 3-Day Teaching Deck</dc:title>
  <dc:subject>PptxGenJS Presentation</dc:subject>
  <dc:creator>Word Labs</dc:creator>
  <cp:lastModifiedBy>Word Labs</cp:lastModifiedBy>
  <cp:revision>1</cp:revision>
  <dcterms:created xsi:type="dcterms:W3CDTF">2026-03-25T03:13:21Z</dcterms:created>
  <dcterms:modified xsi:type="dcterms:W3CDTF">2026-03-25T03:13:21Z</dcterms:modified>
</cp:coreProperties>
</file>