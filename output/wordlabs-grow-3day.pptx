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'grow' has very few longer words built from it, so this deck practises adding the suffixes -s, -er and -ing to the base (Years 3–4). Only 5 words with 'grow'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Mango growers in Queensland hope for warm weather this summer.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'grow'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"increase; get bigger"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'grow' has very few longer words built from it, so this deck practises adding the suffixes -s, -er and -ing to the base (Years 3–4). Only 5 words with 'grow'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'grow' — increase; get bigger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-er and -ing to the base 'grow'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'grow'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'grow'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'grow' means 'increase; get bigger'. You can find it in 'grows'.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'grower', '-er'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'grows',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'grows',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'grower',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'growing',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'growers',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'grows',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'grower',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'growing',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'growers',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'grow'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increase; get bigger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'grow'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becoming bigger or developing over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grows plants or crops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become bigger or develop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becomes bigger or develops (used with he/she/it)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become bigger or develop over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becomes bigger or develops (used with he/she/it)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grows plants or crops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becoming bigger or developing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'grow'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'grow'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sunflowers grow taller every week.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tomato plant grows quickly in summer.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apple grower checked his trees every morning.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growers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Queensland hope for warm weather this summer.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increase; get bigger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increase; get bigger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increase; get bigger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'grow' = increase; get bigger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'grow'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