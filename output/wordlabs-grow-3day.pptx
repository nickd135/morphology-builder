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increase in size"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crescere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'grow' — to increase in size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'grow' means 'to increase in size'.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'grow' means 'to increase in size'.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'out-' in 'outgrow' means 'beyond' or 'more than'.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'outgrow' contains the root 'grow'.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'-th' to 'grow' makes the word 'growth'.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'grow' comes from a French word meaning 'to shrink'.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'grower' means something that stops plants from growing.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increase in size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crescere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back again after being cut or lost.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grows plants or crops.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too big for something, like clothes or shoes.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with plants that have grown too much and become wild.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getting bigger or developing.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bigger or taller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developed or no longer a child.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growth of the seedlings over several weeks.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had outgrown her school shoes by the end of Term 1.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garden was overgrown with weeds after the long summer holidays.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noticed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outgrown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vines had spread across the entire fence.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regrowth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overgrown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hedge looked healthy,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neatly took patience.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upgrowth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'grow' — 3-Day Teaching Deck</dc:title>
  <dc:subject>PptxGenJS Presentation</dc:subject>
  <dc:creator>Word Labs</dc:creator>
  <cp:lastModifiedBy>Word Labs</cp:lastModifiedBy>
  <cp:revision>1</cp:revision>
  <dcterms:created xsi:type="dcterms:W3CDTF">2026-04-09T22:00:58Z</dcterms:created>
  <dcterms:modified xsi:type="dcterms:W3CDTF">2026-04-09T22:00:58Z</dcterms:modified>
</cp:coreProperties>
</file>