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'invest'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put money or effort in"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investire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'invest' — to put money or effort in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'invest'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'invest' = to put money or effort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'invest' means 'to put money or effort in'.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'invest'.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'invest'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'invest'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'invest'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'invest' = to put money or effort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'invest' means 'to put money or effort in'.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'invest'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'invest'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'invest'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'invest' = to put money or effort 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'Reinvest' means to put money back in after earning it.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An investigation involves carefully looking into something to find the truth.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root 'invest' comes from ancient Greek.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'investor' contains the root 'invest'.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suffix '-ment' in 'investment' means a person who does something.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'invest'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'invest'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'invest' = to put money or effort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'invest'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put money or effort in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investire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investor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investment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investing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invested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reinvest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investigation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'invest'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'invest'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'invest' = to put money or effort 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'invest'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-igation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536192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5361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'invest'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27024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617720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61772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788152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199632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199632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'invest'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'invest'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'invest' = to put money or effort 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careful search to find out the truth about something, like a detective's work.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investor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money, time, or effort into something hoping to get a good result later.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investment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of putting money or effort into something right now.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investing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already put money, time, or effort into something.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invested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take money you have earned and put it back in to make even more.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reinvest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money, time, or effort you put into something to get a good result.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investigation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puts money into something hoping to make more money from it.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'invest'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'invest'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'invest' = to put money or effort 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'invest'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class decided to invest time in learning about how money grows in a savings account.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young investor put her birthday money into shares and watched it grow over two years.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Buying good books is a smart investment because knowledge stays with you forever.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'invest'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'invest' = to put money or effort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'invest'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'invest' = to put money or effort 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careful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investor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made a wise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investment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the new school library.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investor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investment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'invest'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'invest' = to put money or effort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'invest'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'invest' = to put money or effort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money or effort 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'invest'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'invest' = to put money or effort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money or effort 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vest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'invest'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'invest' = to put money or effort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money or effort 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vest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'invest'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'invest' = to put money or effort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'invest'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'invest' = to put money or effort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money or effort 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action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'invest'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'invest' = to put money or effort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money or effort 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action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vest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'invest'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'invest' = to put money or effort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money or effort 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action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vest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'invest'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'invest' = to put money or effort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'invest'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'invest' = to put money or effort 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investigator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discovered that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reinvesting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profits was key, but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investing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people mattered most.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investigator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reinvesting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investing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'invest'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'invest' = to put money or effort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investigator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'invest'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'invest' = to put money or effort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investigator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effort in / look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element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 something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'invest'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'invest' = to put money or effort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investigator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effort in / look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element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 something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ves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tor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8" name="Text 46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'invest'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'invest' = to put money or effort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investigator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effort in / look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element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 something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ves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tor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952244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952244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25461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5461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14013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14013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734077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734077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328021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328021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4921966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921966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5515910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515910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6109855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109855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6703799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703799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729774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29774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78916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78916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'invest'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'invest' = to put money or effort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reinvesting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'invest'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'invest' = to put money or effort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reinvesting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money or effort in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'invest'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'invest' = to put money or effort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reinvesting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money or effort in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vest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'invest'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'invest' = to put money or effort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reinvesting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money or effort in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vest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'invest'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'invest' = to put money or effort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'invest'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'invest' = to put money or effort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money or effort 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'invest'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'invest' = to put money or effort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money or effort 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vest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'invest'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'invest' = to put money or effort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money or effort 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vest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'invest'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'invest' = to put money or effort 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'invest'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'invest'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'invest' = to put money or effort 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'invest'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-igation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investor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investment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investing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invested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reinvest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investigation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investigator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'invest' — 3-Day Teaching Deck</dc:title>
  <dc:subject>PptxGenJS Presentation</dc:subject>
  <dc:creator>Word Labs</dc:creator>
  <cp:lastModifiedBy>Word Labs</cp:lastModifiedBy>
  <cp:revision>1</cp:revision>
  <dcterms:created xsi:type="dcterms:W3CDTF">2026-04-09T22:02:36Z</dcterms:created>
  <dcterms:modified xsi:type="dcterms:W3CDTF">2026-04-09T22:02:36Z</dcterms:modified>
</cp:coreProperties>
</file>