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'invest'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put money or effort 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investire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'invest' — to put money or effort 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'invest' means 'to put money or effort 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'invest'.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'invest'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'invest'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'invest' means 'to put money or effort 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'invest'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'invest'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'invest' comes from Latin.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An investor is someone who spends all their money without any plan.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'reinvest' contains the prefix 're-', meaning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An investment can include putting time and effort into something, not just money.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'investigation' has nothing to do with the root 'invest'.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'invest'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put money or effort 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investire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investigation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'invest'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-igation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 search or study to find out the truth about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money, time, or effort into something hoping it will grow or improve.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putting money or effort into something right now.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already put money or effort into something in the past.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money you have earned and put it back into something to keep growing it.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money, time, or effort you put into something to make it better or more valuable.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investigation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puts money into something, like a business, hoping to make more money.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'invest'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'invest'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decided to invest her pocket money in a small plant stall at the school market.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investor visited the new community garden to see how her money was being used.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saving for months, Jake made his first investment by buying supplies for his handmade card business.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said that making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investment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your education is the wisest choice, so we should keep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investing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our learning every 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/ to clothe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/ to clothe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/ to clothe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/ to clothe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/ to clothe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/ to clothe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investor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reinvest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profits wisely, knowing that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investment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would help her school library grow.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/ to clothe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/ to clothe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/ to clothe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/ to clothe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/ to clothe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/ to clothe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/ to clothe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/ to clothe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/ to clothe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-igation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investigation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'invest' — 3-Day Teaching Deck</dc:title>
  <dc:subject>PptxGenJS Presentation</dc:subject>
  <dc:creator>Word Labs</dc:creator>
  <cp:lastModifiedBy>Word Labs</cp:lastModifiedBy>
  <cp:revision>1</cp:revision>
  <dcterms:created xsi:type="dcterms:W3CDTF">2026-03-25T03:14:52Z</dcterms:created>
  <dcterms:modified xsi:type="dcterms:W3CDTF">2026-03-25T03:14:52Z</dcterms:modified>
</cp:coreProperties>
</file>