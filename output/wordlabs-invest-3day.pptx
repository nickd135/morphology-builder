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'invest'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money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'invest' — put money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'invest' means 'put money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'invest'.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'invest'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'invest'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'invest' means 'put money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'invest'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'invest'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'invest' means 'put money into'.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'invests' means 'puts money, time, or effort into something in the hope of a future benefit'.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'invests' means 'throws something away because it is no longer needed'.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'invest' means 'to throw something away because it is no longer needed'.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'invest' means 'to put money, time, or effort into something in the hope of a future benefit'.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'invest'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money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'invest'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put money into something in the hope of making more money in the future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money, time, or effort into something in the hope of a future benefit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puts money into something in the hope of making more money in the future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profits or money back into something to help it grow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money, time, or effort into something in the hope of a future benefit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money, time, or effort into something in the hope of a future benefit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money, time, or effort into something in the hope of a future benefit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'invest'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'invest'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 invest their savings in shares to try to grow their money.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invests a large part of its profit in research every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Grandma invested her spare money in a small business years ago.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a good pair of school shoes is a worthwhile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business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reinvested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last year's earnings into staff training.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financial advisor helped her choose safe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retirement. The farmer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reinvesting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harvest income into new machinery.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reinvestment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profits helped the company expand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money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put money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'invest'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