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'invest' has very few longer words built from it, so this deck practises adding the suffixes -or, -s, -ing, -ment and -ed to the base (Years 3–4). Only 7 words with 'invest'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school invests in new sports gear every year. Last term it invested in ten new netballs.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'invest'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money into"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'invest' has very few longer words built from it, so this deck practises adding the suffixes -or, -s, -ing, -ment and -ed to the base (Years 3–4). Only 7 words with 'invest'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'invest' — put money into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-or, -s, -ing, -ment and -ed to the base 'invest'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'invest'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'invest'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'invest' means 'put money into'. You can find it in 'investor'.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'investor', '-or'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'investment',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'investors',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'investing',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'invested',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'invests',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'investors',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'investing',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'invested',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'invests',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'invest'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money into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'invest'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9592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99592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2122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122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money, time, or effort put into something in the hope of a future benefit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people who put money into something in the hope of making more money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putting money, time, or effort into something in the hope of a future benefit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put money, time, or effort into something in the hope of a future benefit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puts money into something in the hope of making more money in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money, time, or effort into something in the hope of a future benefit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puts money into something in the hope of making more money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who put money into something in the hope of making more money in the future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putting money, time, or effort into something in the hope of a future benefit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money, time, or effort put into something in the hope of a future benefit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'invest'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'invest'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will invest in new library books this year.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 gave the small company enough money to grow.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investors agreed to fund the new app before it launched.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invests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new sports gear every year. Last term it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invested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ten new netballs.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money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'invest'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'invest' = put money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'invest'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