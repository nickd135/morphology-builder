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'support'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"hold up, bear, carry"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supportare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'support' — hold up, bear, carry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'support' means 'hold up, bear, carry'.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'support'.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'support'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'support'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'support' means 'hold up, bear, carry'.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'support'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'support'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'un-' in 'unsupported' means not or without.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'supportive' means refusing to help someone.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'support' comes from the Greek language.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'support' carries the idea of holding up or helping.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'supporter' contains the root 'support' and the suffix '-er' meaning a person who does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'support'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 up, bear, carry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supportare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'support'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any help, proof, or something holding it up.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kind and helpful to someone who needs encouragement.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helps or cheers for someone, like a sports fan.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backed up with reasons or evidence.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Helping or holding something up right now.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someone or hold something up so it doesn't fall.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or something was helped or held up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'support'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'support'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 was designed to support the weight of hundreds of cars crossing it every 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decided to show we were supportive of the new student by including her in our games at lunch.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counsellor is a great supporter of students who are feeling worried or upset.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was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supportive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her encouragement helped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crowd feel proud.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unsupported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tent collapsed, so we needed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supporting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poles and ropes to make it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supportable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strong wind.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bear,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self-supporting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'support' — 3-Day Teaching Deck</dc:title>
  <dc:subject>PptxGenJS Presentation</dc:subject>
  <dc:creator>Word Labs</dc:creator>
  <cp:lastModifiedBy>Word Labs</cp:lastModifiedBy>
  <cp:revision>1</cp:revision>
  <dcterms:created xsi:type="dcterms:W3CDTF">2026-04-09T22:15:08Z</dcterms:created>
  <dcterms:modified xsi:type="dcterms:W3CDTF">2026-04-09T22:15:08Z</dcterms:modified>
</cp:coreProperties>
</file>