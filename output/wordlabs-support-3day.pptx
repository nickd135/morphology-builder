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'support'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"hold up, carry from below"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supportare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'support' — hold up, carry from below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'support' means 'hold up, carry from below'.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'support'.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'support'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'support'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'support' means 'hold up, carry from below'.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'support'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'support'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'supporter' contains the root 'support' plus the suffix '-er' meaning a person who does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'support' comes from ancient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'un-' in 'unsupportive' means 'not'.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'supportive' friend is one who is kind and helpful when you need them.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'-ive' in 'supportive' means the same as the suffix '-er'.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'support'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 up, carry from below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supportare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'support'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601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716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716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being helpful or kind to someone who needs you.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kind and helpful to someone who needs you.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helps, cheers for, or backs someone else.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backed up with reasons or evidence.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Helping or holding something up right now.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someone or hold something up so it doesn't fall.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or something was helped or held up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'support'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'support'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sturdy bridge was designed to support the weight of hundreds of cars every 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very lucky to have such a supportive family cheering her on at the swimming carnival.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loyal supporters wore matching colours and sang songs throughout the whole game.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school's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supporters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were incredibly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supportive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the fundraising week.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back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back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back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back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back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back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unsupportive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coach was replaced by a more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supportive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leader, which boosted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supporters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 confidence.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back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back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back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back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back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back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back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back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up, back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hold up, carry from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self-supporting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'support' — 3-Day Teaching Deck</dc:title>
  <dc:subject>PptxGenJS Presentation</dc:subject>
  <dc:creator>Word Labs</dc:creator>
  <cp:lastModifiedBy>Word Labs</cp:lastModifiedBy>
  <cp:revision>1</cp:revision>
  <dcterms:created xsi:type="dcterms:W3CDTF">2026-03-25T03:26:58Z</dcterms:created>
  <dcterms:modified xsi:type="dcterms:W3CDTF">2026-03-25T03:26:58Z</dcterms:modified>
</cp:coreProperties>
</file>