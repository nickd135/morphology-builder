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Teacher note: Only 5 word families with 'support' suit Years 3–7, so there is no Day 3 dictation. Day 3 is the word matrix lesson only. Day 2 has 1 dictation word instead of 2. Day 1 shows 4 example words instead of 5–7.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False statements, corrected:
'supporter' really means 'a person who helps, encourages, or backs someone or something'.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The team was never unsupportive, even when we lost every game.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Base: 'support'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"help; hold up"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3401568"/>
            <a:ext cx="4023360" cy="329184"/>
          </a:xfrm>
          <a:prstGeom prst="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4015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858768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8587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4242816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24281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Word Matrix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54880" y="402336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note: Only 5 word families with 'support' suit Years 3–7, so there is no Day 3 dictation. Day 3 is the word matrix lesson only. Day 2 has 1 dictation word instead of 2. Day 1 shows 4 example words instead of 5–7.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'support' — help; hold up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'support'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'support' = help; hold up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that the base 'support' means 'help; hold up' and how it helps us read and spell longer words.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what the base 'support' means.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build and break down 'support' words using prefixes and suffixes.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'support' words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'support'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'support' = help; hold up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base is the main part of a word that carries its meaning. The base 'support' means 'help; hold up'. You can find it in 'supporter'.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prefix is a word part added to the start of a word to change its meaning. In 'unsupported', 'un-' means 'not'.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65760" y="345643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45643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1328" y="345643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5643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91640" y="349300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suffix is a word part added to the end of a word to change its meaning or job. In 'supporter', '-er' means 'person who'.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'support'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'support' = help; hold up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these statements true or false? Decide with a partner.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base 'support' means 'help; hold up'.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'supportive' means 'giving help, encouragement, or approval'.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'supporter' means 'without support; not backed up by evidence'.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'unsupported' means 'without support; not backed up by evidence'.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'support'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'support' = help; hold up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answers.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base 'support' means 'help; hold up'.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'supportive' means 'giving help, encouragement, or approval'.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'supporter' means 'without support; not backed up by evidence'.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'unsupported' means 'without support; not backed up by evidence'.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 'support' — Meaning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'support'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'support' = help; hold up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'support'</a:t>
            </a:r>
            <a:endParaRPr lang="en-US" sz="4800" dirty="0"/>
          </a:p>
        </p:txBody>
      </p:sp>
      <p:sp>
        <p:nvSpPr>
          <p:cNvPr id="12" name="Shape 10"/>
          <p:cNvSpPr/>
          <p:nvPr/>
        </p:nvSpPr>
        <p:spPr>
          <a:xfrm>
            <a:off x="352044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03320" y="777240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help; hold up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base: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support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51460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1460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supporter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66344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unsupported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81228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1228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supportive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'support'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'support'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'support' = help; hold up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 part from each column, left to right (you can skip a column). Not every combination makes a real word!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5156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51560" y="1627632"/>
            <a:ext cx="219456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51560" y="2029968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51560" y="2432304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47472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7472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474720" y="1627632"/>
            <a:ext cx="2194560" cy="365760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support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474720" y="2029968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474720" y="2432304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89788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89788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897880" y="1627632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89788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-ed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897880" y="2029968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97880" y="20299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-ive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897880" y="2432304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897880" y="243230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-er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65760" y="2971800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1463040" y="2971800"/>
            <a:ext cx="731520" cy="420624"/>
          </a:xfrm>
          <a:prstGeom prst="rect">
            <a:avLst>
              <a:gd name="adj" fmla="val 17391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1463040" y="2971800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un-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2231136" y="2971800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2523744" y="2971800"/>
            <a:ext cx="1280160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2523744" y="2971800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support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3840480" y="2971800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4133088" y="2971800"/>
            <a:ext cx="731520" cy="420624"/>
          </a:xfrm>
          <a:prstGeom prst="rect">
            <a:avLst>
              <a:gd name="adj" fmla="val 17391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4133088" y="2971800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-ed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4946904" y="2971800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41" name="Shape 39"/>
          <p:cNvSpPr/>
          <p:nvPr/>
        </p:nvSpPr>
        <p:spPr>
          <a:xfrm>
            <a:off x="5358384" y="2971800"/>
            <a:ext cx="2167128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358384" y="2971800"/>
            <a:ext cx="21671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unsupported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'support'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'support'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'support' = help; hold up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each word to its meaning. The meanings are mixed up!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support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without support; not backed up by evidence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supporter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giving help, encouragement, or approval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unsupported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a person who helps, encourages, or backs someone or something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supportive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help, encouragement or assistance given to someone or something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'support' Word Definitions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'support'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'support' = help; hold up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matches.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support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help, encouragement or assistance given to someone or something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supporter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a person who helps, encourages, or backs someone or something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unsupported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without support; not backed up by evidence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supportive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giving help, encouragement, or approval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'support'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'support'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'support' = help; hold up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sentences. Underline the 'support' word and talk about what it means.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friends gave her support when she was feeling nervous.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is a loyal supporter of the local football team.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75888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675888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7588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372160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claim was unsupported by any real evidence.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'support'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'support' = help; hold up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marks</a:t>
            </a:r>
            <a:endParaRPr lang="en-US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'support'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'support' = help; hold up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team was never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unsupportive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even when we lost every game.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9184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9184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329184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unsupportive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29184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1)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'support'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'support' = help; hold up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unsupportive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'support'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'support' = help; hold up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unsupportive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support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help; hold up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ive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having quality of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'support'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'support' = help; hold up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unsupportive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support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help; hold up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ive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having quality of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sup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port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ive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42" name="Text 40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'support'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'support' = help; hold up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unsupportive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support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help; hold up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ive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having quality of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sup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port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ive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951330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951330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2677363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677363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3403397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403397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4129430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129430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4855464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855464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pp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5581498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581498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6307531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307531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7033565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033565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7759598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759598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→ Check → Write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'support'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'support' = help; hold up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114300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4300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5156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05156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5156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5156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5156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7472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47472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7472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7472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7472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89788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9788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89788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89788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89788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89788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6576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0040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03504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576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0040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03504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each.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'support'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'support' = help; hold up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more words this matrix can build. Did you find them?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5156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51560" y="1581912"/>
            <a:ext cx="2194560" cy="347472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51560" y="1965960"/>
            <a:ext cx="219456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51560" y="2350008"/>
            <a:ext cx="2194560" cy="34747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47472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7472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474720" y="1581912"/>
            <a:ext cx="2194560" cy="347472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support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474720" y="1965960"/>
            <a:ext cx="219456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474720" y="2350008"/>
            <a:ext cx="2194560" cy="34747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89788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89788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897880" y="1581912"/>
            <a:ext cx="219456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89788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-ed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897880" y="1965960"/>
            <a:ext cx="219456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97880" y="196596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-ive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897880" y="2350008"/>
            <a:ext cx="219456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897880" y="235000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-er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65760" y="282549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words: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365760" y="3191256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191256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unsupportive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Base 'support' — Teaching Deck</dc:title>
  <dc:subject>PptxGenJS Presentation</dc:subject>
  <dc:creator>Word Labs</dc:creator>
  <cp:lastModifiedBy>Word Labs</cp:lastModifiedBy>
  <cp:revision>1</cp:revision>
  <dcterms:created xsi:type="dcterms:W3CDTF">2026-10-22T10:14:32Z</dcterms:created>
  <dcterms:modified xsi:type="dcterms:W3CDTF">2026-10-22T10:14:32Z</dcterms:modified>
</cp:coreProperties>
</file>