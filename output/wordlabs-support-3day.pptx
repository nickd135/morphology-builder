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'support'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"help; hold up"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'support' — help; hold 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'support' means 'help; hold up'.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'support'.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'support'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'support'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'support' means 'help; hold up'.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'support'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'support'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'supports' means 'helps, encourages, or holds up someone or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'supports' means 'measures the length of an object'.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'support' means 'help, encouragement or assistance given to someone or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'support' means 'help; hold up'.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'support' means 'a written excuse for being late'.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'support'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help; hold up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'support'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helps, encourages, or holds up someone or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help, encourage, or back someone or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helps, encourages, or backs someone or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help, encouragement or assistance given to someone or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helped, encouraged, or held up someone or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'support'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'support'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friends gave her support when she was feeling nervous.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charity supports families in need all year round.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charity supported hundreds of families during the drought.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beams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weight of the roof. Her claim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any real evidence.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family cheered her on during the race. She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supportively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her nervous teammate.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unsupportive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friends laughed instead of helping him practise.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help; hold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'support' = help; hold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'support'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'support'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