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'struct'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build or pile"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Latin: struere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'struct' — to build or pile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to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'struct' means 'to build'.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'struct'.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'struct'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'struct'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to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'struct' carries the idea of building. It cannot stand alone.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're-' in 'reconstruct' means 'to build again'.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'-ion' in 'construction' makes a noun.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to build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'Construct' means 'to build together'.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'Reconstructed' means 'built again'.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Prefix 'con-' means 'down, away or opposite'.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'Construction' means 'the act of building'.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Prefix 'de-' means 'with or together'.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'struct'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to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build or pile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Latin: struere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destruct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destructive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deconstruct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reconstruct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unstructured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'struct'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to build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a prefix + the root + a suffix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-ure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-ible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508760" y="4178808"/>
            <a:ext cx="100584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508760" y="417880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542032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880360" y="4178808"/>
            <a:ext cx="128016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880360" y="417880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187952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526280" y="4178808"/>
            <a:ext cx="91440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526280" y="417880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468112" y="41788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5870448" y="41788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70448" y="4178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constructed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to build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or make something.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or process of building something.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destruct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break or destroy something.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destructive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that causes damage or breaks things.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deconstruct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310128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3101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take something apart (opposite of construct).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reconstruct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84048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840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something again.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7083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unstructured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37083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37083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clear plan or order.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'struct'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to build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'struct'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storm caused a lot of destruction to our playground.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builders started the construction of the new school office.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scientists will reconstruct a dinosaur skeleton from the bones they dug up.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to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to build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fire, workers focused on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restore the historic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its former glory.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reconstruction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to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reconstruction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1821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1821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1821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1821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0507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0507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0507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0507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to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reconstruction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347472"/>
          </a:xfrm>
          <a:prstGeom prst="rect">
            <a:avLst>
              <a:gd name="adj" fmla="val 21053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2432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347472"/>
          </a:xfrm>
          <a:prstGeom prst="rect">
            <a:avLst>
              <a:gd name="adj" fmla="val 21053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2432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with/together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347472"/>
          </a:xfrm>
          <a:prstGeom prst="rect">
            <a:avLst>
              <a:gd name="adj" fmla="val 21053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2432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347472"/>
          </a:xfrm>
          <a:prstGeom prst="rect">
            <a:avLst>
              <a:gd name="adj" fmla="val 21053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2432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1821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1821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1821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1821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0507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0507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0507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0507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to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reconstruction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347472"/>
          </a:xfrm>
          <a:prstGeom prst="rect">
            <a:avLst>
              <a:gd name="adj" fmla="val 21053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2432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347472"/>
          </a:xfrm>
          <a:prstGeom prst="rect">
            <a:avLst>
              <a:gd name="adj" fmla="val 21053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2432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with/together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347472"/>
          </a:xfrm>
          <a:prstGeom prst="rect">
            <a:avLst>
              <a:gd name="adj" fmla="val 21053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2432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347472"/>
          </a:xfrm>
          <a:prstGeom prst="rect">
            <a:avLst>
              <a:gd name="adj" fmla="val 21053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2432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1821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1821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18211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27355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2735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27355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27355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2735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27355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27355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2735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27355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27355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2735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0507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0507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0507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0507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to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reconstruction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347472"/>
          </a:xfrm>
          <a:prstGeom prst="rect">
            <a:avLst>
              <a:gd name="adj" fmla="val 21053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2432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347472"/>
          </a:xfrm>
          <a:prstGeom prst="rect">
            <a:avLst>
              <a:gd name="adj" fmla="val 21053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2432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with/together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347472"/>
          </a:xfrm>
          <a:prstGeom prst="rect">
            <a:avLst>
              <a:gd name="adj" fmla="val 21053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2432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347472"/>
          </a:xfrm>
          <a:prstGeom prst="rect">
            <a:avLst>
              <a:gd name="adj" fmla="val 21053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2432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1821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1821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18211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27355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2735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27355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27355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2735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27355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27355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2735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27355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27355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2735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0507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0507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0507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2244" y="409651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2244" y="409651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546188" y="409651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46188" y="409651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140133" y="409651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40133" y="409651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734077" y="409651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34077" y="409651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328021" y="409651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28021" y="409651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921966" y="409651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21966" y="409651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515910" y="409651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15910" y="409651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109855" y="409651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09855" y="409651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703799" y="409651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03799" y="409651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297743" y="409651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97743" y="409651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891688" y="409651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91688" y="409651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to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1821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1821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1821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1821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0507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0507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0507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0507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to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347472"/>
          </a:xfrm>
          <a:prstGeom prst="rect">
            <a:avLst>
              <a:gd name="adj" fmla="val 21053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24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347472"/>
          </a:xfrm>
          <a:prstGeom prst="rect">
            <a:avLst>
              <a:gd name="adj" fmla="val 21053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24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1821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1821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1821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1821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0507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0507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0507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0507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to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347472"/>
          </a:xfrm>
          <a:prstGeom prst="rect">
            <a:avLst>
              <a:gd name="adj" fmla="val 21053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24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347472"/>
          </a:xfrm>
          <a:prstGeom prst="rect">
            <a:avLst>
              <a:gd name="adj" fmla="val 21053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24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1821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1821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18211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27355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27355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27355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27355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27355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0507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0507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0507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0507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to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347472"/>
          </a:xfrm>
          <a:prstGeom prst="rect">
            <a:avLst>
              <a:gd name="adj" fmla="val 21053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24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347472"/>
          </a:xfrm>
          <a:prstGeom prst="rect">
            <a:avLst>
              <a:gd name="adj" fmla="val 21053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24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1821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1821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18211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27355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27355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27355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27355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27355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0507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0507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0507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09651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09651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033522" y="409651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09651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942207" y="409651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09651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50892" y="409651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09651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759577" y="409651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09651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668262" y="409651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09651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576947" y="409651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09651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to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to build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microstructure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 was small and delicate, became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nonstructural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after it was hit by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destructive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power of a hair blower.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microstructure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nonstructural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destructive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to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microstructure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1821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1821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1821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1821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0507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0507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0507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0507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to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microstructure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347472"/>
          </a:xfrm>
          <a:prstGeom prst="rect">
            <a:avLst>
              <a:gd name="adj" fmla="val 21053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24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347472"/>
          </a:xfrm>
          <a:prstGeom prst="rect">
            <a:avLst>
              <a:gd name="adj" fmla="val 21053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24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347472"/>
          </a:xfrm>
          <a:prstGeom prst="rect">
            <a:avLst>
              <a:gd name="adj" fmla="val 21053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24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1821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1821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1821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1821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0507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0507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0507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0507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to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microstructure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347472"/>
          </a:xfrm>
          <a:prstGeom prst="rect">
            <a:avLst>
              <a:gd name="adj" fmla="val 21053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24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347472"/>
          </a:xfrm>
          <a:prstGeom prst="rect">
            <a:avLst>
              <a:gd name="adj" fmla="val 21053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24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347472"/>
          </a:xfrm>
          <a:prstGeom prst="rect">
            <a:avLst>
              <a:gd name="adj" fmla="val 21053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24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1821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1821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18211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27355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2735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27355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27355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2735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27355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27355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2735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27355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27355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2735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0507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0507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0507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0507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to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microstructure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347472"/>
          </a:xfrm>
          <a:prstGeom prst="rect">
            <a:avLst>
              <a:gd name="adj" fmla="val 21053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24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347472"/>
          </a:xfrm>
          <a:prstGeom prst="rect">
            <a:avLst>
              <a:gd name="adj" fmla="val 21053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24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347472"/>
          </a:xfrm>
          <a:prstGeom prst="rect">
            <a:avLst>
              <a:gd name="adj" fmla="val 21053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24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1821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1821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18211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27355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2735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27355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27355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2735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27355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27355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2735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27355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27355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2735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0507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0507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0507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2596" y="409651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2596" y="409651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497015" y="409651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97015" y="409651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041435" y="409651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41435" y="409651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585855" y="409651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85855" y="409651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30274" y="409651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30274" y="409651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74694" y="409651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74694" y="409651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219114" y="409651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19114" y="409651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763534" y="409651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63534" y="409651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307953" y="409651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07953" y="409651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852373" y="409651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52373" y="409651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396793" y="409651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96793" y="409651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941212" y="409651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941212" y="409651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to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nonstructural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1821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1821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1821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1821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0507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0507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0507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0507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to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nonstructural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347472"/>
          </a:xfrm>
          <a:prstGeom prst="rect">
            <a:avLst>
              <a:gd name="adj" fmla="val 21053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2432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347472"/>
          </a:xfrm>
          <a:prstGeom prst="rect">
            <a:avLst>
              <a:gd name="adj" fmla="val 21053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2432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347472"/>
          </a:xfrm>
          <a:prstGeom prst="rect">
            <a:avLst>
              <a:gd name="adj" fmla="val 21053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2432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347472"/>
          </a:xfrm>
          <a:prstGeom prst="rect">
            <a:avLst>
              <a:gd name="adj" fmla="val 21053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2432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1821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1821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1821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1821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0507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0507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0507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0507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to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nonstructural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347472"/>
          </a:xfrm>
          <a:prstGeom prst="rect">
            <a:avLst>
              <a:gd name="adj" fmla="val 21053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2432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347472"/>
          </a:xfrm>
          <a:prstGeom prst="rect">
            <a:avLst>
              <a:gd name="adj" fmla="val 21053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2432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347472"/>
          </a:xfrm>
          <a:prstGeom prst="rect">
            <a:avLst>
              <a:gd name="adj" fmla="val 21053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2432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347472"/>
          </a:xfrm>
          <a:prstGeom prst="rect">
            <a:avLst>
              <a:gd name="adj" fmla="val 21053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2432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1821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1821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18211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27355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2735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27355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27355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2735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27355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27355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2735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27355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27355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2735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0507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0507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0507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0507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to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nonstructural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347472"/>
          </a:xfrm>
          <a:prstGeom prst="rect">
            <a:avLst>
              <a:gd name="adj" fmla="val 21053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2432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347472"/>
          </a:xfrm>
          <a:prstGeom prst="rect">
            <a:avLst>
              <a:gd name="adj" fmla="val 21053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2432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347472"/>
          </a:xfrm>
          <a:prstGeom prst="rect">
            <a:avLst>
              <a:gd name="adj" fmla="val 21053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2432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347472"/>
          </a:xfrm>
          <a:prstGeom prst="rect">
            <a:avLst>
              <a:gd name="adj" fmla="val 21053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2432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1821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1821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18211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27355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2735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27355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27355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2735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27355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27355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2735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27355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27355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2735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0507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0507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0507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2244" y="409651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2244" y="409651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546188" y="409651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46188" y="409651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140133" y="409651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40133" y="409651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734077" y="409651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34077" y="409651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328021" y="409651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28021" y="409651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921966" y="409651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21966" y="409651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515910" y="409651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15910" y="409651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109855" y="409651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09855" y="409651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703799" y="409651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03799" y="409651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297743" y="409651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97743" y="409651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891688" y="409651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91688" y="409651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to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destructive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1821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1821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1821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1821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0507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0507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0507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0507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to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destructive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347472"/>
          </a:xfrm>
          <a:prstGeom prst="rect">
            <a:avLst>
              <a:gd name="adj" fmla="val 21053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24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undo/away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347472"/>
          </a:xfrm>
          <a:prstGeom prst="rect">
            <a:avLst>
              <a:gd name="adj" fmla="val 21053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24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347472"/>
          </a:xfrm>
          <a:prstGeom prst="rect">
            <a:avLst>
              <a:gd name="adj" fmla="val 21053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24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tending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1821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1821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18211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18211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0507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0507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0507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0507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to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destructive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347472"/>
          </a:xfrm>
          <a:prstGeom prst="rect">
            <a:avLst>
              <a:gd name="adj" fmla="val 21053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24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undo/away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347472"/>
          </a:xfrm>
          <a:prstGeom prst="rect">
            <a:avLst>
              <a:gd name="adj" fmla="val 21053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24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347472"/>
          </a:xfrm>
          <a:prstGeom prst="rect">
            <a:avLst>
              <a:gd name="adj" fmla="val 21053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24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tending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1821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1821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18211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27355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27355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27355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27355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27355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27355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27355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27355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0507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0507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0507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0507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to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destructive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347472"/>
          </a:xfrm>
          <a:prstGeom prst="rect">
            <a:avLst>
              <a:gd name="adj" fmla="val 21053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24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undo/away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347472"/>
          </a:xfrm>
          <a:prstGeom prst="rect">
            <a:avLst>
              <a:gd name="adj" fmla="val 21053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24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347472"/>
          </a:xfrm>
          <a:prstGeom prst="rect">
            <a:avLst>
              <a:gd name="adj" fmla="val 21053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24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tending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18211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1821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18211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27355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27355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27355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27355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27355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27355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27355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27355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0507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0507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0507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09651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09651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77363" y="409651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09651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403397" y="409651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09651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129430" y="409651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09651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55464" y="409651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09651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581498" y="409651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09651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07531" y="409651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09651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033565" y="409651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09651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759598" y="409651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09651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to build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'struct' = to build or pile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'struct' = to build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'struct' = to build or pile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'struct'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-ure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-ible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construction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destruct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destructive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deconstruct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542032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42032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reconstruct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18304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18304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unstructured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894576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94576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'struct' — 3-Day Teaching Deck</dc:title>
  <dc:subject>PptxGenJS Presentation</dc:subject>
  <dc:creator>Word Labs</dc:creator>
  <cp:lastModifiedBy>Word Labs</cp:lastModifiedBy>
  <cp:revision>1</cp:revision>
  <dcterms:created xsi:type="dcterms:W3CDTF">2026-03-24T19:44:43Z</dcterms:created>
  <dcterms:modified xsi:type="dcterms:W3CDTF">2026-03-24T19:44:43Z</dcterms:modified>
</cp:coreProperties>
</file>